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3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6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06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71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0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7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77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99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8501C9F1-A044-4B44-84F3-9EEE0D898BB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30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53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48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77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21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45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8501C9F1-A044-4B44-84F3-9EEE0D898BB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677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zar_373/understanding-image-noise-exploring-different-kinds-of-noises-in-image-processing-dcd26c6c9e5a" TargetMode="External"/><Relationship Id="rId2" Type="http://schemas.openxmlformats.org/officeDocument/2006/relationships/hyperlink" Target="https://en.wikipedia.org/wiki/Cellular_automat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07/978-3-319-53043-7_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DA8D-040A-0704-F68B-F4156DAFE8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Noise Filtering</a:t>
            </a:r>
            <a:br>
              <a:rPr lang="en-US"/>
            </a:br>
            <a:r>
              <a:rPr lang="en-US"/>
              <a:t>durch Zelluläre Automaten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873D7-C550-62BE-8D60-C46B512B8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913765"/>
          </a:xfrm>
        </p:spPr>
        <p:txBody>
          <a:bodyPr>
            <a:noAutofit/>
          </a:bodyPr>
          <a:lstStyle/>
          <a:p>
            <a:r>
              <a:rPr lang="en-US" sz="1400"/>
              <a:t>Zwischenpräsentation 13.05.26</a:t>
            </a:r>
          </a:p>
          <a:p>
            <a:r>
              <a:rPr lang="en-US" sz="1400"/>
              <a:t>Julia Ihrenberger</a:t>
            </a:r>
          </a:p>
        </p:txBody>
      </p:sp>
    </p:spTree>
    <p:extLst>
      <p:ext uri="{BB962C8B-B14F-4D97-AF65-F5344CB8AC3E}">
        <p14:creationId xmlns:p14="http://schemas.microsoft.com/office/powerpoint/2010/main" val="829828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80F69-D214-D231-5B50-9C2845E19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Themenstellung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FB921-0B3F-1B8E-CD86-06DF69C26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Erklärung: Was sind zelluläre Automaten?</a:t>
            </a:r>
          </a:p>
          <a:p>
            <a:r>
              <a:rPr lang="en-US"/>
              <a:t>Weiterführung: Wie können diese bei Noise Filtering benutzt werden?</a:t>
            </a:r>
          </a:p>
          <a:p>
            <a:pPr lvl="1"/>
            <a:r>
              <a:rPr lang="en-US"/>
              <a:t>Parallelismus</a:t>
            </a:r>
          </a:p>
          <a:p>
            <a:pPr lvl="1"/>
            <a:r>
              <a:rPr lang="en-US"/>
              <a:t>Eher simple aber dennoch hohe Effektivität</a:t>
            </a:r>
          </a:p>
          <a:p>
            <a:pPr lvl="1"/>
            <a:r>
              <a:rPr lang="en-US"/>
              <a:t>Emergenz</a:t>
            </a:r>
          </a:p>
        </p:txBody>
      </p:sp>
    </p:spTree>
    <p:extLst>
      <p:ext uri="{BB962C8B-B14F-4D97-AF65-F5344CB8AC3E}">
        <p14:creationId xmlns:p14="http://schemas.microsoft.com/office/powerpoint/2010/main" val="303416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E90CE-DCB8-9D96-F8FD-F78659D8C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Aktuelle Probleme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66CAD-AAA5-2482-C8D1-044989A00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Praktischer Vergleich nicht möglich durch fehlendes tiefgründiges Wissen zu Algorithmus/ fehlendes technisches Know-How</a:t>
            </a:r>
          </a:p>
          <a:p>
            <a:r>
              <a:rPr lang="en-US"/>
              <a:t>etwas wenig Zeit für technischen Vergleich</a:t>
            </a:r>
          </a:p>
          <a:p>
            <a:r>
              <a:rPr lang="en-US"/>
              <a:t>Anstatt praktischer Vergleich, einfache Probe mit machbarstem Algorithmus</a:t>
            </a:r>
          </a:p>
        </p:txBody>
      </p:sp>
    </p:spTree>
    <p:extLst>
      <p:ext uri="{BB962C8B-B14F-4D97-AF65-F5344CB8AC3E}">
        <p14:creationId xmlns:p14="http://schemas.microsoft.com/office/powerpoint/2010/main" val="3549094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A6DBB-7AB3-A4F1-26CB-D9C981D44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Meilensteinplan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E5BCB-61AE-2E96-30AF-E48CCCD1D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Recherche</a:t>
            </a:r>
          </a:p>
          <a:p>
            <a:r>
              <a:rPr lang="en-US"/>
              <a:t>First Draft: Theoretischer Teil</a:t>
            </a:r>
          </a:p>
          <a:p>
            <a:r>
              <a:rPr lang="en-US"/>
              <a:t>Praktischer Teil (falls möglich)</a:t>
            </a:r>
          </a:p>
          <a:p>
            <a:r>
              <a:rPr lang="en-US"/>
              <a:t>Editing</a:t>
            </a:r>
          </a:p>
          <a:p>
            <a:r>
              <a:rPr lang="en-US"/>
              <a:t>Proofreading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32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710B9-DAFA-9EA0-91F8-8FD6F2A55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Literatur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EB923-4DCB-CC32-DEC5-16CA3D187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100"/>
              <a:t>Wikipedia für grundlegenden Überblick (</a:t>
            </a:r>
            <a:r>
              <a:rPr lang="en-US" sz="1100">
                <a:hlinkClick r:id="rId2"/>
              </a:rPr>
              <a:t>https://en.wikipedia.org/wiki/Cellular_automaton</a:t>
            </a:r>
            <a:r>
              <a:rPr lang="en-US" sz="1100"/>
              <a:t>)</a:t>
            </a:r>
          </a:p>
          <a:p>
            <a:r>
              <a:rPr lang="en-US" sz="1100"/>
              <a:t>Understanding Image Noise – Zargul Ansari (</a:t>
            </a:r>
            <a:r>
              <a:rPr lang="en-US" sz="1100">
                <a:hlinkClick r:id="rId3"/>
              </a:rPr>
              <a:t>https://medium.com/@zar_373/understanding-image-noise-exploring-different-kinds-of-noises-in-image-processing-dcd26c6c9e5a</a:t>
            </a:r>
            <a:r>
              <a:rPr lang="en-US" sz="1100"/>
              <a:t>)</a:t>
            </a:r>
          </a:p>
          <a:p>
            <a:r>
              <a:rPr lang="en-US" sz="1100"/>
              <a:t>Hadeler, KP., Müller, J. (2017). Cellular Automata: Basic Definitions. In: Cellular Automata: Analysis and Applications. Springer Monographs in Mathematics. Springer, Cham. </a:t>
            </a:r>
            <a:r>
              <a:rPr lang="en-US" sz="1100">
                <a:hlinkClick r:id="rId4"/>
              </a:rPr>
              <a:t>https://doi.org/10.1007/978-3-319-53043-7_2</a:t>
            </a:r>
            <a:endParaRPr lang="en-US" sz="1100"/>
          </a:p>
          <a:p>
            <a:r>
              <a:rPr lang="en-US" sz="1100"/>
              <a:t>A cellular automata-based method for salt-and-pepper noise removal in images – Gil-Tak Kong, Un-Sook Choi</a:t>
            </a:r>
          </a:p>
        </p:txBody>
      </p:sp>
    </p:spTree>
    <p:extLst>
      <p:ext uri="{BB962C8B-B14F-4D97-AF65-F5344CB8AC3E}">
        <p14:creationId xmlns:p14="http://schemas.microsoft.com/office/powerpoint/2010/main" val="42310502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chSlides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TechSlides</Template>
  <TotalTime>48</TotalTime>
  <Words>180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Cascadia Code</vt:lpstr>
      <vt:lpstr>Wingdings 2</vt:lpstr>
      <vt:lpstr>TechSlides</vt:lpstr>
      <vt:lpstr>Noise Filtering durch Zelluläre Automaten</vt:lpstr>
      <vt:lpstr>Themenstellung</vt:lpstr>
      <vt:lpstr>Aktuelle Probleme</vt:lpstr>
      <vt:lpstr>Meilensteinplan</vt:lpstr>
      <vt:lpstr>Literatur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I.</dc:creator>
  <cp:lastModifiedBy>Julia I.</cp:lastModifiedBy>
  <cp:revision>73</cp:revision>
  <dcterms:created xsi:type="dcterms:W3CDTF">2026-05-11T19:05:16Z</dcterms:created>
  <dcterms:modified xsi:type="dcterms:W3CDTF">2026-05-11T19:53:41Z</dcterms:modified>
</cp:coreProperties>
</file>