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5"/>
  </p:notesMasterIdLst>
  <p:sldIdLst>
    <p:sldId id="302" r:id="rId2"/>
    <p:sldId id="256" r:id="rId3"/>
    <p:sldId id="29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E6D"/>
    <a:srgbClr val="00AAE6"/>
    <a:srgbClr val="212121"/>
    <a:srgbClr val="EB8F91"/>
    <a:srgbClr val="A17CB6"/>
    <a:srgbClr val="C46EB2"/>
    <a:srgbClr val="C96994"/>
    <a:srgbClr val="D01E62"/>
    <a:srgbClr val="825FAD"/>
    <a:srgbClr val="866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43" autoAdjust="0"/>
  </p:normalViewPr>
  <p:slideViewPr>
    <p:cSldViewPr snapToGrid="0">
      <p:cViewPr varScale="1">
        <p:scale>
          <a:sx n="104" d="100"/>
          <a:sy n="104" d="100"/>
        </p:scale>
        <p:origin x="8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099856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Subject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Name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F8327-F2B6-7348-5001-D90FEB4FC220}"/>
              </a:ext>
            </a:extLst>
          </p:cNvPr>
          <p:cNvSpPr txBox="1"/>
          <p:nvPr/>
        </p:nvSpPr>
        <p:spPr>
          <a:xfrm>
            <a:off x="1246908" y="2136339"/>
            <a:ext cx="5006110" cy="2585323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fun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main() 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val 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>
                <a:solidFill>
                  <a:srgbClr val="00B050"/>
                </a:solidFill>
                <a:latin typeface="JetBrains Mono"/>
              </a:rPr>
              <a:t> </a:t>
            </a:r>
            <a:r>
              <a:rPr lang="en-US" sz="1800">
                <a:effectLst/>
                <a:latin typeface="JetBrains Mono"/>
              </a:rPr>
              <a:t>= "World" </a:t>
            </a:r>
            <a:r>
              <a:rPr lang="en-US" sz="1800">
                <a:solidFill>
                  <a:schemeClr val="tx1">
                    <a:lumMod val="50000"/>
                  </a:schemeClr>
                </a:solidFill>
                <a:effectLst/>
                <a:latin typeface="JetBrains Mono"/>
              </a:rPr>
              <a:t>//infers String data type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println</a:t>
            </a:r>
            <a:r>
              <a:rPr lang="en-US" sz="1800">
                <a:effectLst/>
                <a:latin typeface="JetBrains Mono"/>
              </a:rPr>
              <a:t>("Hello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$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 sz="1800">
                <a:effectLst/>
                <a:latin typeface="JetBrains Mono"/>
              </a:rPr>
              <a:t>!") </a:t>
            </a: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//output: Hello, World!</a:t>
            </a: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Title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6789455" y="1720840"/>
            <a:ext cx="4244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own </a:t>
            </a:r>
            <a:r>
              <a:rPr lang="en-US">
                <a:solidFill>
                  <a:srgbClr val="00B0F0"/>
                </a:solidFill>
              </a:rPr>
              <a:t>packageName</a:t>
            </a:r>
            <a:r>
              <a:rPr lang="en-US"/>
              <a:t> (must be in folder of the same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</a:t>
            </a:r>
            <a:r>
              <a:rPr lang="en-US">
                <a:solidFill>
                  <a:schemeClr val="accent3"/>
                </a:solidFill>
              </a:rPr>
              <a:t>otherPackage</a:t>
            </a:r>
            <a:r>
              <a:rPr lang="en-US"/>
              <a:t> (allows </a:t>
            </a:r>
            <a:r>
              <a:rPr lang="en-US">
                <a:solidFill>
                  <a:schemeClr val="accent3"/>
                </a:solidFill>
              </a:rPr>
              <a:t>usage</a:t>
            </a:r>
            <a:r>
              <a:rPr lang="en-US"/>
              <a:t> of code without </a:t>
            </a:r>
            <a:r>
              <a:rPr lang="en-US">
                <a:solidFill>
                  <a:schemeClr val="accent3"/>
                </a:solidFill>
              </a:rPr>
              <a:t>qualification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main() </a:t>
            </a:r>
            <a:r>
              <a:rPr lang="en-US"/>
              <a:t>as program entry point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println() </a:t>
            </a:r>
            <a:r>
              <a:rPr lang="en-US"/>
              <a:t>with </a:t>
            </a:r>
            <a:r>
              <a:rPr lang="en-US">
                <a:solidFill>
                  <a:srgbClr val="92D050"/>
                </a:solidFill>
                <a:latin typeface="JetBrains Mono"/>
              </a:rPr>
              <a:t>$</a:t>
            </a:r>
            <a:r>
              <a:rPr lang="en-US"/>
              <a:t> to insert value of name variable into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Source Link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981</TotalTime>
  <Words>98</Words>
  <Application>Microsoft Office PowerPoint</Application>
  <PresentationFormat>Widescreen</PresentationFormat>
  <Paragraphs>17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Cascadia Code</vt:lpstr>
      <vt:lpstr>JetBrains Mono</vt:lpstr>
      <vt:lpstr>Wingdings 2</vt:lpstr>
      <vt:lpstr>Quotable</vt:lpstr>
      <vt:lpstr>PowerPoint Presentation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Julia I.</cp:lastModifiedBy>
  <cp:revision>861</cp:revision>
  <dcterms:created xsi:type="dcterms:W3CDTF">2025-03-21T16:11:25Z</dcterms:created>
  <dcterms:modified xsi:type="dcterms:W3CDTF">2026-05-12T13:47:09Z</dcterms:modified>
</cp:coreProperties>
</file>