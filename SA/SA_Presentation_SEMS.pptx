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27" r:id="rId2"/>
    <p:sldMasterId id="2147483729" r:id="rId3"/>
  </p:sldMasterIdLst>
  <p:notesMasterIdLst>
    <p:notesMasterId r:id="rId35"/>
  </p:notesMasterIdLst>
  <p:sldIdLst>
    <p:sldId id="277" r:id="rId4"/>
    <p:sldId id="278" r:id="rId5"/>
    <p:sldId id="283" r:id="rId6"/>
    <p:sldId id="299" r:id="rId7"/>
    <p:sldId id="281" r:id="rId8"/>
    <p:sldId id="307" r:id="rId9"/>
    <p:sldId id="332" r:id="rId10"/>
    <p:sldId id="309" r:id="rId11"/>
    <p:sldId id="310" r:id="rId12"/>
    <p:sldId id="311" r:id="rId13"/>
    <p:sldId id="312" r:id="rId14"/>
    <p:sldId id="289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5" r:id="rId23"/>
    <p:sldId id="326" r:id="rId24"/>
    <p:sldId id="321" r:id="rId25"/>
    <p:sldId id="322" r:id="rId26"/>
    <p:sldId id="323" r:id="rId27"/>
    <p:sldId id="324" r:id="rId28"/>
    <p:sldId id="327" r:id="rId29"/>
    <p:sldId id="328" r:id="rId30"/>
    <p:sldId id="292" r:id="rId31"/>
    <p:sldId id="279" r:id="rId32"/>
    <p:sldId id="303" r:id="rId33"/>
    <p:sldId id="257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50B55B-8374-4CA8-99C2-E4CE081EE2A9}" v="4613" dt="2026-01-15T20:07:06.508"/>
    <p1510:client id="{E6F6B1EB-7788-489B-AE02-C3092B28D948}" v="6461" dt="2026-01-16T12:08:32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kharraz" userId="a2ae3c97e6568823" providerId="Windows Live" clId="Web-{A98D0375-A71C-4FC2-B912-0F1060FA455F}"/>
    <pc:docChg chg="addSld modSld">
      <pc:chgData name="leo kharraz" userId="a2ae3c97e6568823" providerId="Windows Live" clId="Web-{A98D0375-A71C-4FC2-B912-0F1060FA455F}" dt="2026-01-14T17:22:32.058" v="308"/>
      <pc:docMkLst>
        <pc:docMk/>
      </pc:docMkLst>
    </pc:docChg>
  </pc:docChgLst>
  <pc:docChgLst>
    <pc:chgData name="Edison Scriven" userId="479ada6f7063c56a" providerId="LiveId" clId="{0B9AAC2D-C97A-4C7E-8636-A0652F37BF13}"/>
    <pc:docChg chg="undo custSel addSld modSld">
      <pc:chgData name="Edison Scriven" userId="479ada6f7063c56a" providerId="LiveId" clId="{0B9AAC2D-C97A-4C7E-8636-A0652F37BF13}" dt="2026-01-14T11:39:09.036" v="999" actId="20577"/>
      <pc:docMkLst>
        <pc:docMk/>
      </pc:docMkLst>
    </pc:docChg>
  </pc:docChgLst>
  <pc:docChgLst>
    <pc:chgData name="Edison Scriven" userId="479ada6f7063c56a" providerId="LiveId" clId="{3B51B29B-DE19-4C13-A597-E8DF1EF212E5}"/>
    <pc:docChg chg="undo redo custSel addSld delSld modSld sldOrd">
      <pc:chgData name="Edison Scriven" userId="479ada6f7063c56a" providerId="LiveId" clId="{3B51B29B-DE19-4C13-A597-E8DF1EF212E5}" dt="2026-01-16T12:08:32.530" v="7301"/>
      <pc:docMkLst>
        <pc:docMk/>
      </pc:docMkLst>
      <pc:sldChg chg="addSp delSp modSp add mod modTransition">
        <pc:chgData name="Edison Scriven" userId="479ada6f7063c56a" providerId="LiveId" clId="{3B51B29B-DE19-4C13-A597-E8DF1EF212E5}" dt="2026-01-16T12:08:23.156" v="7299"/>
        <pc:sldMkLst>
          <pc:docMk/>
          <pc:sldMk cId="0" sldId="257"/>
        </pc:sldMkLst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577" creationId="{A2A44CF2-068B-E3BF-2415-2D522E74523B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602" creationId="{00101097-F59F-607E-2551-24FF4980C999}"/>
          </ac:spMkLst>
        </pc:spChg>
        <pc:spChg chg="mod">
          <ac:chgData name="Edison Scriven" userId="479ada6f7063c56a" providerId="LiveId" clId="{3B51B29B-DE19-4C13-A597-E8DF1EF212E5}" dt="2026-01-14T20:27:09.607" v="4341" actId="1076"/>
          <ac:spMkLst>
            <pc:docMk/>
            <pc:sldMk cId="0" sldId="257"/>
            <ac:spMk id="61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995" creationId="{BA67C3A1-9C63-6DA7-7465-57A76E4DD098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1033" creationId="{3009A331-F838-F2FC-2A13-B24D6158827A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1094" creationId="{7EE123C9-DD7A-7B97-7AC7-866616ED51B7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1110" creationId="{364F235A-4375-E259-7B1E-E395DE0FFF35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1187" creationId="{E353C88C-CA14-5782-C037-D7C8ACBC8D79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1242" creationId="{41593FA3-E5A8-E724-C734-71BDBD4F2CAD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1250" creationId="{CD598EBA-A5E0-9C58-CBE5-EBD3D69FF202}"/>
          </ac:spMkLst>
        </pc:spChg>
        <pc:spChg chg="mod">
          <ac:chgData name="Edison Scriven" userId="479ada6f7063c56a" providerId="LiveId" clId="{3B51B29B-DE19-4C13-A597-E8DF1EF212E5}" dt="2026-01-14T20:27:15.091" v="4343"/>
          <ac:spMkLst>
            <pc:docMk/>
            <pc:sldMk cId="0" sldId="257"/>
            <ac:spMk id="1273" creationId="{796F8EF1-0DD1-4AB1-2859-95E3E9CB6A45}"/>
          </ac:spMkLst>
        </pc:spChg>
        <pc:spChg chg="add mod">
          <ac:chgData name="Edison Scriven" userId="479ada6f7063c56a" providerId="LiveId" clId="{3B51B29B-DE19-4C13-A597-E8DF1EF212E5}" dt="2026-01-14T20:28:19.931" v="4374" actId="1076"/>
          <ac:spMkLst>
            <pc:docMk/>
            <pc:sldMk cId="0" sldId="257"/>
            <ac:spMk id="1433" creationId="{F27A830E-4D0A-CDA1-B6F0-2BC95E501251}"/>
          </ac:spMkLst>
        </pc:spChg>
        <pc:spChg chg="add mod">
          <ac:chgData name="Edison Scriven" userId="479ada6f7063c56a" providerId="LiveId" clId="{3B51B29B-DE19-4C13-A597-E8DF1EF212E5}" dt="2026-01-14T20:28:19.931" v="4374" actId="1076"/>
          <ac:spMkLst>
            <pc:docMk/>
            <pc:sldMk cId="0" sldId="257"/>
            <ac:spMk id="1434" creationId="{BC5249AC-6F78-71D3-F0A3-92342B20EC0F}"/>
          </ac:spMkLst>
        </pc:spChg>
        <pc:grpChg chg="mod">
          <ac:chgData name="Edison Scriven" userId="479ada6f7063c56a" providerId="LiveId" clId="{3B51B29B-DE19-4C13-A597-E8DF1EF212E5}" dt="2026-01-14T20:27:28.545" v="4348" actId="1076"/>
          <ac:grpSpMkLst>
            <pc:docMk/>
            <pc:sldMk cId="0" sldId="257"/>
            <ac:grpSpMk id="2" creationId="{CE758A48-3A29-5DF6-ACF4-7DF8D3729940}"/>
          </ac:grpSpMkLst>
        </pc:grpChg>
      </pc:sldChg>
      <pc:sldChg chg="addSp modSp add mod ord">
        <pc:chgData name="Edison Scriven" userId="479ada6f7063c56a" providerId="LiveId" clId="{3B51B29B-DE19-4C13-A597-E8DF1EF212E5}" dt="2026-01-14T18:31:42.686" v="723" actId="1076"/>
        <pc:sldMkLst>
          <pc:docMk/>
          <pc:sldMk cId="0" sldId="277"/>
        </pc:sldMkLst>
        <pc:spChg chg="add mod">
          <ac:chgData name="Edison Scriven" userId="479ada6f7063c56a" providerId="LiveId" clId="{3B51B29B-DE19-4C13-A597-E8DF1EF212E5}" dt="2026-01-14T18:31:42.686" v="723" actId="1076"/>
          <ac:spMkLst>
            <pc:docMk/>
            <pc:sldMk cId="0" sldId="277"/>
            <ac:spMk id="3" creationId="{38DF607D-48BE-645D-C5B8-5F34C28B7A29}"/>
          </ac:spMkLst>
        </pc:spChg>
        <pc:spChg chg="mod">
          <ac:chgData name="Edison Scriven" userId="479ada6f7063c56a" providerId="LiveId" clId="{3B51B29B-DE19-4C13-A597-E8DF1EF212E5}" dt="2026-01-14T18:18:45.564" v="341" actId="14100"/>
          <ac:spMkLst>
            <pc:docMk/>
            <pc:sldMk cId="0" sldId="277"/>
            <ac:spMk id="5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18:59.485" v="344" actId="255"/>
          <ac:spMkLst>
            <pc:docMk/>
            <pc:sldMk cId="0" sldId="277"/>
            <ac:spMk id="59" creationId="{00000000-0000-0000-0000-000000000000}"/>
          </ac:spMkLst>
        </pc:spChg>
      </pc:sldChg>
      <pc:sldChg chg="addSp delSp modSp add mod modTransition">
        <pc:chgData name="Edison Scriven" userId="479ada6f7063c56a" providerId="LiveId" clId="{3B51B29B-DE19-4C13-A597-E8DF1EF212E5}" dt="2026-01-14T20:29:00.158" v="4375"/>
        <pc:sldMkLst>
          <pc:docMk/>
          <pc:sldMk cId="0" sldId="278"/>
        </pc:sldMkLst>
        <pc:spChg chg="mod">
          <ac:chgData name="Edison Scriven" userId="479ada6f7063c56a" providerId="LiveId" clId="{3B51B29B-DE19-4C13-A597-E8DF1EF212E5}" dt="2026-01-14T18:33:33.983" v="778" actId="20577"/>
          <ac:spMkLst>
            <pc:docMk/>
            <pc:sldMk cId="0" sldId="278"/>
            <ac:spMk id="61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68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69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72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73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74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75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82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83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85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38.394" v="392" actId="164"/>
          <ac:spMkLst>
            <pc:docMk/>
            <pc:sldMk cId="0" sldId="278"/>
            <ac:spMk id="88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39:17.481" v="1013" actId="1076"/>
          <ac:spMkLst>
            <pc:docMk/>
            <pc:sldMk cId="0" sldId="278"/>
            <ac:spMk id="97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39:08.041" v="1012" actId="1076"/>
          <ac:spMkLst>
            <pc:docMk/>
            <pc:sldMk cId="0" sldId="278"/>
            <ac:spMk id="97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39:08.041" v="1012" actId="1076"/>
          <ac:spMkLst>
            <pc:docMk/>
            <pc:sldMk cId="0" sldId="278"/>
            <ac:spMk id="97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39:08.041" v="1012" actId="1076"/>
          <ac:spMkLst>
            <pc:docMk/>
            <pc:sldMk cId="0" sldId="278"/>
            <ac:spMk id="97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39:08.041" v="1012" actId="1076"/>
          <ac:spMkLst>
            <pc:docMk/>
            <pc:sldMk cId="0" sldId="278"/>
            <ac:spMk id="97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39:17.481" v="1013" actId="1076"/>
          <ac:spMkLst>
            <pc:docMk/>
            <pc:sldMk cId="0" sldId="278"/>
            <ac:spMk id="97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39:17.481" v="1013" actId="1076"/>
          <ac:spMkLst>
            <pc:docMk/>
            <pc:sldMk cId="0" sldId="278"/>
            <ac:spMk id="97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39:17.481" v="1013" actId="1076"/>
          <ac:spMkLst>
            <pc:docMk/>
            <pc:sldMk cId="0" sldId="278"/>
            <ac:spMk id="977" creationId="{00000000-0000-0000-0000-000000000000}"/>
          </ac:spMkLst>
        </pc:spChg>
      </pc:sldChg>
      <pc:sldChg chg="addSp delSp modSp add mod ord modTransition">
        <pc:chgData name="Edison Scriven" userId="479ada6f7063c56a" providerId="LiveId" clId="{3B51B29B-DE19-4C13-A597-E8DF1EF212E5}" dt="2026-01-14T20:29:39.859" v="4386"/>
        <pc:sldMkLst>
          <pc:docMk/>
          <pc:sldMk cId="0" sldId="279"/>
        </pc:sldMkLst>
        <pc:spChg chg="add mod">
          <ac:chgData name="Edison Scriven" userId="479ada6f7063c56a" providerId="LiveId" clId="{3B51B29B-DE19-4C13-A597-E8DF1EF212E5}" dt="2026-01-14T20:19:22.136" v="4262" actId="1076"/>
          <ac:spMkLst>
            <pc:docMk/>
            <pc:sldMk cId="0" sldId="279"/>
            <ac:spMk id="3" creationId="{3EA2694B-1634-58CB-0044-1F0EF8F35AE5}"/>
          </ac:spMkLst>
        </pc:spChg>
        <pc:spChg chg="add mod">
          <ac:chgData name="Edison Scriven" userId="479ada6f7063c56a" providerId="LiveId" clId="{3B51B29B-DE19-4C13-A597-E8DF1EF212E5}" dt="2026-01-14T20:13:42.008" v="4135" actId="1076"/>
          <ac:spMkLst>
            <pc:docMk/>
            <pc:sldMk cId="0" sldId="279"/>
            <ac:spMk id="4" creationId="{8198DE16-318C-E340-9AC4-0A4B9CE87399}"/>
          </ac:spMkLst>
        </pc:spChg>
        <pc:spChg chg="mod">
          <ac:chgData name="Edison Scriven" userId="479ada6f7063c56a" providerId="LiveId" clId="{3B51B29B-DE19-4C13-A597-E8DF1EF212E5}" dt="2026-01-14T20:11:36.384" v="4012" actId="20577"/>
          <ac:spMkLst>
            <pc:docMk/>
            <pc:sldMk cId="0" sldId="279"/>
            <ac:spMk id="98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98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01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04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05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05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05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07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13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139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20:52.327" v="393" actId="164"/>
          <ac:spMkLst>
            <pc:docMk/>
            <pc:sldMk cId="0" sldId="279"/>
            <ac:spMk id="115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19:26.111" v="4263" actId="1076"/>
          <ac:spMkLst>
            <pc:docMk/>
            <pc:sldMk cId="0" sldId="279"/>
            <ac:spMk id="1171" creationId="{00000000-0000-0000-0000-000000000000}"/>
          </ac:spMkLst>
        </pc:spChg>
        <pc:grpChg chg="mod">
          <ac:chgData name="Edison Scriven" userId="479ada6f7063c56a" providerId="LiveId" clId="{3B51B29B-DE19-4C13-A597-E8DF1EF212E5}" dt="2026-01-14T20:13:06.827" v="4083" actId="1076"/>
          <ac:grpSpMkLst>
            <pc:docMk/>
            <pc:sldMk cId="0" sldId="279"/>
            <ac:grpSpMk id="2" creationId="{79E57CC1-FDC6-0940-8503-2B613D17B691}"/>
          </ac:grpSpMkLst>
        </pc:grpChg>
      </pc:sldChg>
      <pc:sldChg chg="addSp delSp modSp add mod ord modTransition">
        <pc:chgData name="Edison Scriven" userId="479ada6f7063c56a" providerId="LiveId" clId="{3B51B29B-DE19-4C13-A597-E8DF1EF212E5}" dt="2026-01-14T20:41:03.984" v="4452" actId="1076"/>
        <pc:sldMkLst>
          <pc:docMk/>
          <pc:sldMk cId="0" sldId="281"/>
        </pc:sldMkLst>
        <pc:spChg chg="mod">
          <ac:chgData name="Edison Scriven" userId="479ada6f7063c56a" providerId="LiveId" clId="{3B51B29B-DE19-4C13-A597-E8DF1EF212E5}" dt="2026-01-14T19:07:10.690" v="1740" actId="1076"/>
          <ac:spMkLst>
            <pc:docMk/>
            <pc:sldMk cId="0" sldId="281"/>
            <ac:spMk id="160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40:33.968" v="4443" actId="164"/>
          <ac:spMkLst>
            <pc:docMk/>
            <pc:sldMk cId="0" sldId="281"/>
            <ac:spMk id="169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40:44.974" v="4447" actId="14100"/>
          <ac:spMkLst>
            <pc:docMk/>
            <pc:sldMk cId="0" sldId="281"/>
            <ac:spMk id="1699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40:25.811" v="4441" actId="164"/>
          <ac:spMkLst>
            <pc:docMk/>
            <pc:sldMk cId="0" sldId="281"/>
            <ac:spMk id="170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40:49.206" v="4448" actId="164"/>
          <ac:spMkLst>
            <pc:docMk/>
            <pc:sldMk cId="0" sldId="281"/>
            <ac:spMk id="170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40:49.206" v="4448" actId="164"/>
          <ac:spMkLst>
            <pc:docMk/>
            <pc:sldMk cId="0" sldId="281"/>
            <ac:spMk id="170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40:38.291" v="4444" actId="164"/>
          <ac:spMkLst>
            <pc:docMk/>
            <pc:sldMk cId="0" sldId="281"/>
            <ac:spMk id="170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40:33.968" v="4443" actId="164"/>
          <ac:spMkLst>
            <pc:docMk/>
            <pc:sldMk cId="0" sldId="281"/>
            <ac:spMk id="170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40:25.811" v="4441" actId="164"/>
          <ac:spMkLst>
            <pc:docMk/>
            <pc:sldMk cId="0" sldId="281"/>
            <ac:spMk id="1705" creationId="{00000000-0000-0000-0000-000000000000}"/>
          </ac:spMkLst>
        </pc:spChg>
        <pc:grpChg chg="add mod">
          <ac:chgData name="Edison Scriven" userId="479ada6f7063c56a" providerId="LiveId" clId="{3B51B29B-DE19-4C13-A597-E8DF1EF212E5}" dt="2026-01-14T20:40:29.762" v="4442" actId="1076"/>
          <ac:grpSpMkLst>
            <pc:docMk/>
            <pc:sldMk cId="0" sldId="281"/>
            <ac:grpSpMk id="4" creationId="{923199BA-A036-E03C-289F-F2D7E59667C8}"/>
          </ac:grpSpMkLst>
        </pc:grpChg>
        <pc:grpChg chg="add mod">
          <ac:chgData name="Edison Scriven" userId="479ada6f7063c56a" providerId="LiveId" clId="{3B51B29B-DE19-4C13-A597-E8DF1EF212E5}" dt="2026-01-14T20:41:00.780" v="4451" actId="1076"/>
          <ac:grpSpMkLst>
            <pc:docMk/>
            <pc:sldMk cId="0" sldId="281"/>
            <ac:grpSpMk id="5" creationId="{68C02876-E122-0FAE-E04A-C7A1EF98DB01}"/>
          </ac:grpSpMkLst>
        </pc:grpChg>
        <pc:grpChg chg="add mod">
          <ac:chgData name="Edison Scriven" userId="479ada6f7063c56a" providerId="LiveId" clId="{3B51B29B-DE19-4C13-A597-E8DF1EF212E5}" dt="2026-01-14T20:40:57.162" v="4450" actId="1076"/>
          <ac:grpSpMkLst>
            <pc:docMk/>
            <pc:sldMk cId="0" sldId="281"/>
            <ac:grpSpMk id="6" creationId="{5717B05A-8E65-45FF-CC95-052548E0696C}"/>
          </ac:grpSpMkLst>
        </pc:grpChg>
        <pc:grpChg chg="add mod">
          <ac:chgData name="Edison Scriven" userId="479ada6f7063c56a" providerId="LiveId" clId="{3B51B29B-DE19-4C13-A597-E8DF1EF212E5}" dt="2026-01-14T20:41:03.984" v="4452" actId="1076"/>
          <ac:grpSpMkLst>
            <pc:docMk/>
            <pc:sldMk cId="0" sldId="281"/>
            <ac:grpSpMk id="7" creationId="{606CAA72-C224-0461-330C-279F14CEE962}"/>
          </ac:grpSpMkLst>
        </pc:grpChg>
      </pc:sldChg>
      <pc:sldChg chg="addSp delSp modSp add mod ord modTransition">
        <pc:chgData name="Edison Scriven" userId="479ada6f7063c56a" providerId="LiveId" clId="{3B51B29B-DE19-4C13-A597-E8DF1EF212E5}" dt="2026-01-14T20:29:03.436" v="4376"/>
        <pc:sldMkLst>
          <pc:docMk/>
          <pc:sldMk cId="0" sldId="283"/>
        </pc:sldMkLst>
        <pc:spChg chg="mod">
          <ac:chgData name="Edison Scriven" userId="479ada6f7063c56a" providerId="LiveId" clId="{3B51B29B-DE19-4C13-A597-E8DF1EF212E5}" dt="2026-01-14T18:43:12" v="1169" actId="20577"/>
          <ac:spMkLst>
            <pc:docMk/>
            <pc:sldMk cId="0" sldId="283"/>
            <ac:spMk id="2023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933" v="1124" actId="478"/>
          <ac:spMkLst>
            <pc:docMk/>
            <pc:sldMk cId="0" sldId="283"/>
            <ac:spMk id="2033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060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064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08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169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171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185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264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301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320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1:52.407" v="1133" actId="164"/>
          <ac:spMkLst>
            <pc:docMk/>
            <pc:sldMk cId="0" sldId="283"/>
            <ac:spMk id="2353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7.096" v="1127" actId="478"/>
          <ac:spMkLst>
            <pc:docMk/>
            <pc:sldMk cId="0" sldId="283"/>
            <ac:spMk id="2391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396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00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01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6.669" v="1126" actId="478"/>
          <ac:spMkLst>
            <pc:docMk/>
            <pc:sldMk cId="0" sldId="283"/>
            <ac:spMk id="2402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10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13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17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18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25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27" creationId="{00000000-0000-0000-0000-000000000000}"/>
          </ac:spMkLst>
        </pc:spChg>
        <pc:spChg chg="add del">
          <ac:chgData name="Edison Scriven" userId="479ada6f7063c56a" providerId="LiveId" clId="{3B51B29B-DE19-4C13-A597-E8DF1EF212E5}" dt="2026-01-14T18:41:15.414" v="1123" actId="478"/>
          <ac:spMkLst>
            <pc:docMk/>
            <pc:sldMk cId="0" sldId="283"/>
            <ac:spMk id="243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22.793" v="1171" actId="1076"/>
          <ac:spMkLst>
            <pc:docMk/>
            <pc:sldMk cId="0" sldId="283"/>
            <ac:spMk id="244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02.364" v="1151" actId="1076"/>
          <ac:spMkLst>
            <pc:docMk/>
            <pc:sldMk cId="0" sldId="283"/>
            <ac:spMk id="244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17.948" v="1170" actId="1076"/>
          <ac:spMkLst>
            <pc:docMk/>
            <pc:sldMk cId="0" sldId="283"/>
            <ac:spMk id="244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17.948" v="1170" actId="1076"/>
          <ac:spMkLst>
            <pc:docMk/>
            <pc:sldMk cId="0" sldId="283"/>
            <ac:spMk id="244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02.364" v="1151" actId="1076"/>
          <ac:spMkLst>
            <pc:docMk/>
            <pc:sldMk cId="0" sldId="283"/>
            <ac:spMk id="244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22.793" v="1171" actId="1076"/>
          <ac:spMkLst>
            <pc:docMk/>
            <pc:sldMk cId="0" sldId="283"/>
            <ac:spMk id="244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02.364" v="1151" actId="1076"/>
          <ac:spMkLst>
            <pc:docMk/>
            <pc:sldMk cId="0" sldId="283"/>
            <ac:spMk id="244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02.364" v="1151" actId="1076"/>
          <ac:spMkLst>
            <pc:docMk/>
            <pc:sldMk cId="0" sldId="283"/>
            <ac:spMk id="2447" creationId="{00000000-0000-0000-0000-000000000000}"/>
          </ac:spMkLst>
        </pc:spChg>
      </pc:sldChg>
      <pc:sldChg chg="addSp delSp modSp add mod modTransition">
        <pc:chgData name="Edison Scriven" userId="479ada6f7063c56a" providerId="LiveId" clId="{3B51B29B-DE19-4C13-A597-E8DF1EF212E5}" dt="2026-01-14T20:29:29.889" v="4383"/>
        <pc:sldMkLst>
          <pc:docMk/>
          <pc:sldMk cId="1100733558" sldId="289"/>
        </pc:sldMkLst>
        <pc:spChg chg="mod">
          <ac:chgData name="Edison Scriven" userId="479ada6f7063c56a" providerId="LiveId" clId="{3B51B29B-DE19-4C13-A597-E8DF1EF212E5}" dt="2026-01-14T19:25:23.790" v="2122"/>
          <ac:spMkLst>
            <pc:docMk/>
            <pc:sldMk cId="1100733558" sldId="289"/>
            <ac:spMk id="3" creationId="{2DD8BFB1-7E53-DBBC-E7AB-226647A78010}"/>
          </ac:spMkLst>
        </pc:spChg>
        <pc:spChg chg="mod">
          <ac:chgData name="Edison Scriven" userId="479ada6f7063c56a" providerId="LiveId" clId="{3B51B29B-DE19-4C13-A597-E8DF1EF212E5}" dt="2026-01-14T19:25:23.790" v="2122"/>
          <ac:spMkLst>
            <pc:docMk/>
            <pc:sldMk cId="1100733558" sldId="289"/>
            <ac:spMk id="4" creationId="{48BCD688-992C-6C05-B712-BA84F73434BE}"/>
          </ac:spMkLst>
        </pc:spChg>
        <pc:spChg chg="mod">
          <ac:chgData name="Edison Scriven" userId="479ada6f7063c56a" providerId="LiveId" clId="{3B51B29B-DE19-4C13-A597-E8DF1EF212E5}" dt="2026-01-14T19:25:23.790" v="2122"/>
          <ac:spMkLst>
            <pc:docMk/>
            <pc:sldMk cId="1100733558" sldId="289"/>
            <ac:spMk id="5" creationId="{34E882F6-8864-2825-B7E6-3BC5C2A731A3}"/>
          </ac:spMkLst>
        </pc:spChg>
        <pc:spChg chg="mod">
          <ac:chgData name="Edison Scriven" userId="479ada6f7063c56a" providerId="LiveId" clId="{3B51B29B-DE19-4C13-A597-E8DF1EF212E5}" dt="2026-01-14T19:25:23.790" v="2122"/>
          <ac:spMkLst>
            <pc:docMk/>
            <pc:sldMk cId="1100733558" sldId="289"/>
            <ac:spMk id="6" creationId="{2A4D8D2C-2605-B0FA-7499-ECB68AFCD50D}"/>
          </ac:spMkLst>
        </pc:spChg>
        <pc:spChg chg="mod">
          <ac:chgData name="Edison Scriven" userId="479ada6f7063c56a" providerId="LiveId" clId="{3B51B29B-DE19-4C13-A597-E8DF1EF212E5}" dt="2026-01-14T19:23:48.709" v="2055" actId="20577"/>
          <ac:spMkLst>
            <pc:docMk/>
            <pc:sldMk cId="1100733558" sldId="289"/>
            <ac:spMk id="313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9:30:31.882" v="2387" actId="1076"/>
          <ac:spMkLst>
            <pc:docMk/>
            <pc:sldMk cId="1100733558" sldId="289"/>
            <ac:spMk id="3301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9:30:31.882" v="2387" actId="1076"/>
          <ac:spMkLst>
            <pc:docMk/>
            <pc:sldMk cId="1100733558" sldId="289"/>
            <ac:spMk id="330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9:30:31.882" v="2387" actId="1076"/>
          <ac:spMkLst>
            <pc:docMk/>
            <pc:sldMk cId="1100733558" sldId="289"/>
            <ac:spMk id="3314" creationId="{00000000-0000-0000-0000-000000000000}"/>
          </ac:spMkLst>
        </pc:spChg>
        <pc:spChg chg="add del mod">
          <ac:chgData name="Edison Scriven" userId="479ada6f7063c56a" providerId="LiveId" clId="{3B51B29B-DE19-4C13-A597-E8DF1EF212E5}" dt="2026-01-14T20:13:56.280" v="4139" actId="478"/>
          <ac:spMkLst>
            <pc:docMk/>
            <pc:sldMk cId="1100733558" sldId="289"/>
            <ac:spMk id="331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9:30:34.513" v="2388" actId="14100"/>
          <ac:spMkLst>
            <pc:docMk/>
            <pc:sldMk cId="1100733558" sldId="289"/>
            <ac:spMk id="331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9:30:31.882" v="2387" actId="1076"/>
          <ac:spMkLst>
            <pc:docMk/>
            <pc:sldMk cId="1100733558" sldId="289"/>
            <ac:spMk id="331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9:30:31.882" v="2387" actId="1076"/>
          <ac:spMkLst>
            <pc:docMk/>
            <pc:sldMk cId="1100733558" sldId="289"/>
            <ac:spMk id="3319" creationId="{00000000-0000-0000-0000-000000000000}"/>
          </ac:spMkLst>
        </pc:spChg>
        <pc:spChg chg="mod ord">
          <ac:chgData name="Edison Scriven" userId="479ada6f7063c56a" providerId="LiveId" clId="{3B51B29B-DE19-4C13-A597-E8DF1EF212E5}" dt="2026-01-14T19:30:31.882" v="2387" actId="1076"/>
          <ac:spMkLst>
            <pc:docMk/>
            <pc:sldMk cId="1100733558" sldId="289"/>
            <ac:spMk id="3320" creationId="{00000000-0000-0000-0000-000000000000}"/>
          </ac:spMkLst>
        </pc:spChg>
        <pc:spChg chg="add del mod topLvl">
          <ac:chgData name="Edison Scriven" userId="479ada6f7063c56a" providerId="LiveId" clId="{3B51B29B-DE19-4C13-A597-E8DF1EF212E5}" dt="2026-01-14T20:13:56.001" v="4138" actId="478"/>
          <ac:spMkLst>
            <pc:docMk/>
            <pc:sldMk cId="1100733558" sldId="289"/>
            <ac:spMk id="3323" creationId="{00000000-0000-0000-0000-000000000000}"/>
          </ac:spMkLst>
        </pc:spChg>
        <pc:grpChg chg="add mod">
          <ac:chgData name="Edison Scriven" userId="479ada6f7063c56a" providerId="LiveId" clId="{3B51B29B-DE19-4C13-A597-E8DF1EF212E5}" dt="2026-01-14T19:25:33.398" v="2126" actId="1076"/>
          <ac:grpSpMkLst>
            <pc:docMk/>
            <pc:sldMk cId="1100733558" sldId="289"/>
            <ac:grpSpMk id="2" creationId="{10676B39-AAE0-858D-8107-2AF8D55CF2A7}"/>
          </ac:grpSpMkLst>
        </pc:grpChg>
        <pc:grpChg chg="mod">
          <ac:chgData name="Edison Scriven" userId="479ada6f7063c56a" providerId="LiveId" clId="{3B51B29B-DE19-4C13-A597-E8DF1EF212E5}" dt="2026-01-14T19:30:18.263" v="2385" actId="1076"/>
          <ac:grpSpMkLst>
            <pc:docMk/>
            <pc:sldMk cId="1100733558" sldId="289"/>
            <ac:grpSpMk id="3131" creationId="{00000000-0000-0000-0000-000000000000}"/>
          </ac:grpSpMkLst>
        </pc:grpChg>
        <pc:picChg chg="add mod">
          <ac:chgData name="Edison Scriven" userId="479ada6f7063c56a" providerId="LiveId" clId="{3B51B29B-DE19-4C13-A597-E8DF1EF212E5}" dt="2026-01-14T19:29:57.209" v="2380" actId="1038"/>
          <ac:picMkLst>
            <pc:docMk/>
            <pc:sldMk cId="1100733558" sldId="289"/>
            <ac:picMk id="8" creationId="{86267411-EB1D-6269-A106-0F70737E695F}"/>
          </ac:picMkLst>
        </pc:picChg>
        <pc:picChg chg="add mod">
          <ac:chgData name="Edison Scriven" userId="479ada6f7063c56a" providerId="LiveId" clId="{3B51B29B-DE19-4C13-A597-E8DF1EF212E5}" dt="2026-01-14T19:30:31.882" v="2387" actId="1076"/>
          <ac:picMkLst>
            <pc:docMk/>
            <pc:sldMk cId="1100733558" sldId="289"/>
            <ac:picMk id="10" creationId="{BC5097C4-3C9D-2022-EF81-57F2DFFF6610}"/>
          </ac:picMkLst>
        </pc:picChg>
      </pc:sldChg>
      <pc:sldChg chg="addSp delSp modSp add mod modTransition modNotesTx">
        <pc:chgData name="Edison Scriven" userId="479ada6f7063c56a" providerId="LiveId" clId="{3B51B29B-DE19-4C13-A597-E8DF1EF212E5}" dt="2026-01-15T19:53:04.332" v="6418" actId="20577"/>
        <pc:sldMkLst>
          <pc:docMk/>
          <pc:sldMk cId="1075780212" sldId="292"/>
        </pc:sldMkLst>
        <pc:spChg chg="add del mod">
          <ac:chgData name="Edison Scriven" userId="479ada6f7063c56a" providerId="LiveId" clId="{3B51B29B-DE19-4C13-A597-E8DF1EF212E5}" dt="2026-01-15T19:49:41.221" v="6041" actId="478"/>
          <ac:spMkLst>
            <pc:docMk/>
            <pc:sldMk cId="1075780212" sldId="292"/>
            <ac:spMk id="3" creationId="{AD35BB19-9489-CD4A-35DB-A89134CABF39}"/>
          </ac:spMkLst>
        </pc:spChg>
        <pc:spChg chg="add del mod">
          <ac:chgData name="Edison Scriven" userId="479ada6f7063c56a" providerId="LiveId" clId="{3B51B29B-DE19-4C13-A597-E8DF1EF212E5}" dt="2026-01-15T19:49:40.426" v="6040" actId="478"/>
          <ac:spMkLst>
            <pc:docMk/>
            <pc:sldMk cId="1075780212" sldId="292"/>
            <ac:spMk id="4" creationId="{30FC3A18-51F8-E9BE-3ED3-B2BC48078282}"/>
          </ac:spMkLst>
        </pc:spChg>
        <pc:spChg chg="mod">
          <ac:chgData name="Edison Scriven" userId="479ada6f7063c56a" providerId="LiveId" clId="{3B51B29B-DE19-4C13-A597-E8DF1EF212E5}" dt="2026-01-15T19:51:35.321" v="6096" actId="14100"/>
          <ac:spMkLst>
            <pc:docMk/>
            <pc:sldMk cId="1075780212" sldId="292"/>
            <ac:spMk id="6" creationId="{5400AC0F-2D18-5BF4-FC73-58853255AADD}"/>
          </ac:spMkLst>
        </pc:spChg>
        <pc:spChg chg="mod">
          <ac:chgData name="Edison Scriven" userId="479ada6f7063c56a" providerId="LiveId" clId="{3B51B29B-DE19-4C13-A597-E8DF1EF212E5}" dt="2026-01-15T19:51:29.801" v="6094" actId="17032"/>
          <ac:spMkLst>
            <pc:docMk/>
            <pc:sldMk cId="1075780212" sldId="292"/>
            <ac:spMk id="7" creationId="{97CC23DC-DF33-95AB-EA4B-81F0FE0AD460}"/>
          </ac:spMkLst>
        </pc:spChg>
        <pc:spChg chg="add mod">
          <ac:chgData name="Edison Scriven" userId="479ada6f7063c56a" providerId="LiveId" clId="{3B51B29B-DE19-4C13-A597-E8DF1EF212E5}" dt="2026-01-15T19:50:01.139" v="6046" actId="164"/>
          <ac:spMkLst>
            <pc:docMk/>
            <pc:sldMk cId="1075780212" sldId="292"/>
            <ac:spMk id="8" creationId="{57EE7797-1AC9-14DB-74DA-BBD892299A17}"/>
          </ac:spMkLst>
        </pc:spChg>
        <pc:spChg chg="add mod">
          <ac:chgData name="Edison Scriven" userId="479ada6f7063c56a" providerId="LiveId" clId="{3B51B29B-DE19-4C13-A597-E8DF1EF212E5}" dt="2026-01-15T19:50:01.139" v="6046" actId="164"/>
          <ac:spMkLst>
            <pc:docMk/>
            <pc:sldMk cId="1075780212" sldId="292"/>
            <ac:spMk id="9" creationId="{4A94DCF9-AEC9-1CF7-6229-EEE1AED38925}"/>
          </ac:spMkLst>
        </pc:spChg>
        <pc:spChg chg="mod">
          <ac:chgData name="Edison Scriven" userId="479ada6f7063c56a" providerId="LiveId" clId="{3B51B29B-DE19-4C13-A597-E8DF1EF212E5}" dt="2026-01-14T20:10:29.239" v="3986" actId="20577"/>
          <ac:spMkLst>
            <pc:docMk/>
            <pc:sldMk cId="1075780212" sldId="292"/>
            <ac:spMk id="400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10:01.715" v="3957" actId="1076"/>
          <ac:spMkLst>
            <pc:docMk/>
            <pc:sldMk cId="1075780212" sldId="292"/>
            <ac:spMk id="400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10:21.853" v="3961" actId="14100"/>
          <ac:spMkLst>
            <pc:docMk/>
            <pc:sldMk cId="1075780212" sldId="292"/>
            <ac:spMk id="400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10:01.715" v="3957" actId="1076"/>
          <ac:spMkLst>
            <pc:docMk/>
            <pc:sldMk cId="1075780212" sldId="292"/>
            <ac:spMk id="400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3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3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3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4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49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5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6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7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7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7:17.222" v="3733" actId="164"/>
          <ac:spMkLst>
            <pc:docMk/>
            <pc:sldMk cId="1075780212" sldId="292"/>
            <ac:spMk id="408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8:17.575" v="3819" actId="20577"/>
          <ac:spMkLst>
            <pc:docMk/>
            <pc:sldMk cId="1075780212" sldId="292"/>
            <ac:spMk id="410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06:37.806" v="3683" actId="14100"/>
          <ac:spMkLst>
            <pc:docMk/>
            <pc:sldMk cId="1075780212" sldId="292"/>
            <ac:spMk id="410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10:17.369" v="3960" actId="20577"/>
          <ac:spMkLst>
            <pc:docMk/>
            <pc:sldMk cId="1075780212" sldId="292"/>
            <ac:spMk id="410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10:01.715" v="3957" actId="1076"/>
          <ac:spMkLst>
            <pc:docMk/>
            <pc:sldMk cId="1075780212" sldId="292"/>
            <ac:spMk id="4105" creationId="{00000000-0000-0000-0000-000000000000}"/>
          </ac:spMkLst>
        </pc:spChg>
        <pc:grpChg chg="mod">
          <ac:chgData name="Edison Scriven" userId="479ada6f7063c56a" providerId="LiveId" clId="{3B51B29B-DE19-4C13-A597-E8DF1EF212E5}" dt="2026-01-14T20:07:20.312" v="3735" actId="1076"/>
          <ac:grpSpMkLst>
            <pc:docMk/>
            <pc:sldMk cId="1075780212" sldId="292"/>
            <ac:grpSpMk id="2" creationId="{6A98EB99-180D-C903-3C2C-C3B1D7F4D7E9}"/>
          </ac:grpSpMkLst>
        </pc:grpChg>
        <pc:grpChg chg="add del mod">
          <ac:chgData name="Edison Scriven" userId="479ada6f7063c56a" providerId="LiveId" clId="{3B51B29B-DE19-4C13-A597-E8DF1EF212E5}" dt="2026-01-15T19:51:41.041" v="6098" actId="478"/>
          <ac:grpSpMkLst>
            <pc:docMk/>
            <pc:sldMk cId="1075780212" sldId="292"/>
            <ac:grpSpMk id="5" creationId="{B7ABABF0-41EB-0482-FB26-6F0FF62A39E5}"/>
          </ac:grpSpMkLst>
        </pc:grpChg>
        <pc:grpChg chg="add del mod">
          <ac:chgData name="Edison Scriven" userId="479ada6f7063c56a" providerId="LiveId" clId="{3B51B29B-DE19-4C13-A597-E8DF1EF212E5}" dt="2026-01-15T19:51:40.155" v="6097" actId="478"/>
          <ac:grpSpMkLst>
            <pc:docMk/>
            <pc:sldMk cId="1075780212" sldId="292"/>
            <ac:grpSpMk id="10" creationId="{36CBB481-B5E3-E4F8-582D-3D63A3780561}"/>
          </ac:grpSpMkLst>
        </pc:grpChg>
        <pc:grpChg chg="mod">
          <ac:chgData name="Edison Scriven" userId="479ada6f7063c56a" providerId="LiveId" clId="{3B51B29B-DE19-4C13-A597-E8DF1EF212E5}" dt="2026-01-14T20:08:22.053" v="3820" actId="14100"/>
          <ac:grpSpMkLst>
            <pc:docMk/>
            <pc:sldMk cId="1075780212" sldId="292"/>
            <ac:grpSpMk id="3997" creationId="{00000000-0000-0000-0000-000000000000}"/>
          </ac:grpSpMkLst>
        </pc:grpChg>
        <pc:grpChg chg="mod">
          <ac:chgData name="Edison Scriven" userId="479ada6f7063c56a" providerId="LiveId" clId="{3B51B29B-DE19-4C13-A597-E8DF1EF212E5}" dt="2026-01-14T20:10:01.715" v="3957" actId="1076"/>
          <ac:grpSpMkLst>
            <pc:docMk/>
            <pc:sldMk cId="1075780212" sldId="292"/>
            <ac:grpSpMk id="4004" creationId="{00000000-0000-0000-0000-000000000000}"/>
          </ac:grpSpMkLst>
        </pc:grpChg>
        <pc:grpChg chg="mod">
          <ac:chgData name="Edison Scriven" userId="479ada6f7063c56a" providerId="LiveId" clId="{3B51B29B-DE19-4C13-A597-E8DF1EF212E5}" dt="2026-01-14T20:08:26.152" v="3821" actId="1076"/>
          <ac:grpSpMkLst>
            <pc:docMk/>
            <pc:sldMk cId="1075780212" sldId="292"/>
            <ac:grpSpMk id="4023" creationId="{00000000-0000-0000-0000-000000000000}"/>
          </ac:grpSpMkLst>
        </pc:grpChg>
      </pc:sldChg>
      <pc:sldChg chg="addSp delSp modSp add mod modTransition">
        <pc:chgData name="Edison Scriven" userId="479ada6f7063c56a" providerId="LiveId" clId="{3B51B29B-DE19-4C13-A597-E8DF1EF212E5}" dt="2026-01-16T11:46:38.584" v="6428" actId="20577"/>
        <pc:sldMkLst>
          <pc:docMk/>
          <pc:sldMk cId="3166845718" sldId="299"/>
        </pc:sldMkLst>
        <pc:spChg chg="mod">
          <ac:chgData name="Edison Scriven" userId="479ada6f7063c56a" providerId="LiveId" clId="{3B51B29B-DE19-4C13-A597-E8DF1EF212E5}" dt="2026-01-14T18:44:14.220" v="1211" actId="20577"/>
          <ac:spMkLst>
            <pc:docMk/>
            <pc:sldMk cId="3166845718" sldId="299"/>
            <ac:spMk id="512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3:52.959" v="1186" actId="20577"/>
          <ac:spMkLst>
            <pc:docMk/>
            <pc:sldMk cId="3166845718" sldId="299"/>
            <ac:spMk id="513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4:18.935" v="1222" actId="20577"/>
          <ac:spMkLst>
            <pc:docMk/>
            <pc:sldMk cId="3166845718" sldId="299"/>
            <ac:spMk id="5145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6:06.512" v="1256" actId="165"/>
          <ac:spMkLst>
            <pc:docMk/>
            <pc:sldMk cId="3166845718" sldId="299"/>
            <ac:spMk id="514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8:55.439" v="1308" actId="1076"/>
          <ac:spMkLst>
            <pc:docMk/>
            <pc:sldMk cId="3166845718" sldId="299"/>
            <ac:spMk id="5148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6:06.512" v="1256" actId="165"/>
          <ac:spMkLst>
            <pc:docMk/>
            <pc:sldMk cId="3166845718" sldId="299"/>
            <ac:spMk id="5157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7:53.774" v="1280" actId="1076"/>
          <ac:spMkLst>
            <pc:docMk/>
            <pc:sldMk cId="3166845718" sldId="299"/>
            <ac:spMk id="5158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7:12.665" v="1272" actId="165"/>
          <ac:spMkLst>
            <pc:docMk/>
            <pc:sldMk cId="3166845718" sldId="299"/>
            <ac:spMk id="5160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7:12.665" v="1272" actId="165"/>
          <ac:spMkLst>
            <pc:docMk/>
            <pc:sldMk cId="3166845718" sldId="299"/>
            <ac:spMk id="516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7:12.665" v="1272" actId="165"/>
          <ac:spMkLst>
            <pc:docMk/>
            <pc:sldMk cId="3166845718" sldId="299"/>
            <ac:spMk id="516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7:12.665" v="1272" actId="165"/>
          <ac:spMkLst>
            <pc:docMk/>
            <pc:sldMk cId="3166845718" sldId="299"/>
            <ac:spMk id="516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7:12.665" v="1272" actId="165"/>
          <ac:spMkLst>
            <pc:docMk/>
            <pc:sldMk cId="3166845718" sldId="299"/>
            <ac:spMk id="516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7:12.665" v="1272" actId="165"/>
          <ac:spMkLst>
            <pc:docMk/>
            <pc:sldMk cId="3166845718" sldId="299"/>
            <ac:spMk id="5166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7:12.665" v="1272" actId="165"/>
          <ac:spMkLst>
            <pc:docMk/>
            <pc:sldMk cId="3166845718" sldId="299"/>
            <ac:spMk id="5167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8:16.427" v="1294" actId="20577"/>
          <ac:spMkLst>
            <pc:docMk/>
            <pc:sldMk cId="3166845718" sldId="299"/>
            <ac:spMk id="516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31:45.034" v="4390" actId="207"/>
          <ac:spMkLst>
            <pc:docMk/>
            <pc:sldMk cId="3166845718" sldId="299"/>
            <ac:spMk id="5170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20:31:45.034" v="4390" actId="207"/>
          <ac:spMkLst>
            <pc:docMk/>
            <pc:sldMk cId="3166845718" sldId="299"/>
            <ac:spMk id="517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8:03.552" v="1281" actId="165"/>
          <ac:spMkLst>
            <pc:docMk/>
            <pc:sldMk cId="3166845718" sldId="299"/>
            <ac:spMk id="517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8:03.552" v="1281" actId="165"/>
          <ac:spMkLst>
            <pc:docMk/>
            <pc:sldMk cId="3166845718" sldId="299"/>
            <ac:spMk id="517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8:03.552" v="1281" actId="165"/>
          <ac:spMkLst>
            <pc:docMk/>
            <pc:sldMk cId="3166845718" sldId="299"/>
            <ac:spMk id="517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8:03.552" v="1281" actId="165"/>
          <ac:spMkLst>
            <pc:docMk/>
            <pc:sldMk cId="3166845718" sldId="299"/>
            <ac:spMk id="5176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8:03.552" v="1281" actId="165"/>
          <ac:spMkLst>
            <pc:docMk/>
            <pc:sldMk cId="3166845718" sldId="299"/>
            <ac:spMk id="5177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8:03.552" v="1281" actId="165"/>
          <ac:spMkLst>
            <pc:docMk/>
            <pc:sldMk cId="3166845718" sldId="299"/>
            <ac:spMk id="5179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18:48:03.552" v="1281" actId="165"/>
          <ac:spMkLst>
            <pc:docMk/>
            <pc:sldMk cId="3166845718" sldId="299"/>
            <ac:spMk id="5180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6T11:46:38.584" v="6428" actId="20577"/>
          <ac:spMkLst>
            <pc:docMk/>
            <pc:sldMk cId="3166845718" sldId="299"/>
            <ac:spMk id="5181" creationId="{00000000-0000-0000-0000-000000000000}"/>
          </ac:spMkLst>
        </pc:spChg>
        <pc:spChg chg="mod topLvl">
          <ac:chgData name="Edison Scriven" userId="479ada6f7063c56a" providerId="LiveId" clId="{3B51B29B-DE19-4C13-A597-E8DF1EF212E5}" dt="2026-01-14T18:48:22.700" v="1302" actId="20577"/>
          <ac:spMkLst>
            <pc:docMk/>
            <pc:sldMk cId="3166845718" sldId="299"/>
            <ac:spMk id="5182" creationId="{00000000-0000-0000-0000-000000000000}"/>
          </ac:spMkLst>
        </pc:spChg>
        <pc:grpChg chg="mod">
          <ac:chgData name="Edison Scriven" userId="479ada6f7063c56a" providerId="LiveId" clId="{3B51B29B-DE19-4C13-A597-E8DF1EF212E5}" dt="2026-01-14T18:49:30.150" v="1320" actId="1076"/>
          <ac:grpSpMkLst>
            <pc:docMk/>
            <pc:sldMk cId="3166845718" sldId="299"/>
            <ac:grpSpMk id="5137" creationId="{00000000-0000-0000-0000-000000000000}"/>
          </ac:grpSpMkLst>
        </pc:grpChg>
        <pc:grpChg chg="mod topLvl">
          <ac:chgData name="Edison Scriven" userId="479ada6f7063c56a" providerId="LiveId" clId="{3B51B29B-DE19-4C13-A597-E8DF1EF212E5}" dt="2026-01-14T18:49:01.473" v="1309" actId="1076"/>
          <ac:grpSpMkLst>
            <pc:docMk/>
            <pc:sldMk cId="3166845718" sldId="299"/>
            <ac:grpSpMk id="5162" creationId="{00000000-0000-0000-0000-000000000000}"/>
          </ac:grpSpMkLst>
        </pc:grpChg>
        <pc:grpChg chg="mod">
          <ac:chgData name="Edison Scriven" userId="479ada6f7063c56a" providerId="LiveId" clId="{3B51B29B-DE19-4C13-A597-E8DF1EF212E5}" dt="2026-01-14T18:48:08.346" v="1282" actId="1076"/>
          <ac:grpSpMkLst>
            <pc:docMk/>
            <pc:sldMk cId="3166845718" sldId="299"/>
            <ac:grpSpMk id="5172" creationId="{00000000-0000-0000-0000-000000000000}"/>
          </ac:grpSpMkLst>
        </pc:grpChg>
        <pc:picChg chg="add mod">
          <ac:chgData name="Edison Scriven" userId="479ada6f7063c56a" providerId="LiveId" clId="{3B51B29B-DE19-4C13-A597-E8DF1EF212E5}" dt="2026-01-14T18:48:45.368" v="1307" actId="1076"/>
          <ac:picMkLst>
            <pc:docMk/>
            <pc:sldMk cId="3166845718" sldId="299"/>
            <ac:picMk id="4" creationId="{A724DD23-2E3D-D48A-3514-DD36C2001B38}"/>
          </ac:picMkLst>
        </pc:picChg>
        <pc:picChg chg="add mod">
          <ac:chgData name="Edison Scriven" userId="479ada6f7063c56a" providerId="LiveId" clId="{3B51B29B-DE19-4C13-A597-E8DF1EF212E5}" dt="2026-01-14T18:49:36.666" v="1321" actId="1076"/>
          <ac:picMkLst>
            <pc:docMk/>
            <pc:sldMk cId="3166845718" sldId="299"/>
            <ac:picMk id="6" creationId="{36D678B8-8737-94CC-E4F2-405E554301C6}"/>
          </ac:picMkLst>
        </pc:picChg>
        <pc:picChg chg="add mod">
          <ac:chgData name="Edison Scriven" userId="479ada6f7063c56a" providerId="LiveId" clId="{3B51B29B-DE19-4C13-A597-E8DF1EF212E5}" dt="2026-01-14T18:51:14.002" v="1332" actId="1076"/>
          <ac:picMkLst>
            <pc:docMk/>
            <pc:sldMk cId="3166845718" sldId="299"/>
            <ac:picMk id="8" creationId="{90264CC5-6153-304C-C83F-AD81B285DFB8}"/>
          </ac:picMkLst>
        </pc:picChg>
      </pc:sldChg>
      <pc:sldChg chg="delSp modSp add mod ord modTransition">
        <pc:chgData name="Edison Scriven" userId="479ada6f7063c56a" providerId="LiveId" clId="{3B51B29B-DE19-4C13-A597-E8DF1EF212E5}" dt="2026-01-14T20:29:41.905" v="4387"/>
        <pc:sldMkLst>
          <pc:docMk/>
          <pc:sldMk cId="0" sldId="303"/>
        </pc:sldMkLst>
        <pc:spChg chg="mod">
          <ac:chgData name="Edison Scriven" userId="479ada6f7063c56a" providerId="LiveId" clId="{3B51B29B-DE19-4C13-A597-E8DF1EF212E5}" dt="2026-01-14T20:16:18.823" v="4224" actId="20577"/>
          <ac:spMkLst>
            <pc:docMk/>
            <pc:sldMk cId="0" sldId="303"/>
            <ac:spMk id="5945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01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018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083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11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129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149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154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159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17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46.266" v="4288" actId="1076"/>
          <ac:spMkLst>
            <pc:docMk/>
            <pc:sldMk cId="0" sldId="303"/>
            <ac:spMk id="6239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11.296" v="4281" actId="1076"/>
          <ac:spMkLst>
            <pc:docMk/>
            <pc:sldMk cId="0" sldId="303"/>
            <ac:spMk id="6240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04.694" v="4280" actId="1076"/>
          <ac:spMkLst>
            <pc:docMk/>
            <pc:sldMk cId="0" sldId="303"/>
            <ac:spMk id="6241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11.296" v="4281" actId="1076"/>
          <ac:spMkLst>
            <pc:docMk/>
            <pc:sldMk cId="0" sldId="303"/>
            <ac:spMk id="6242" creationId="{00000000-0000-0000-0000-000000000000}"/>
          </ac:spMkLst>
        </pc:spChg>
        <pc:spChg chg="mod">
          <ac:chgData name="Edison Scriven" userId="479ada6f7063c56a" providerId="LiveId" clId="{3B51B29B-DE19-4C13-A597-E8DF1EF212E5}" dt="2026-01-14T20:25:30.363" v="4287" actId="1076"/>
          <ac:spMkLst>
            <pc:docMk/>
            <pc:sldMk cId="0" sldId="303"/>
            <ac:spMk id="6243" creationId="{00000000-0000-0000-0000-000000000000}"/>
          </ac:spMkLst>
        </pc:spChg>
      </pc:sldChg>
      <pc:sldChg chg="addSp delSp modSp new mod modTransition">
        <pc:chgData name="Edison Scriven" userId="479ada6f7063c56a" providerId="LiveId" clId="{3B51B29B-DE19-4C13-A597-E8DF1EF212E5}" dt="2026-01-16T12:08:32.530" v="7301"/>
        <pc:sldMkLst>
          <pc:docMk/>
          <pc:sldMk cId="362393159" sldId="307"/>
        </pc:sldMkLst>
        <pc:spChg chg="add mod">
          <ac:chgData name="Edison Scriven" userId="479ada6f7063c56a" providerId="LiveId" clId="{3B51B29B-DE19-4C13-A597-E8DF1EF212E5}" dt="2026-01-14T19:15:23.744" v="1921" actId="20577"/>
          <ac:spMkLst>
            <pc:docMk/>
            <pc:sldMk cId="362393159" sldId="307"/>
            <ac:spMk id="15" creationId="{9035B85E-2E82-D303-71D4-F0C15A0008AB}"/>
          </ac:spMkLst>
        </pc:spChg>
        <pc:picChg chg="add mod modCrop">
          <ac:chgData name="Edison Scriven" userId="479ada6f7063c56a" providerId="LiveId" clId="{3B51B29B-DE19-4C13-A597-E8DF1EF212E5}" dt="2026-01-14T20:34:20.908" v="4429" actId="208"/>
          <ac:picMkLst>
            <pc:docMk/>
            <pc:sldMk cId="362393159" sldId="307"/>
            <ac:picMk id="14" creationId="{A197761A-FE9B-5458-CC62-3C0C22E803EE}"/>
          </ac:picMkLst>
        </pc:picChg>
      </pc:sldChg>
      <pc:sldChg chg="addSp delSp modSp add mod modTransition">
        <pc:chgData name="Edison Scriven" userId="479ada6f7063c56a" providerId="LiveId" clId="{3B51B29B-DE19-4C13-A597-E8DF1EF212E5}" dt="2026-01-14T19:22:04.707" v="2022"/>
        <pc:sldMkLst>
          <pc:docMk/>
          <pc:sldMk cId="281587950" sldId="309"/>
        </pc:sldMkLst>
        <pc:picChg chg="mod modCrop">
          <ac:chgData name="Edison Scriven" userId="479ada6f7063c56a" providerId="LiveId" clId="{3B51B29B-DE19-4C13-A597-E8DF1EF212E5}" dt="2026-01-14T19:21:13.864" v="2003" actId="1076"/>
          <ac:picMkLst>
            <pc:docMk/>
            <pc:sldMk cId="281587950" sldId="309"/>
            <ac:picMk id="4" creationId="{C9B1CBB9-6D7F-6B97-4A9F-681FA910BDCB}"/>
          </ac:picMkLst>
        </pc:picChg>
      </pc:sldChg>
      <pc:sldChg chg="addSp delSp modSp add mod modTransition">
        <pc:chgData name="Edison Scriven" userId="479ada6f7063c56a" providerId="LiveId" clId="{3B51B29B-DE19-4C13-A597-E8DF1EF212E5}" dt="2026-01-14T19:22:09.100" v="2024" actId="21"/>
        <pc:sldMkLst>
          <pc:docMk/>
          <pc:sldMk cId="1284657872" sldId="310"/>
        </pc:sldMkLst>
        <pc:picChg chg="add del mod">
          <ac:chgData name="Edison Scriven" userId="479ada6f7063c56a" providerId="LiveId" clId="{3B51B29B-DE19-4C13-A597-E8DF1EF212E5}" dt="2026-01-14T19:22:09.100" v="2024" actId="21"/>
          <ac:picMkLst>
            <pc:docMk/>
            <pc:sldMk cId="1284657872" sldId="310"/>
            <ac:picMk id="6" creationId="{9A94120B-7909-919F-4B27-F4A304024398}"/>
          </ac:picMkLst>
        </pc:picChg>
      </pc:sldChg>
      <pc:sldChg chg="addSp delSp modSp add mod">
        <pc:chgData name="Edison Scriven" userId="479ada6f7063c56a" providerId="LiveId" clId="{3B51B29B-DE19-4C13-A597-E8DF1EF212E5}" dt="2026-01-14T19:22:07.628" v="2023" actId="21"/>
        <pc:sldMkLst>
          <pc:docMk/>
          <pc:sldMk cId="3347432635" sldId="311"/>
        </pc:sldMkLst>
        <pc:picChg chg="add del mod">
          <ac:chgData name="Edison Scriven" userId="479ada6f7063c56a" providerId="LiveId" clId="{3B51B29B-DE19-4C13-A597-E8DF1EF212E5}" dt="2026-01-14T19:22:07.628" v="2023" actId="21"/>
          <ac:picMkLst>
            <pc:docMk/>
            <pc:sldMk cId="3347432635" sldId="311"/>
            <ac:picMk id="3" creationId="{16990B8E-91C3-3B47-1D17-59ADEE031BD0}"/>
          </ac:picMkLst>
        </pc:picChg>
      </pc:sldChg>
      <pc:sldChg chg="add ord modTransition">
        <pc:chgData name="Edison Scriven" userId="479ada6f7063c56a" providerId="LiveId" clId="{3B51B29B-DE19-4C13-A597-E8DF1EF212E5}" dt="2026-01-14T19:19:45.475" v="1990"/>
        <pc:sldMkLst>
          <pc:docMk/>
          <pc:sldMk cId="4121641463" sldId="312"/>
        </pc:sldMkLst>
      </pc:sldChg>
      <pc:sldChg chg="addSp delSp modSp add mod modTransition modNotesTx">
        <pc:chgData name="Edison Scriven" userId="479ada6f7063c56a" providerId="LiveId" clId="{3B51B29B-DE19-4C13-A597-E8DF1EF212E5}" dt="2026-01-16T12:08:26.300" v="7300"/>
        <pc:sldMkLst>
          <pc:docMk/>
          <pc:sldMk cId="278264397" sldId="314"/>
        </pc:sldMkLst>
        <pc:spChg chg="mod">
          <ac:chgData name="Edison Scriven" userId="479ada6f7063c56a" providerId="LiveId" clId="{3B51B29B-DE19-4C13-A597-E8DF1EF212E5}" dt="2026-01-14T19:31:29.279" v="2414" actId="20577"/>
          <ac:spMkLst>
            <pc:docMk/>
            <pc:sldMk cId="278264397" sldId="314"/>
            <ac:spMk id="5" creationId="{3CDCEC12-E678-140E-C8EA-47AD903BD741}"/>
          </ac:spMkLst>
        </pc:spChg>
        <pc:picChg chg="add mod">
          <ac:chgData name="Edison Scriven" userId="479ada6f7063c56a" providerId="LiveId" clId="{3B51B29B-DE19-4C13-A597-E8DF1EF212E5}" dt="2026-01-14T19:53:56.452" v="3478" actId="208"/>
          <ac:picMkLst>
            <pc:docMk/>
            <pc:sldMk cId="278264397" sldId="314"/>
            <ac:picMk id="6" creationId="{9AA6DF71-2F04-D3F9-0739-7F82F654EF0D}"/>
          </ac:picMkLst>
        </pc:picChg>
      </pc:sldChg>
      <pc:sldChg chg="modSp add mod modNotesTx">
        <pc:chgData name="Edison Scriven" userId="479ada6f7063c56a" providerId="LiveId" clId="{3B51B29B-DE19-4C13-A597-E8DF1EF212E5}" dt="2026-01-15T19:42:08.222" v="5121" actId="20577"/>
        <pc:sldMkLst>
          <pc:docMk/>
          <pc:sldMk cId="3129897704" sldId="315"/>
        </pc:sldMkLst>
        <pc:spChg chg="mod">
          <ac:chgData name="Edison Scriven" userId="479ada6f7063c56a" providerId="LiveId" clId="{3B51B29B-DE19-4C13-A597-E8DF1EF212E5}" dt="2026-01-14T19:54:54.062" v="3489" actId="1076"/>
          <ac:spMkLst>
            <pc:docMk/>
            <pc:sldMk cId="3129897704" sldId="315"/>
            <ac:spMk id="5" creationId="{C79D0AC3-0ABC-8C78-2676-F0A22DE6ED5D}"/>
          </ac:spMkLst>
        </pc:spChg>
        <pc:picChg chg="mod modCrop">
          <ac:chgData name="Edison Scriven" userId="479ada6f7063c56a" providerId="LiveId" clId="{3B51B29B-DE19-4C13-A597-E8DF1EF212E5}" dt="2026-01-14T19:32:11.653" v="2425" actId="1076"/>
          <ac:picMkLst>
            <pc:docMk/>
            <pc:sldMk cId="3129897704" sldId="315"/>
            <ac:picMk id="6" creationId="{0839D043-CCC8-94F2-A01C-A72BB33D2622}"/>
          </ac:picMkLst>
        </pc:picChg>
      </pc:sldChg>
      <pc:sldChg chg="addSp delSp modSp add mod">
        <pc:chgData name="Edison Scriven" userId="479ada6f7063c56a" providerId="LiveId" clId="{3B51B29B-DE19-4C13-A597-E8DF1EF212E5}" dt="2026-01-14T19:55:00.544" v="3491"/>
        <pc:sldMkLst>
          <pc:docMk/>
          <pc:sldMk cId="392156772" sldId="316"/>
        </pc:sldMkLst>
        <pc:spChg chg="add mod">
          <ac:chgData name="Edison Scriven" userId="479ada6f7063c56a" providerId="LiveId" clId="{3B51B29B-DE19-4C13-A597-E8DF1EF212E5}" dt="2026-01-14T19:42:29.344" v="2964" actId="1076"/>
          <ac:spMkLst>
            <pc:docMk/>
            <pc:sldMk cId="392156772" sldId="316"/>
            <ac:spMk id="3" creationId="{CF00A51E-B2FA-28F8-00B1-392E42F740DF}"/>
          </ac:spMkLst>
        </pc:spChg>
        <pc:spChg chg="add mod">
          <ac:chgData name="Edison Scriven" userId="479ada6f7063c56a" providerId="LiveId" clId="{3B51B29B-DE19-4C13-A597-E8DF1EF212E5}" dt="2026-01-14T19:55:00.544" v="3491"/>
          <ac:spMkLst>
            <pc:docMk/>
            <pc:sldMk cId="392156772" sldId="316"/>
            <ac:spMk id="7" creationId="{4972E7A8-410F-D441-8D35-8E0838F547AB}"/>
          </ac:spMkLst>
        </pc:spChg>
        <pc:picChg chg="mod modCrop">
          <ac:chgData name="Edison Scriven" userId="479ada6f7063c56a" providerId="LiveId" clId="{3B51B29B-DE19-4C13-A597-E8DF1EF212E5}" dt="2026-01-14T19:32:58.495" v="2431" actId="732"/>
          <ac:picMkLst>
            <pc:docMk/>
            <pc:sldMk cId="392156772" sldId="316"/>
            <ac:picMk id="6" creationId="{670E8744-A7CD-CD1C-DF5E-92E000E6B264}"/>
          </ac:picMkLst>
        </pc:picChg>
      </pc:sldChg>
      <pc:sldChg chg="addSp delSp modSp add mod">
        <pc:chgData name="Edison Scriven" userId="479ada6f7063c56a" providerId="LiveId" clId="{3B51B29B-DE19-4C13-A597-E8DF1EF212E5}" dt="2026-01-14T19:55:03.926" v="3493"/>
        <pc:sldMkLst>
          <pc:docMk/>
          <pc:sldMk cId="4162564107" sldId="317"/>
        </pc:sldMkLst>
        <pc:spChg chg="add mod">
          <ac:chgData name="Edison Scriven" userId="479ada6f7063c56a" providerId="LiveId" clId="{3B51B29B-DE19-4C13-A597-E8DF1EF212E5}" dt="2026-01-14T19:55:03.926" v="3493"/>
          <ac:spMkLst>
            <pc:docMk/>
            <pc:sldMk cId="4162564107" sldId="317"/>
            <ac:spMk id="2" creationId="{34DFEEE7-2C95-8E20-8C93-28A6AAEC88CA}"/>
          </ac:spMkLst>
        </pc:spChg>
        <pc:spChg chg="mod">
          <ac:chgData name="Edison Scriven" userId="479ada6f7063c56a" providerId="LiveId" clId="{3B51B29B-DE19-4C13-A597-E8DF1EF212E5}" dt="2026-01-14T19:42:26.372" v="2963" actId="1076"/>
          <ac:spMkLst>
            <pc:docMk/>
            <pc:sldMk cId="4162564107" sldId="317"/>
            <ac:spMk id="3" creationId="{84D1FFF9-548C-4B47-4AF3-D7AF84AE2D7A}"/>
          </ac:spMkLst>
        </pc:spChg>
        <pc:picChg chg="mod modCrop">
          <ac:chgData name="Edison Scriven" userId="479ada6f7063c56a" providerId="LiveId" clId="{3B51B29B-DE19-4C13-A597-E8DF1EF212E5}" dt="2026-01-14T19:38:01.160" v="2571" actId="732"/>
          <ac:picMkLst>
            <pc:docMk/>
            <pc:sldMk cId="4162564107" sldId="317"/>
            <ac:picMk id="6" creationId="{ADB8BA6E-62AD-E6B0-4260-3CC6966766D6}"/>
          </ac:picMkLst>
        </pc:picChg>
      </pc:sldChg>
      <pc:sldChg chg="addSp delSp modSp add mod modNotesTx">
        <pc:chgData name="Edison Scriven" userId="479ada6f7063c56a" providerId="LiveId" clId="{3B51B29B-DE19-4C13-A597-E8DF1EF212E5}" dt="2026-01-16T11:57:58.788" v="6649" actId="20577"/>
        <pc:sldMkLst>
          <pc:docMk/>
          <pc:sldMk cId="1063786551" sldId="318"/>
        </pc:sldMkLst>
        <pc:spChg chg="add mod">
          <ac:chgData name="Edison Scriven" userId="479ada6f7063c56a" providerId="LiveId" clId="{3B51B29B-DE19-4C13-A597-E8DF1EF212E5}" dt="2026-01-14T19:55:08.754" v="3495"/>
          <ac:spMkLst>
            <pc:docMk/>
            <pc:sldMk cId="1063786551" sldId="318"/>
            <ac:spMk id="2" creationId="{45B1B83C-7318-E2B6-58FC-5700D83217E8}"/>
          </ac:spMkLst>
        </pc:spChg>
        <pc:spChg chg="mod">
          <ac:chgData name="Edison Scriven" userId="479ada6f7063c56a" providerId="LiveId" clId="{3B51B29B-DE19-4C13-A597-E8DF1EF212E5}" dt="2026-01-14T19:43:54.584" v="2991" actId="207"/>
          <ac:spMkLst>
            <pc:docMk/>
            <pc:sldMk cId="1063786551" sldId="318"/>
            <ac:spMk id="3" creationId="{1DA8ACD1-E580-A630-6617-F41861EB8D55}"/>
          </ac:spMkLst>
        </pc:spChg>
        <pc:picChg chg="mod modCrop">
          <ac:chgData name="Edison Scriven" userId="479ada6f7063c56a" providerId="LiveId" clId="{3B51B29B-DE19-4C13-A597-E8DF1EF212E5}" dt="2026-01-14T19:40:30.569" v="2895" actId="732"/>
          <ac:picMkLst>
            <pc:docMk/>
            <pc:sldMk cId="1063786551" sldId="318"/>
            <ac:picMk id="6" creationId="{71530BB2-D6B5-71AD-3178-EC96560D73BB}"/>
          </ac:picMkLst>
        </pc:picChg>
      </pc:sldChg>
      <pc:sldChg chg="addSp delSp modSp add mod ord modNotesTx">
        <pc:chgData name="Edison Scriven" userId="479ada6f7063c56a" providerId="LiveId" clId="{3B51B29B-DE19-4C13-A597-E8DF1EF212E5}" dt="2026-01-16T11:59:45.490" v="6886" actId="20577"/>
        <pc:sldMkLst>
          <pc:docMk/>
          <pc:sldMk cId="2824086240" sldId="319"/>
        </pc:sldMkLst>
        <pc:spChg chg="add mod">
          <ac:chgData name="Edison Scriven" userId="479ada6f7063c56a" providerId="LiveId" clId="{3B51B29B-DE19-4C13-A597-E8DF1EF212E5}" dt="2026-01-14T19:47:30.626" v="3163" actId="1076"/>
          <ac:spMkLst>
            <pc:docMk/>
            <pc:sldMk cId="2824086240" sldId="319"/>
            <ac:spMk id="2" creationId="{FD31CA95-7329-BE90-A236-86934CAAE858}"/>
          </ac:spMkLst>
        </pc:spChg>
        <pc:spChg chg="add mod">
          <ac:chgData name="Edison Scriven" userId="479ada6f7063c56a" providerId="LiveId" clId="{3B51B29B-DE19-4C13-A597-E8DF1EF212E5}" dt="2026-01-14T19:55:37.759" v="3501"/>
          <ac:spMkLst>
            <pc:docMk/>
            <pc:sldMk cId="2824086240" sldId="319"/>
            <ac:spMk id="3" creationId="{5FEB98CF-5F59-C998-3C4B-8F3E8270E067}"/>
          </ac:spMkLst>
        </pc:spChg>
        <pc:picChg chg="mod modCrop">
          <ac:chgData name="Edison Scriven" userId="479ada6f7063c56a" providerId="LiveId" clId="{3B51B29B-DE19-4C13-A597-E8DF1EF212E5}" dt="2026-01-14T19:47:27.357" v="3162" actId="1076"/>
          <ac:picMkLst>
            <pc:docMk/>
            <pc:sldMk cId="2824086240" sldId="319"/>
            <ac:picMk id="6" creationId="{D49AC5B3-1202-97D7-D989-7F1590912CDF}"/>
          </ac:picMkLst>
        </pc:picChg>
      </pc:sldChg>
      <pc:sldChg chg="addSp delSp modSp add mod">
        <pc:chgData name="Edison Scriven" userId="479ada6f7063c56a" providerId="LiveId" clId="{3B51B29B-DE19-4C13-A597-E8DF1EF212E5}" dt="2026-01-14T19:55:40.987" v="3503"/>
        <pc:sldMkLst>
          <pc:docMk/>
          <pc:sldMk cId="430877462" sldId="320"/>
        </pc:sldMkLst>
        <pc:spChg chg="mod">
          <ac:chgData name="Edison Scriven" userId="479ada6f7063c56a" providerId="LiveId" clId="{3B51B29B-DE19-4C13-A597-E8DF1EF212E5}" dt="2026-01-14T19:49:12.444" v="3237" actId="1076"/>
          <ac:spMkLst>
            <pc:docMk/>
            <pc:sldMk cId="430877462" sldId="320"/>
            <ac:spMk id="2" creationId="{BAE73529-57CF-8E22-20FB-683A7E370C37}"/>
          </ac:spMkLst>
        </pc:spChg>
        <pc:spChg chg="add mod">
          <ac:chgData name="Edison Scriven" userId="479ada6f7063c56a" providerId="LiveId" clId="{3B51B29B-DE19-4C13-A597-E8DF1EF212E5}" dt="2026-01-14T19:55:40.987" v="3503"/>
          <ac:spMkLst>
            <pc:docMk/>
            <pc:sldMk cId="430877462" sldId="320"/>
            <ac:spMk id="3" creationId="{70C8569B-4ACF-4FB9-23BE-0D72492333BB}"/>
          </ac:spMkLst>
        </pc:spChg>
        <pc:picChg chg="mod modCrop">
          <ac:chgData name="Edison Scriven" userId="479ada6f7063c56a" providerId="LiveId" clId="{3B51B29B-DE19-4C13-A597-E8DF1EF212E5}" dt="2026-01-14T19:48:07.255" v="3189" actId="1076"/>
          <ac:picMkLst>
            <pc:docMk/>
            <pc:sldMk cId="430877462" sldId="320"/>
            <ac:picMk id="6" creationId="{E5F3DCFC-31E8-283C-517F-40F7CD47099A}"/>
          </ac:picMkLst>
        </pc:picChg>
      </pc:sldChg>
      <pc:sldChg chg="addSp delSp modSp new mod modTransition modNotesTx">
        <pc:chgData name="Edison Scriven" userId="479ada6f7063c56a" providerId="LiveId" clId="{3B51B29B-DE19-4C13-A597-E8DF1EF212E5}" dt="2026-01-16T12:03:35.623" v="7085" actId="20577"/>
        <pc:sldMkLst>
          <pc:docMk/>
          <pc:sldMk cId="3924028271" sldId="321"/>
        </pc:sldMkLst>
        <pc:spChg chg="mod">
          <ac:chgData name="Edison Scriven" userId="479ada6f7063c56a" providerId="LiveId" clId="{3B51B29B-DE19-4C13-A597-E8DF1EF212E5}" dt="2026-01-14T19:51:14.899" v="3386" actId="1076"/>
          <ac:spMkLst>
            <pc:docMk/>
            <pc:sldMk cId="3924028271" sldId="321"/>
            <ac:spMk id="3" creationId="{DE4AC059-A14A-80F8-579F-E4C3825DE3D3}"/>
          </ac:spMkLst>
        </pc:spChg>
        <pc:spChg chg="add mod">
          <ac:chgData name="Edison Scriven" userId="479ada6f7063c56a" providerId="LiveId" clId="{3B51B29B-DE19-4C13-A597-E8DF1EF212E5}" dt="2026-01-14T19:57:32.153" v="3540" actId="20577"/>
          <ac:spMkLst>
            <pc:docMk/>
            <pc:sldMk cId="3924028271" sldId="321"/>
            <ac:spMk id="6" creationId="{DCA39738-B171-9E26-7B29-F33B34EC286D}"/>
          </ac:spMkLst>
        </pc:spChg>
        <pc:picChg chg="add mod">
          <ac:chgData name="Edison Scriven" userId="479ada6f7063c56a" providerId="LiveId" clId="{3B51B29B-DE19-4C13-A597-E8DF1EF212E5}" dt="2026-01-14T19:51:12.441" v="3385" actId="1076"/>
          <ac:picMkLst>
            <pc:docMk/>
            <pc:sldMk cId="3924028271" sldId="321"/>
            <ac:picMk id="4" creationId="{2F47940A-7EE2-4C62-FE75-C70F98A6BB78}"/>
          </ac:picMkLst>
        </pc:picChg>
      </pc:sldChg>
      <pc:sldChg chg="addSp delSp modSp new mod modTransition modNotesTx">
        <pc:chgData name="Edison Scriven" userId="479ada6f7063c56a" providerId="LiveId" clId="{3B51B29B-DE19-4C13-A597-E8DF1EF212E5}" dt="2026-01-15T19:45:45.661" v="5668" actId="20577"/>
        <pc:sldMkLst>
          <pc:docMk/>
          <pc:sldMk cId="993133233" sldId="322"/>
        </pc:sldMkLst>
        <pc:spChg chg="add mod">
          <ac:chgData name="Edison Scriven" userId="479ada6f7063c56a" providerId="LiveId" clId="{3B51B29B-DE19-4C13-A597-E8DF1EF212E5}" dt="2026-01-14T19:53:18.092" v="3471" actId="1076"/>
          <ac:spMkLst>
            <pc:docMk/>
            <pc:sldMk cId="993133233" sldId="322"/>
            <ac:spMk id="5" creationId="{91233E51-12FC-0BEA-CADC-ED1266C3A8EE}"/>
          </ac:spMkLst>
        </pc:spChg>
        <pc:picChg chg="add mod">
          <ac:chgData name="Edison Scriven" userId="479ada6f7063c56a" providerId="LiveId" clId="{3B51B29B-DE19-4C13-A597-E8DF1EF212E5}" dt="2026-01-14T19:53:21.169" v="3472" actId="1076"/>
          <ac:picMkLst>
            <pc:docMk/>
            <pc:sldMk cId="993133233" sldId="322"/>
            <ac:picMk id="4" creationId="{79352BE4-12A5-190B-2659-CB3436DEF26A}"/>
          </ac:picMkLst>
        </pc:picChg>
      </pc:sldChg>
      <pc:sldChg chg="modSp add mod modTransition modNotesTx">
        <pc:chgData name="Edison Scriven" userId="479ada6f7063c56a" providerId="LiveId" clId="{3B51B29B-DE19-4C13-A597-E8DF1EF212E5}" dt="2026-01-15T19:47:13.511" v="5866" actId="20577"/>
        <pc:sldMkLst>
          <pc:docMk/>
          <pc:sldMk cId="846721431" sldId="323"/>
        </pc:sldMkLst>
        <pc:spChg chg="mod">
          <ac:chgData name="Edison Scriven" userId="479ada6f7063c56a" providerId="LiveId" clId="{3B51B29B-DE19-4C13-A597-E8DF1EF212E5}" dt="2026-01-14T19:54:39.540" v="3486" actId="1076"/>
          <ac:spMkLst>
            <pc:docMk/>
            <pc:sldMk cId="846721431" sldId="323"/>
            <ac:spMk id="5" creationId="{168BC19D-1872-2CBB-4AD3-55F509F4F11E}"/>
          </ac:spMkLst>
        </pc:spChg>
        <pc:picChg chg="mod modCrop">
          <ac:chgData name="Edison Scriven" userId="479ada6f7063c56a" providerId="LiveId" clId="{3B51B29B-DE19-4C13-A597-E8DF1EF212E5}" dt="2026-01-14T19:54:19.524" v="3479" actId="1076"/>
          <ac:picMkLst>
            <pc:docMk/>
            <pc:sldMk cId="846721431" sldId="323"/>
            <ac:picMk id="4" creationId="{02B1D16B-8666-6AF1-4674-244906A07A6F}"/>
          </ac:picMkLst>
        </pc:picChg>
      </pc:sldChg>
      <pc:sldChg chg="addSp delSp modSp add mod modTransition modNotesTx">
        <pc:chgData name="Edison Scriven" userId="479ada6f7063c56a" providerId="LiveId" clId="{3B51B29B-DE19-4C13-A597-E8DF1EF212E5}" dt="2026-01-16T00:38:37.749" v="6422" actId="1076"/>
        <pc:sldMkLst>
          <pc:docMk/>
          <pc:sldMk cId="2809460595" sldId="324"/>
        </pc:sldMkLst>
        <pc:spChg chg="add mod">
          <ac:chgData name="Edison Scriven" userId="479ada6f7063c56a" providerId="LiveId" clId="{3B51B29B-DE19-4C13-A597-E8DF1EF212E5}" dt="2026-01-16T00:38:37.749" v="6422" actId="1076"/>
          <ac:spMkLst>
            <pc:docMk/>
            <pc:sldMk cId="2809460595" sldId="324"/>
            <ac:spMk id="3" creationId="{14D39A79-B69F-61B3-4B55-85D17EAC605D}"/>
          </ac:spMkLst>
        </pc:spChg>
        <pc:picChg chg="add mod">
          <ac:chgData name="Edison Scriven" userId="479ada6f7063c56a" providerId="LiveId" clId="{3B51B29B-DE19-4C13-A597-E8DF1EF212E5}" dt="2026-01-16T00:38:27.487" v="6420"/>
          <ac:picMkLst>
            <pc:docMk/>
            <pc:sldMk cId="2809460595" sldId="324"/>
            <ac:picMk id="2" creationId="{9AA37694-B27D-BE9C-984E-21A0011F1083}"/>
          </ac:picMkLst>
        </pc:picChg>
        <pc:picChg chg="add mod">
          <ac:chgData name="Edison Scriven" userId="479ada6f7063c56a" providerId="LiveId" clId="{3B51B29B-DE19-4C13-A597-E8DF1EF212E5}" dt="2026-01-16T00:38:27.487" v="6420"/>
          <ac:picMkLst>
            <pc:docMk/>
            <pc:sldMk cId="2809460595" sldId="324"/>
            <ac:picMk id="4" creationId="{8BA3D9F4-3182-5C6D-A252-BFD9DD2C1A36}"/>
          </ac:picMkLst>
        </pc:picChg>
        <pc:picChg chg="add del mod">
          <ac:chgData name="Edison Scriven" userId="479ada6f7063c56a" providerId="LiveId" clId="{3B51B29B-DE19-4C13-A597-E8DF1EF212E5}" dt="2026-01-16T00:38:27.129" v="6419" actId="478"/>
          <ac:picMkLst>
            <pc:docMk/>
            <pc:sldMk cId="2809460595" sldId="324"/>
            <ac:picMk id="8" creationId="{4EF6AEFB-F999-363A-F718-CF590FCCE46A}"/>
          </ac:picMkLst>
        </pc:picChg>
        <pc:picChg chg="add del mod">
          <ac:chgData name="Edison Scriven" userId="479ada6f7063c56a" providerId="LiveId" clId="{3B51B29B-DE19-4C13-A597-E8DF1EF212E5}" dt="2026-01-16T00:38:27.129" v="6419" actId="478"/>
          <ac:picMkLst>
            <pc:docMk/>
            <pc:sldMk cId="2809460595" sldId="324"/>
            <ac:picMk id="9" creationId="{10D4AFE9-141E-D3EB-46BC-3ECB6EDDF12D}"/>
          </ac:picMkLst>
        </pc:picChg>
      </pc:sldChg>
      <pc:sldChg chg="add ord modTransition modNotesTx">
        <pc:chgData name="Edison Scriven" userId="479ada6f7063c56a" providerId="LiveId" clId="{3B51B29B-DE19-4C13-A597-E8DF1EF212E5}" dt="2026-01-16T12:01:42.436" v="6894"/>
        <pc:sldMkLst>
          <pc:docMk/>
          <pc:sldMk cId="736977350" sldId="325"/>
        </pc:sldMkLst>
      </pc:sldChg>
      <pc:sldChg chg="addSp delSp modSp add mod modTransition modNotesTx">
        <pc:chgData name="Edison Scriven" userId="479ada6f7063c56a" providerId="LiveId" clId="{3B51B29B-DE19-4C13-A597-E8DF1EF212E5}" dt="2026-01-15T19:43:01.601" v="5280" actId="20577"/>
        <pc:sldMkLst>
          <pc:docMk/>
          <pc:sldMk cId="1111139939" sldId="326"/>
        </pc:sldMkLst>
        <pc:spChg chg="add mod">
          <ac:chgData name="Edison Scriven" userId="479ada6f7063c56a" providerId="LiveId" clId="{3B51B29B-DE19-4C13-A597-E8DF1EF212E5}" dt="2026-01-14T19:57:29.836" v="3539" actId="20577"/>
          <ac:spMkLst>
            <pc:docMk/>
            <pc:sldMk cId="1111139939" sldId="326"/>
            <ac:spMk id="3" creationId="{0A739CE2-46D3-1494-17D0-A8CA24F9880B}"/>
          </ac:spMkLst>
        </pc:spChg>
        <pc:picChg chg="add mod">
          <ac:chgData name="Edison Scriven" userId="479ada6f7063c56a" providerId="LiveId" clId="{3B51B29B-DE19-4C13-A597-E8DF1EF212E5}" dt="2026-01-14T19:57:03.881" v="3532"/>
          <ac:picMkLst>
            <pc:docMk/>
            <pc:sldMk cId="1111139939" sldId="326"/>
            <ac:picMk id="8" creationId="{8E0EFC5A-AD1D-1472-465C-7148A84CA724}"/>
          </ac:picMkLst>
        </pc:picChg>
      </pc:sldChg>
      <pc:sldChg chg="addSp delSp modSp add mod modNotesTx">
        <pc:chgData name="Edison Scriven" userId="479ada6f7063c56a" providerId="LiveId" clId="{3B51B29B-DE19-4C13-A597-E8DF1EF212E5}" dt="2026-01-16T12:08:00.942" v="7297" actId="20577"/>
        <pc:sldMkLst>
          <pc:docMk/>
          <pc:sldMk cId="4259834322" sldId="327"/>
        </pc:sldMkLst>
        <pc:spChg chg="add del mod">
          <ac:chgData name="Edison Scriven" userId="479ada6f7063c56a" providerId="LiveId" clId="{3B51B29B-DE19-4C13-A597-E8DF1EF212E5}" dt="2026-01-16T00:39:02.919" v="6423" actId="478"/>
          <ac:spMkLst>
            <pc:docMk/>
            <pc:sldMk cId="4259834322" sldId="327"/>
            <ac:spMk id="6" creationId="{0CE3155D-EF71-B921-B8C3-EDF7BFDCDCB3}"/>
          </ac:spMkLst>
        </pc:spChg>
        <pc:picChg chg="del mod modCrop">
          <ac:chgData name="Edison Scriven" userId="479ada6f7063c56a" providerId="LiveId" clId="{3B51B29B-DE19-4C13-A597-E8DF1EF212E5}" dt="2026-01-16T00:39:05.335" v="6425" actId="478"/>
          <ac:picMkLst>
            <pc:docMk/>
            <pc:sldMk cId="4259834322" sldId="327"/>
            <ac:picMk id="2" creationId="{815AF9AB-9E9A-B205-9113-47F3D6984786}"/>
          </ac:picMkLst>
        </pc:picChg>
        <pc:picChg chg="add mod">
          <ac:chgData name="Edison Scriven" userId="479ada6f7063c56a" providerId="LiveId" clId="{3B51B29B-DE19-4C13-A597-E8DF1EF212E5}" dt="2026-01-16T00:39:06.261" v="6426"/>
          <ac:picMkLst>
            <pc:docMk/>
            <pc:sldMk cId="4259834322" sldId="327"/>
            <ac:picMk id="4" creationId="{0ADBC815-6606-E128-2047-D4DEEFBDD973}"/>
          </ac:picMkLst>
        </pc:picChg>
        <pc:picChg chg="add mod">
          <ac:chgData name="Edison Scriven" userId="479ada6f7063c56a" providerId="LiveId" clId="{3B51B29B-DE19-4C13-A597-E8DF1EF212E5}" dt="2026-01-16T00:39:06.261" v="6426"/>
          <ac:picMkLst>
            <pc:docMk/>
            <pc:sldMk cId="4259834322" sldId="327"/>
            <ac:picMk id="5" creationId="{DE36F954-9A13-A3F5-EC57-88F79C3D2FA5}"/>
          </ac:picMkLst>
        </pc:picChg>
        <pc:picChg chg="add del mod">
          <ac:chgData name="Edison Scriven" userId="479ada6f7063c56a" providerId="LiveId" clId="{3B51B29B-DE19-4C13-A597-E8DF1EF212E5}" dt="2026-01-16T00:39:04.788" v="6424" actId="478"/>
          <ac:picMkLst>
            <pc:docMk/>
            <pc:sldMk cId="4259834322" sldId="327"/>
            <ac:picMk id="7" creationId="{3C838094-4CDB-E48D-E4DC-320DE3171FC1}"/>
          </ac:picMkLst>
        </pc:picChg>
      </pc:sldChg>
      <pc:sldChg chg="addSp delSp modSp add mod modTransition">
        <pc:chgData name="Edison Scriven" userId="479ada6f7063c56a" providerId="LiveId" clId="{3B51B29B-DE19-4C13-A597-E8DF1EF212E5}" dt="2026-01-16T12:08:15.790" v="7298"/>
        <pc:sldMkLst>
          <pc:docMk/>
          <pc:sldMk cId="2910381840" sldId="328"/>
        </pc:sldMkLst>
        <pc:spChg chg="mod">
          <ac:chgData name="Edison Scriven" userId="479ada6f7063c56a" providerId="LiveId" clId="{3B51B29B-DE19-4C13-A597-E8DF1EF212E5}" dt="2026-01-14T20:02:02.311" v="3611" actId="20577"/>
          <ac:spMkLst>
            <pc:docMk/>
            <pc:sldMk cId="2910381840" sldId="328"/>
            <ac:spMk id="5" creationId="{10E67305-5A51-330B-C7D5-7CCF3E9460F6}"/>
          </ac:spMkLst>
        </pc:spChg>
        <pc:picChg chg="add mod">
          <ac:chgData name="Edison Scriven" userId="479ada6f7063c56a" providerId="LiveId" clId="{3B51B29B-DE19-4C13-A597-E8DF1EF212E5}" dt="2026-01-14T20:02:47.385" v="3623" actId="1076"/>
          <ac:picMkLst>
            <pc:docMk/>
            <pc:sldMk cId="2910381840" sldId="328"/>
            <ac:picMk id="6" creationId="{0D1F0AF0-D6B8-A5AE-2063-A21F5D04A3CE}"/>
          </ac:picMkLst>
        </pc:picChg>
      </pc:sldChg>
      <pc:sldChg chg="addSp delSp modSp add del mod modTransition">
        <pc:chgData name="Edison Scriven" userId="479ada6f7063c56a" providerId="LiveId" clId="{3B51B29B-DE19-4C13-A597-E8DF1EF212E5}" dt="2026-01-15T12:20:06.134" v="4453" actId="47"/>
        <pc:sldMkLst>
          <pc:docMk/>
          <pc:sldMk cId="1076422159" sldId="329"/>
        </pc:sldMkLst>
      </pc:sldChg>
      <pc:sldChg chg="addSp delSp modSp add del mod modTransition">
        <pc:chgData name="Edison Scriven" userId="479ada6f7063c56a" providerId="LiveId" clId="{3B51B29B-DE19-4C13-A597-E8DF1EF212E5}" dt="2026-01-15T12:20:06.824" v="4454" actId="47"/>
        <pc:sldMkLst>
          <pc:docMk/>
          <pc:sldMk cId="1582658998" sldId="330"/>
        </pc:sldMkLst>
      </pc:sldChg>
      <pc:sldChg chg="delSp modSp add del mod">
        <pc:chgData name="Edison Scriven" userId="479ada6f7063c56a" providerId="LiveId" clId="{3B51B29B-DE19-4C13-A597-E8DF1EF212E5}" dt="2026-01-15T12:20:07.447" v="4455" actId="47"/>
        <pc:sldMkLst>
          <pc:docMk/>
          <pc:sldMk cId="570270727" sldId="331"/>
        </pc:sldMkLst>
      </pc:sldChg>
      <pc:sldChg chg="add modTransition">
        <pc:chgData name="Edison Scriven" userId="479ada6f7063c56a" providerId="LiveId" clId="{3B51B29B-DE19-4C13-A597-E8DF1EF212E5}" dt="2026-01-14T20:34:26.950" v="4431"/>
        <pc:sldMkLst>
          <pc:docMk/>
          <pc:sldMk cId="4124088686" sldId="332"/>
        </pc:sldMkLst>
      </pc:sldChg>
      <pc:sldMasterChg chg="delSldLayout">
        <pc:chgData name="Edison Scriven" userId="479ada6f7063c56a" providerId="LiveId" clId="{3B51B29B-DE19-4C13-A597-E8DF1EF212E5}" dt="2026-01-14T20:14:55.076" v="4174" actId="2696"/>
        <pc:sldMasterMkLst>
          <pc:docMk/>
          <pc:sldMasterMk cId="2177154114" sldId="2147483714"/>
        </pc:sldMasterMkLst>
      </pc:sldMasterChg>
    </pc:docChg>
  </pc:docChgLst>
  <pc:docChgLst>
    <pc:chgData name="Leo Kharraz" userId="a40249e1ee389812" providerId="LiveId" clId="{61F4BA48-9497-4919-9930-C1B4AD05B437}"/>
    <pc:docChg chg="undo custSel delSld modSld">
      <pc:chgData name="Leo Kharraz" userId="a40249e1ee389812" providerId="LiveId" clId="{61F4BA48-9497-4919-9930-C1B4AD05B437}" dt="2026-01-16T00:59:33.529" v="8741" actId="20577"/>
      <pc:docMkLst>
        <pc:docMk/>
      </pc:docMkLst>
      <pc:sldChg chg="modNotesTx">
        <pc:chgData name="Leo Kharraz" userId="a40249e1ee389812" providerId="LiveId" clId="{61F4BA48-9497-4919-9930-C1B4AD05B437}" dt="2026-01-15T22:49:56.409" v="8711" actId="33524"/>
        <pc:sldMkLst>
          <pc:docMk/>
          <pc:sldMk cId="0" sldId="278"/>
        </pc:sldMkLst>
      </pc:sldChg>
      <pc:sldChg chg="modNotesTx">
        <pc:chgData name="Leo Kharraz" userId="a40249e1ee389812" providerId="LiveId" clId="{61F4BA48-9497-4919-9930-C1B4AD05B437}" dt="2026-01-15T20:07:06.508" v="8708" actId="33524"/>
        <pc:sldMkLst>
          <pc:docMk/>
          <pc:sldMk cId="0" sldId="279"/>
        </pc:sldMkLst>
      </pc:sldChg>
      <pc:sldChg chg="modSp mod modNotesTx">
        <pc:chgData name="Leo Kharraz" userId="a40249e1ee389812" providerId="LiveId" clId="{61F4BA48-9497-4919-9930-C1B4AD05B437}" dt="2026-01-16T00:59:33.529" v="8741" actId="20577"/>
        <pc:sldMkLst>
          <pc:docMk/>
          <pc:sldMk cId="0" sldId="281"/>
        </pc:sldMkLst>
        <pc:spChg chg="mod">
          <ac:chgData name="Leo Kharraz" userId="a40249e1ee389812" providerId="LiveId" clId="{61F4BA48-9497-4919-9930-C1B4AD05B437}" dt="2026-01-16T00:59:33.529" v="8741" actId="20577"/>
          <ac:spMkLst>
            <pc:docMk/>
            <pc:sldMk cId="0" sldId="281"/>
            <ac:spMk id="1702" creationId="{00000000-0000-0000-0000-000000000000}"/>
          </ac:spMkLst>
        </pc:spChg>
      </pc:sldChg>
      <pc:sldChg chg="modSp mod modNotesTx">
        <pc:chgData name="Leo Kharraz" userId="a40249e1ee389812" providerId="LiveId" clId="{61F4BA48-9497-4919-9930-C1B4AD05B437}" dt="2026-01-15T19:49:28.485" v="5097" actId="20577"/>
        <pc:sldMkLst>
          <pc:docMk/>
          <pc:sldMk cId="0" sldId="283"/>
        </pc:sldMkLst>
        <pc:spChg chg="mod">
          <ac:chgData name="Leo Kharraz" userId="a40249e1ee389812" providerId="LiveId" clId="{61F4BA48-9497-4919-9930-C1B4AD05B437}" dt="2026-01-15T16:39:30.823" v="3447" actId="20577"/>
          <ac:spMkLst>
            <pc:docMk/>
            <pc:sldMk cId="0" sldId="283"/>
            <ac:spMk id="2440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37:41.590" v="3176" actId="1076"/>
          <ac:spMkLst>
            <pc:docMk/>
            <pc:sldMk cId="0" sldId="283"/>
            <ac:spMk id="2441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36:13.048" v="3087" actId="20577"/>
          <ac:spMkLst>
            <pc:docMk/>
            <pc:sldMk cId="0" sldId="283"/>
            <ac:spMk id="2442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38:08.130" v="3267" actId="20577"/>
          <ac:spMkLst>
            <pc:docMk/>
            <pc:sldMk cId="0" sldId="283"/>
            <ac:spMk id="2446" creationId="{00000000-0000-0000-0000-000000000000}"/>
          </ac:spMkLst>
        </pc:spChg>
      </pc:sldChg>
      <pc:sldChg chg="modNotesTx">
        <pc:chgData name="Leo Kharraz" userId="a40249e1ee389812" providerId="LiveId" clId="{61F4BA48-9497-4919-9930-C1B4AD05B437}" dt="2026-01-15T20:05:23.442" v="8180" actId="20577"/>
        <pc:sldMkLst>
          <pc:docMk/>
          <pc:sldMk cId="1100733558" sldId="289"/>
        </pc:sldMkLst>
      </pc:sldChg>
      <pc:sldChg chg="addSp modSp mod modNotesTx">
        <pc:chgData name="Leo Kharraz" userId="a40249e1ee389812" providerId="LiveId" clId="{61F4BA48-9497-4919-9930-C1B4AD05B437}" dt="2026-01-15T23:43:03.465" v="8739" actId="20577"/>
        <pc:sldMkLst>
          <pc:docMk/>
          <pc:sldMk cId="3166845718" sldId="299"/>
        </pc:sldMkLst>
        <pc:spChg chg="add mod">
          <ac:chgData name="Leo Kharraz" userId="a40249e1ee389812" providerId="LiveId" clId="{61F4BA48-9497-4919-9930-C1B4AD05B437}" dt="2026-01-15T16:39:57.081" v="3480" actId="571"/>
          <ac:spMkLst>
            <pc:docMk/>
            <pc:sldMk cId="3166845718" sldId="299"/>
            <ac:spMk id="2" creationId="{D5756936-710B-578B-2B64-77A65A36A9B0}"/>
          </ac:spMkLst>
        </pc:spChg>
        <pc:spChg chg="mod">
          <ac:chgData name="Leo Kharraz" userId="a40249e1ee389812" providerId="LiveId" clId="{61F4BA48-9497-4919-9930-C1B4AD05B437}" dt="2026-01-15T16:56:14.034" v="4097" actId="20577"/>
          <ac:spMkLst>
            <pc:docMk/>
            <pc:sldMk cId="3166845718" sldId="299"/>
            <ac:spMk id="5135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39:57.081" v="3480" actId="571"/>
          <ac:spMkLst>
            <pc:docMk/>
            <pc:sldMk cId="3166845718" sldId="299"/>
            <ac:spMk id="5138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39:57.081" v="3480" actId="571"/>
          <ac:spMkLst>
            <pc:docMk/>
            <pc:sldMk cId="3166845718" sldId="299"/>
            <ac:spMk id="5139" creationId="{00000000-0000-0000-0000-000000000000}"/>
          </ac:spMkLst>
        </pc:spChg>
        <pc:spChg chg="mod">
          <ac:chgData name="Leo Kharraz" userId="a40249e1ee389812" providerId="LiveId" clId="{61F4BA48-9497-4919-9930-C1B4AD05B437}" dt="2026-01-15T23:43:03.465" v="8739" actId="20577"/>
          <ac:spMkLst>
            <pc:docMk/>
            <pc:sldMk cId="3166845718" sldId="299"/>
            <ac:spMk id="5144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39:57.081" v="3480" actId="571"/>
          <ac:spMkLst>
            <pc:docMk/>
            <pc:sldMk cId="3166845718" sldId="299"/>
            <ac:spMk id="5145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39:50.590" v="3478" actId="20577"/>
          <ac:spMkLst>
            <pc:docMk/>
            <pc:sldMk cId="3166845718" sldId="299"/>
            <ac:spMk id="5157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42:43.754" v="3788" actId="20577"/>
          <ac:spMkLst>
            <pc:docMk/>
            <pc:sldMk cId="3166845718" sldId="299"/>
            <ac:spMk id="5167" creationId="{00000000-0000-0000-0000-000000000000}"/>
          </ac:spMkLst>
        </pc:spChg>
        <pc:spChg chg="mod">
          <ac:chgData name="Leo Kharraz" userId="a40249e1ee389812" providerId="LiveId" clId="{61F4BA48-9497-4919-9930-C1B4AD05B437}" dt="2026-01-15T16:44:51.486" v="3977" actId="313"/>
          <ac:spMkLst>
            <pc:docMk/>
            <pc:sldMk cId="3166845718" sldId="299"/>
            <ac:spMk id="5181" creationId="{00000000-0000-0000-0000-000000000000}"/>
          </ac:spMkLst>
        </pc:spChg>
        <pc:grpChg chg="mod">
          <ac:chgData name="Leo Kharraz" userId="a40249e1ee389812" providerId="LiveId" clId="{61F4BA48-9497-4919-9930-C1B4AD05B437}" dt="2026-01-15T16:39:57.081" v="3480" actId="571"/>
          <ac:grpSpMkLst>
            <pc:docMk/>
            <pc:sldMk cId="3166845718" sldId="299"/>
            <ac:grpSpMk id="5137" creationId="{00000000-0000-0000-0000-000000000000}"/>
          </ac:grpSpMkLst>
        </pc:grpChg>
      </pc:sldChg>
    </pc:docChg>
  </pc:docChgLst>
  <pc:docChgLst>
    <pc:chgData name="Guest User" providerId="Windows Live" clId="Web-{F2CEEC9A-5760-49BE-BBA7-605E5160D6C6}"/>
    <pc:docChg chg="addSld modSld">
      <pc:chgData name="Guest User" userId="" providerId="Windows Live" clId="Web-{F2CEEC9A-5760-49BE-BBA7-605E5160D6C6}" dt="2026-01-14T17:50:46.493" v="62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E544A-D632-47A4-B732-AB3623F7ABA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F10C5-EB75-4C6D-BFD4-3EE08B105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65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53a0f0b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15" name="Google Shape;615;g953a0f0b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Was liefern wir? 4. Punkte Datenerfassung -&gt; Wir dokumentieren den Energieverbrauch einer Stadt. Außerdem wollen wir die Energienutzungsverhalten Transparent machen, um diese für Analyse bereitzustellen.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Diese Daten werden dann genutzt, um die </a:t>
            </a:r>
            <a:r>
              <a:rPr lang="de-DE" err="1"/>
              <a:t>Netzlast</a:t>
            </a:r>
            <a:r>
              <a:rPr lang="de-DE"/>
              <a:t> durch konkrete Vorschläge zu optimieren. Smart Meter in neuen sowie alten  Gebäuden werden genutzt, um eine einfache Integration in das System zu bieten.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953a0f0b50_0_9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21" name="Google Shape;2021;g953a0f0b50_0_9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Wer hat was davon? Ganz vorne natürlich die Stadt selbst, als </a:t>
            </a:r>
            <a:r>
              <a:rPr lang="de-DE" err="1"/>
              <a:t>Administartion</a:t>
            </a:r>
            <a:r>
              <a:rPr lang="de-DE"/>
              <a:t> soll diese bei der Unterstützung städtischer Energie und </a:t>
            </a:r>
            <a:r>
              <a:rPr lang="de-DE" err="1"/>
              <a:t>Nachaltigkeitsziele</a:t>
            </a:r>
            <a:r>
              <a:rPr lang="de-DE"/>
              <a:t> unterstützt werden. Die Facility Manager bzw. Firmen können den Stromverbrauch ihrer Firmen überwachen und bekommen umsetzbare Handlungsempfehlungen.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Auch Energiemanager können mit den Daten unserer Software als Entscheidungsgrundlage für Kosten und Effizienz Optimierung. Idealerweise würde durch unser System, der Strompreis sinken, da er </a:t>
            </a:r>
            <a:r>
              <a:rPr lang="de-DE" err="1"/>
              <a:t>bessser</a:t>
            </a:r>
            <a:r>
              <a:rPr lang="de-DE"/>
              <a:t> genutzt wird was natürlich auch dem Normal </a:t>
            </a:r>
            <a:r>
              <a:rPr lang="de-DE" err="1"/>
              <a:t>stromverbraucher</a:t>
            </a:r>
            <a:r>
              <a:rPr lang="de-DE"/>
              <a:t> helfen kann.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Google Shape;5125;g953a0f0b50_0_9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26" name="Google Shape;5126;g953a0f0b50_0_9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err="1"/>
              <a:t>Availability</a:t>
            </a:r>
            <a:r>
              <a:rPr lang="de-DE"/>
              <a:t>: Unsere Software / System soll maximal 8,76h im Jahr ausfallen, das ist eine Verfügbarkeit von 99.9 %. Außerdem soll sie ausgehend von einem Testgelände bis zu einer ganzen Stadt skaliert werden können.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Unsere Software soll nahtlos an die bestehende Infrastruktur, wie </a:t>
            </a:r>
            <a:r>
              <a:rPr lang="de-DE" err="1"/>
              <a:t>z.B</a:t>
            </a:r>
            <a:r>
              <a:rPr lang="de-DE"/>
              <a:t> installierte Smart Meter angedockt werden können. Die Daten sollen zuverlässig sein, dass heißt sie werden auf ihre Richtigkeit validiert, wenn es zu ausfällen kommt sollen die richtigen Werte nachgetragen werden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Und falls es nicht möglich ist diese zu validieren, sollen diese daten i m </a:t>
            </a:r>
            <a:r>
              <a:rPr lang="de-DE" err="1"/>
              <a:t>dashboard</a:t>
            </a:r>
            <a:r>
              <a:rPr lang="de-DE"/>
              <a:t> der </a:t>
            </a:r>
            <a:r>
              <a:rPr lang="de-DE" err="1"/>
              <a:t>user</a:t>
            </a:r>
            <a:r>
              <a:rPr lang="de-DE"/>
              <a:t> als nichtgeprüft / </a:t>
            </a:r>
            <a:r>
              <a:rPr lang="de-DE" err="1"/>
              <a:t>unvalidiert</a:t>
            </a:r>
            <a:r>
              <a:rPr lang="de-DE"/>
              <a:t> markiert werden.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Security: Wir haben in dem Energiebereich hohe </a:t>
            </a:r>
            <a:r>
              <a:rPr lang="de-DE" err="1"/>
              <a:t>Sicherheitstandart</a:t>
            </a:r>
            <a:r>
              <a:rPr lang="de-DE"/>
              <a:t>, </a:t>
            </a:r>
            <a:r>
              <a:rPr lang="de-DE" err="1"/>
              <a:t>d.h</a:t>
            </a:r>
            <a:r>
              <a:rPr lang="de-DE"/>
              <a:t> wir brauchen eine Verschlüsselung der Energiedaten im Datenverkehr und RBAC Permission </a:t>
            </a:r>
            <a:r>
              <a:rPr lang="de-DE" err="1"/>
              <a:t>system</a:t>
            </a:r>
            <a:r>
              <a:rPr lang="de-DE"/>
              <a:t>, um die richtigen Leute für die richtige Rolle zu zeigen.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0285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953a0f0b50_0_9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98" name="Google Shape;1598;g953a0f0b50_0_9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Einige Einschränkungen wurden ermittelt. 1. Wir brauchen eine Hexagonale Architektur um die </a:t>
            </a:r>
            <a:r>
              <a:rPr lang="de-DE" err="1"/>
              <a:t>Interoperability</a:t>
            </a:r>
            <a:r>
              <a:rPr lang="de-DE"/>
              <a:t> zu fördern und bei Änderungen in API oder Smart Meter Protokollen, den Core unserer Software zu wahren.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Die Kommunikation soll asynchron ablaufen. Außerdem haben wir ein paar gesetzliche Randbedingungen, da Energiedaten als personenbezogene Daten gelten und durch das IT Sicherheitsgesetz KRITIS uns verstärkte Sicherheitsmaßnahmen auferlegt sind, wie </a:t>
            </a:r>
            <a:r>
              <a:rPr lang="de-DE" err="1"/>
              <a:t>z.b</a:t>
            </a:r>
            <a:r>
              <a:rPr lang="de-DE"/>
              <a:t> die Prüfung durch das Amt alle 2 Jahre.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953a0f0b50_0_9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128" name="Google Shape;3128;g953a0f0b50_0_97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Um eine </a:t>
            </a:r>
            <a:r>
              <a:rPr lang="de-DE" err="1"/>
              <a:t>Availability</a:t>
            </a:r>
            <a:r>
              <a:rPr lang="de-DE"/>
              <a:t> von 99.9% zu erreichen, soll unser System über Cloudhosting laufen. Wie bereits erwähnt soll die </a:t>
            </a:r>
            <a:r>
              <a:rPr lang="de-DE" err="1"/>
              <a:t>Interoperability</a:t>
            </a:r>
            <a:r>
              <a:rPr lang="de-DE"/>
              <a:t> durch die Hexagonale Architektur gelöst werden, da nur neue Adapter anstatt dem Kern implementiert </a:t>
            </a:r>
            <a:r>
              <a:rPr lang="de-DE" err="1"/>
              <a:t>werdeen</a:t>
            </a:r>
            <a:r>
              <a:rPr lang="de-DE"/>
              <a:t> müssen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Die Zuverlässigkeit unserer Daten wird durch </a:t>
            </a:r>
            <a:r>
              <a:rPr lang="de-DE" err="1"/>
              <a:t>validierungsprozesse</a:t>
            </a:r>
            <a:r>
              <a:rPr lang="de-DE"/>
              <a:t> gewährleistet sodass nur geprüfte Daten aus unserem System weitergegeben werden oder ungeprüfte markiert werden.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Außerdem sollen durch End </a:t>
            </a:r>
            <a:r>
              <a:rPr lang="de-DE" err="1"/>
              <a:t>to</a:t>
            </a:r>
            <a:r>
              <a:rPr lang="de-DE"/>
              <a:t> End Verschlüsselungen und RBAC die Datensicherheit gewährleistet werden.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7265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wenn wir nur das system im gesamten betrachten und etwas erläutern, teils schon im technischen kontext vorweggenommen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03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überwachungsmodul zentrales zentrum zur datenerfassung und verarbeitung</a:t>
            </a:r>
          </a:p>
          <a:p>
            <a:r>
              <a:rPr lang="en-US"/>
              <a:t>betrachtung im detail wie folgt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54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79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diese ganzen informationen werden dann in unsere prognose module eingespeist...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67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differenz zwischen energielast und energieproduktion is dann maßgebend für mögliche zusätzliche energiekosten</a:t>
            </a:r>
          </a:p>
          <a:p>
            <a:endParaRPr lang="en-US"/>
          </a:p>
          <a:p>
            <a:r>
              <a:rPr lang="en-US"/>
              <a:t>drei prognosen werden in optimierungsmodul verarbeitet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00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94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ergibt die whitebox des gesamtsystem</a:t>
            </a:r>
          </a:p>
          <a:p>
            <a:r>
              <a:rPr lang="en-US"/>
              <a:t>das wichtigste modul rauspicken und im detail anschauen...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09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und zwar, wie zuvor erwähnt, das überwachungsmodul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89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hexagonale architektur und dependency inversion zur modularität, viele anschlusspunkte und neusysteme, leichte anbindung erforderlich und erweiterbarkeit</a:t>
            </a:r>
          </a:p>
          <a:p>
            <a:endParaRPr lang="en-US"/>
          </a:p>
          <a:p>
            <a:r>
              <a:rPr lang="en-US"/>
              <a:t>bei smart meter datenkonzentrator gängig, hier submetering gateway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genaue Anschlüsse noch nicht konkretisiert</a:t>
            </a:r>
          </a:p>
          <a:p>
            <a:endParaRPr lang="en-US"/>
          </a:p>
          <a:p>
            <a:r>
              <a:rPr lang="en-US"/>
              <a:t>jedoch sieht das ganze in laufzeitsicht wie folgt aus... (betrachten wieder nur das wichtigste szenario)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58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erneuerung des energiezeitplans</a:t>
            </a:r>
          </a:p>
          <a:p>
            <a:r>
              <a:rPr lang="en-US"/>
              <a:t>im detail fängt das ganze bei...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61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dashboard anwendung an, anfrage an visualisierungsmodul</a:t>
            </a:r>
          </a:p>
          <a:p>
            <a:r>
              <a:rPr lang="en-US"/>
              <a:t>welches sich parallel historische und optimierte daten holt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705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prognosemodule fragen daten beim überwachungsmodul an und schicken prognose zurück...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68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desweiteren historische daten angefragt, um daraus dann einen trendgraphen zu erstellen</a:t>
            </a:r>
          </a:p>
          <a:p>
            <a:endParaRPr lang="en-US"/>
          </a:p>
          <a:p>
            <a:r>
              <a:rPr lang="en-US"/>
              <a:t>betrachtung des ganzen in der verteilung...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F10C5-EB75-4C6D-BFD4-3EE08B1051C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08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" name="Google Shape;3994;g953a0f0b50_0_9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95" name="Google Shape;3995;g953a0f0b50_0_9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einige querschnittliche konzepte, nicht alle, ausführung zu weit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systemkooperation, durch ausmaß des projekts und integrationsweite ist kooperation der facility manager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 sicherstellung der hardware health grundlegend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zur reibungslosen installation und inbetriebnahme ist übernahme der historischen daten wichtig</a:t>
            </a:r>
          </a:p>
        </p:txBody>
      </p:sp>
    </p:spTree>
    <p:extLst>
      <p:ext uri="{BB962C8B-B14F-4D97-AF65-F5344CB8AC3E}">
        <p14:creationId xmlns:p14="http://schemas.microsoft.com/office/powerpoint/2010/main" val="33981408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953a0f0b50_0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84" name="Google Shape;984;g953a0f0b50_0_1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ADR: Wir wollen keine weiteren </a:t>
            </a:r>
            <a:r>
              <a:rPr lang="de-DE" err="1"/>
              <a:t>Gestezlichen</a:t>
            </a:r>
            <a:r>
              <a:rPr lang="de-DE"/>
              <a:t> </a:t>
            </a:r>
            <a:r>
              <a:rPr lang="de-DE" err="1"/>
              <a:t>einschränkunge</a:t>
            </a:r>
            <a:r>
              <a:rPr lang="de-DE"/>
              <a:t>, deswegen haben wir ein </a:t>
            </a:r>
            <a:r>
              <a:rPr lang="de-DE" err="1"/>
              <a:t>Empfehlugnsssystem</a:t>
            </a:r>
            <a:r>
              <a:rPr lang="de-DE"/>
              <a:t> anstatt direkt die Stromversorgung in </a:t>
            </a:r>
            <a:r>
              <a:rPr lang="de-DE" err="1"/>
              <a:t>z.b</a:t>
            </a:r>
            <a:r>
              <a:rPr lang="de-DE"/>
              <a:t> Firmen zu steuern. Wir wollen Historische  Daten für die Prognose und Analyse der Daten nutzen um einen schnelleren Start in die Optimierung zu finden.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Und wir wollen Hexagonale Architektur mit Ports und Adaptern nutzen, um </a:t>
            </a:r>
            <a:r>
              <a:rPr lang="de-DE" err="1"/>
              <a:t>Interopeprability</a:t>
            </a:r>
            <a:r>
              <a:rPr lang="de-DE"/>
              <a:t> zu fördern.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" name="Google Shape;5942;g953a0f0b50_0_9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943" name="Google Shape;5943;g953a0f0b50_0_97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53a0f0b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15" name="Google Shape;615;g953a0f0b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1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55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6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4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69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94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94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6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948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17309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4095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6202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09563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88431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241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3539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1457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93017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82494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070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E34C792F-F65A-4F45-88D1-523487DA1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541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80594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977699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/>
        </p:nvSpPr>
        <p:spPr>
          <a:xfrm>
            <a:off x="6758167" y="779646"/>
            <a:ext cx="4639200" cy="306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1600"/>
              </a:spcAft>
            </a:pPr>
            <a:r>
              <a:rPr lang="de-DE" sz="4800" b="1">
                <a:latin typeface="Fira Sans"/>
                <a:ea typeface="Fira Sans"/>
                <a:cs typeface="Fira Sans"/>
                <a:sym typeface="Fira Sans"/>
              </a:rPr>
              <a:t>Smart Energy Management System für eine Stadt</a:t>
            </a:r>
          </a:p>
        </p:txBody>
      </p:sp>
      <p:sp>
        <p:nvSpPr>
          <p:cNvPr id="59" name="Google Shape;59;p15"/>
          <p:cNvSpPr txBox="1"/>
          <p:nvPr/>
        </p:nvSpPr>
        <p:spPr>
          <a:xfrm>
            <a:off x="8218967" y="4685980"/>
            <a:ext cx="3178400" cy="11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1600"/>
              </a:spcAft>
            </a:pP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Julia Ihrenberger,</a:t>
            </a:r>
            <a:br>
              <a:rPr lang="en-US" sz="1800" dirty="0">
                <a:latin typeface="Fira Sans"/>
                <a:ea typeface="Fira Sans"/>
                <a:cs typeface="Fira Sans"/>
                <a:sym typeface="Fira Sans"/>
              </a:rPr>
            </a:b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Leonardo Kharraz </a:t>
            </a:r>
            <a:r>
              <a:rPr lang="en-US" sz="1800">
                <a:latin typeface="Fira Sans"/>
                <a:ea typeface="Fira Sans"/>
                <a:cs typeface="Fira Sans"/>
                <a:sym typeface="Fira Sans"/>
              </a:rPr>
              <a:t>Tavakol</a:t>
            </a: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,</a:t>
            </a:r>
            <a:br>
              <a:rPr lang="en-US" sz="1800" dirty="0">
                <a:latin typeface="Fira Sans"/>
                <a:ea typeface="Fira Sans"/>
                <a:cs typeface="Fira Sans"/>
                <a:sym typeface="Fira Sans"/>
              </a:rPr>
            </a:br>
            <a:r>
              <a:rPr lang="en-US" sz="1800" dirty="0">
                <a:latin typeface="Fira Sans"/>
                <a:ea typeface="Fira Sans"/>
                <a:cs typeface="Fira Sans"/>
                <a:sym typeface="Fira Sans"/>
              </a:rPr>
              <a:t>Paula Macedo da Cruz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B42CAF-74A3-9D32-F847-86F7D63F16F6}"/>
              </a:ext>
            </a:extLst>
          </p:cNvPr>
          <p:cNvGrpSpPr/>
          <p:nvPr/>
        </p:nvGrpSpPr>
        <p:grpSpPr>
          <a:xfrm>
            <a:off x="1361234" y="564801"/>
            <a:ext cx="4981223" cy="5728399"/>
            <a:chOff x="1020925" y="423600"/>
            <a:chExt cx="3735917" cy="4296299"/>
          </a:xfrm>
        </p:grpSpPr>
        <p:sp>
          <p:nvSpPr>
            <p:cNvPr id="60" name="Google Shape;60;p15"/>
            <p:cNvSpPr/>
            <p:nvPr/>
          </p:nvSpPr>
          <p:spPr>
            <a:xfrm>
              <a:off x="1252197" y="3101587"/>
              <a:ext cx="3301698" cy="1618312"/>
            </a:xfrm>
            <a:custGeom>
              <a:avLst/>
              <a:gdLst/>
              <a:ahLst/>
              <a:cxnLst/>
              <a:rect l="l" t="t" r="r" b="b"/>
              <a:pathLst>
                <a:path w="56420" h="27654" extrusionOk="0">
                  <a:moveTo>
                    <a:pt x="43777" y="0"/>
                  </a:moveTo>
                  <a:lnTo>
                    <a:pt x="43777" y="5"/>
                  </a:lnTo>
                  <a:lnTo>
                    <a:pt x="36329" y="5"/>
                  </a:lnTo>
                  <a:lnTo>
                    <a:pt x="36329" y="29"/>
                  </a:lnTo>
                  <a:lnTo>
                    <a:pt x="33620" y="29"/>
                  </a:lnTo>
                  <a:lnTo>
                    <a:pt x="33620" y="51"/>
                  </a:lnTo>
                  <a:lnTo>
                    <a:pt x="31472" y="51"/>
                  </a:lnTo>
                  <a:lnTo>
                    <a:pt x="31472" y="29"/>
                  </a:lnTo>
                  <a:lnTo>
                    <a:pt x="25201" y="29"/>
                  </a:lnTo>
                  <a:lnTo>
                    <a:pt x="25201" y="64"/>
                  </a:lnTo>
                  <a:lnTo>
                    <a:pt x="21829" y="64"/>
                  </a:lnTo>
                  <a:lnTo>
                    <a:pt x="21829" y="29"/>
                  </a:lnTo>
                  <a:lnTo>
                    <a:pt x="21829" y="5"/>
                  </a:lnTo>
                  <a:lnTo>
                    <a:pt x="19087" y="5"/>
                  </a:lnTo>
                  <a:lnTo>
                    <a:pt x="19087" y="29"/>
                  </a:lnTo>
                  <a:lnTo>
                    <a:pt x="16289" y="29"/>
                  </a:lnTo>
                  <a:lnTo>
                    <a:pt x="16289" y="64"/>
                  </a:lnTo>
                  <a:lnTo>
                    <a:pt x="14170" y="64"/>
                  </a:lnTo>
                  <a:lnTo>
                    <a:pt x="14170" y="29"/>
                  </a:lnTo>
                  <a:lnTo>
                    <a:pt x="5434" y="29"/>
                  </a:lnTo>
                  <a:lnTo>
                    <a:pt x="5434" y="64"/>
                  </a:lnTo>
                  <a:lnTo>
                    <a:pt x="5017" y="64"/>
                  </a:lnTo>
                  <a:lnTo>
                    <a:pt x="5017" y="29"/>
                  </a:lnTo>
                  <a:lnTo>
                    <a:pt x="0" y="29"/>
                  </a:lnTo>
                  <a:lnTo>
                    <a:pt x="0" y="4458"/>
                  </a:lnTo>
                  <a:lnTo>
                    <a:pt x="1067" y="4458"/>
                  </a:lnTo>
                  <a:lnTo>
                    <a:pt x="1067" y="5395"/>
                  </a:lnTo>
                  <a:lnTo>
                    <a:pt x="3178" y="5395"/>
                  </a:lnTo>
                  <a:lnTo>
                    <a:pt x="3178" y="8425"/>
                  </a:lnTo>
                  <a:lnTo>
                    <a:pt x="5434" y="8425"/>
                  </a:lnTo>
                  <a:lnTo>
                    <a:pt x="5434" y="11559"/>
                  </a:lnTo>
                  <a:lnTo>
                    <a:pt x="6506" y="11559"/>
                  </a:lnTo>
                  <a:cubicBezTo>
                    <a:pt x="6506" y="11634"/>
                    <a:pt x="6583" y="11695"/>
                    <a:pt x="6677" y="11695"/>
                  </a:cubicBezTo>
                  <a:lnTo>
                    <a:pt x="6867" y="11695"/>
                  </a:lnTo>
                  <a:lnTo>
                    <a:pt x="6867" y="16364"/>
                  </a:lnTo>
                  <a:lnTo>
                    <a:pt x="7048" y="16364"/>
                  </a:lnTo>
                  <a:lnTo>
                    <a:pt x="7048" y="11695"/>
                  </a:lnTo>
                  <a:lnTo>
                    <a:pt x="7237" y="11695"/>
                  </a:lnTo>
                  <a:cubicBezTo>
                    <a:pt x="7332" y="11695"/>
                    <a:pt x="7409" y="11634"/>
                    <a:pt x="7409" y="11559"/>
                  </a:cubicBezTo>
                  <a:lnTo>
                    <a:pt x="9802" y="11559"/>
                  </a:lnTo>
                  <a:lnTo>
                    <a:pt x="9802" y="11570"/>
                  </a:lnTo>
                  <a:lnTo>
                    <a:pt x="12110" y="11570"/>
                  </a:lnTo>
                  <a:lnTo>
                    <a:pt x="12110" y="14048"/>
                  </a:lnTo>
                  <a:lnTo>
                    <a:pt x="12758" y="14048"/>
                  </a:lnTo>
                  <a:lnTo>
                    <a:pt x="12758" y="16217"/>
                  </a:lnTo>
                  <a:lnTo>
                    <a:pt x="13407" y="16217"/>
                  </a:lnTo>
                  <a:lnTo>
                    <a:pt x="13407" y="17633"/>
                  </a:lnTo>
                  <a:lnTo>
                    <a:pt x="14156" y="17633"/>
                  </a:lnTo>
                  <a:lnTo>
                    <a:pt x="14156" y="18686"/>
                  </a:lnTo>
                  <a:lnTo>
                    <a:pt x="16492" y="18686"/>
                  </a:lnTo>
                  <a:lnTo>
                    <a:pt x="16492" y="17633"/>
                  </a:lnTo>
                  <a:lnTo>
                    <a:pt x="17241" y="17633"/>
                  </a:lnTo>
                  <a:lnTo>
                    <a:pt x="17241" y="16217"/>
                  </a:lnTo>
                  <a:lnTo>
                    <a:pt x="17890" y="16217"/>
                  </a:lnTo>
                  <a:lnTo>
                    <a:pt x="17890" y="14048"/>
                  </a:lnTo>
                  <a:lnTo>
                    <a:pt x="18538" y="14048"/>
                  </a:lnTo>
                  <a:lnTo>
                    <a:pt x="18538" y="8728"/>
                  </a:lnTo>
                  <a:lnTo>
                    <a:pt x="19317" y="8728"/>
                  </a:lnTo>
                  <a:lnTo>
                    <a:pt x="19317" y="14048"/>
                  </a:lnTo>
                  <a:lnTo>
                    <a:pt x="19691" y="14048"/>
                  </a:lnTo>
                  <a:lnTo>
                    <a:pt x="19691" y="15233"/>
                  </a:lnTo>
                  <a:lnTo>
                    <a:pt x="21163" y="15233"/>
                  </a:lnTo>
                  <a:lnTo>
                    <a:pt x="21163" y="14048"/>
                  </a:lnTo>
                  <a:lnTo>
                    <a:pt x="21510" y="14048"/>
                  </a:lnTo>
                  <a:lnTo>
                    <a:pt x="21510" y="11695"/>
                  </a:lnTo>
                  <a:lnTo>
                    <a:pt x="25199" y="11695"/>
                  </a:lnTo>
                  <a:lnTo>
                    <a:pt x="25199" y="15086"/>
                  </a:lnTo>
                  <a:lnTo>
                    <a:pt x="26562" y="15086"/>
                  </a:lnTo>
                  <a:lnTo>
                    <a:pt x="26562" y="16206"/>
                  </a:lnTo>
                  <a:cubicBezTo>
                    <a:pt x="26562" y="16330"/>
                    <a:pt x="26690" y="16433"/>
                    <a:pt x="26849" y="16433"/>
                  </a:cubicBezTo>
                  <a:lnTo>
                    <a:pt x="29263" y="16433"/>
                  </a:lnTo>
                  <a:lnTo>
                    <a:pt x="29263" y="20633"/>
                  </a:lnTo>
                  <a:lnTo>
                    <a:pt x="29263" y="22518"/>
                  </a:lnTo>
                  <a:lnTo>
                    <a:pt x="32812" y="22518"/>
                  </a:lnTo>
                  <a:lnTo>
                    <a:pt x="32898" y="27654"/>
                  </a:lnTo>
                  <a:lnTo>
                    <a:pt x="33244" y="27654"/>
                  </a:lnTo>
                  <a:lnTo>
                    <a:pt x="33329" y="22518"/>
                  </a:lnTo>
                  <a:lnTo>
                    <a:pt x="35234" y="22518"/>
                  </a:lnTo>
                  <a:lnTo>
                    <a:pt x="35234" y="20633"/>
                  </a:lnTo>
                  <a:lnTo>
                    <a:pt x="35234" y="15805"/>
                  </a:lnTo>
                  <a:lnTo>
                    <a:pt x="35234" y="15463"/>
                  </a:lnTo>
                  <a:lnTo>
                    <a:pt x="35234" y="13430"/>
                  </a:lnTo>
                  <a:lnTo>
                    <a:pt x="35234" y="13087"/>
                  </a:lnTo>
                  <a:lnTo>
                    <a:pt x="35234" y="8014"/>
                  </a:lnTo>
                  <a:lnTo>
                    <a:pt x="35922" y="8014"/>
                  </a:lnTo>
                  <a:lnTo>
                    <a:pt x="35922" y="13201"/>
                  </a:lnTo>
                  <a:lnTo>
                    <a:pt x="38723" y="13201"/>
                  </a:lnTo>
                  <a:lnTo>
                    <a:pt x="38723" y="10887"/>
                  </a:lnTo>
                  <a:lnTo>
                    <a:pt x="42415" y="10887"/>
                  </a:lnTo>
                  <a:lnTo>
                    <a:pt x="42415" y="8357"/>
                  </a:lnTo>
                  <a:lnTo>
                    <a:pt x="44605" y="8357"/>
                  </a:lnTo>
                  <a:lnTo>
                    <a:pt x="44605" y="7894"/>
                  </a:lnTo>
                  <a:lnTo>
                    <a:pt x="44734" y="7894"/>
                  </a:lnTo>
                  <a:lnTo>
                    <a:pt x="44734" y="7584"/>
                  </a:lnTo>
                  <a:lnTo>
                    <a:pt x="44605" y="7584"/>
                  </a:lnTo>
                  <a:lnTo>
                    <a:pt x="44605" y="3773"/>
                  </a:lnTo>
                  <a:lnTo>
                    <a:pt x="45152" y="3773"/>
                  </a:lnTo>
                  <a:lnTo>
                    <a:pt x="45152" y="12881"/>
                  </a:lnTo>
                  <a:lnTo>
                    <a:pt x="45152" y="13201"/>
                  </a:lnTo>
                  <a:lnTo>
                    <a:pt x="45008" y="13201"/>
                  </a:lnTo>
                  <a:lnTo>
                    <a:pt x="45008" y="13396"/>
                  </a:lnTo>
                  <a:lnTo>
                    <a:pt x="45152" y="13396"/>
                  </a:lnTo>
                  <a:lnTo>
                    <a:pt x="45152" y="13761"/>
                  </a:lnTo>
                  <a:cubicBezTo>
                    <a:pt x="45152" y="13837"/>
                    <a:pt x="45230" y="13898"/>
                    <a:pt x="45325" y="13898"/>
                  </a:cubicBezTo>
                  <a:cubicBezTo>
                    <a:pt x="45419" y="13898"/>
                    <a:pt x="45498" y="13837"/>
                    <a:pt x="45498" y="13761"/>
                  </a:cubicBezTo>
                  <a:lnTo>
                    <a:pt x="45498" y="13396"/>
                  </a:lnTo>
                  <a:lnTo>
                    <a:pt x="46042" y="13396"/>
                  </a:lnTo>
                  <a:lnTo>
                    <a:pt x="46042" y="15781"/>
                  </a:lnTo>
                  <a:lnTo>
                    <a:pt x="46042" y="16283"/>
                  </a:lnTo>
                  <a:lnTo>
                    <a:pt x="45900" y="16283"/>
                  </a:lnTo>
                  <a:lnTo>
                    <a:pt x="45900" y="16432"/>
                  </a:lnTo>
                  <a:lnTo>
                    <a:pt x="46042" y="16432"/>
                  </a:lnTo>
                  <a:lnTo>
                    <a:pt x="46042" y="16660"/>
                  </a:lnTo>
                  <a:cubicBezTo>
                    <a:pt x="46042" y="16735"/>
                    <a:pt x="46119" y="16796"/>
                    <a:pt x="46214" y="16796"/>
                  </a:cubicBezTo>
                  <a:cubicBezTo>
                    <a:pt x="46310" y="16796"/>
                    <a:pt x="46386" y="16735"/>
                    <a:pt x="46386" y="16660"/>
                  </a:cubicBezTo>
                  <a:lnTo>
                    <a:pt x="46386" y="16432"/>
                  </a:lnTo>
                  <a:lnTo>
                    <a:pt x="46563" y="16432"/>
                  </a:lnTo>
                  <a:lnTo>
                    <a:pt x="47659" y="19102"/>
                  </a:lnTo>
                  <a:lnTo>
                    <a:pt x="48755" y="16432"/>
                  </a:lnTo>
                  <a:lnTo>
                    <a:pt x="48932" y="16432"/>
                  </a:lnTo>
                  <a:lnTo>
                    <a:pt x="48932" y="16660"/>
                  </a:lnTo>
                  <a:cubicBezTo>
                    <a:pt x="48932" y="16735"/>
                    <a:pt x="49010" y="16796"/>
                    <a:pt x="49105" y="16796"/>
                  </a:cubicBezTo>
                  <a:cubicBezTo>
                    <a:pt x="49199" y="16796"/>
                    <a:pt x="49277" y="16735"/>
                    <a:pt x="49277" y="16660"/>
                  </a:cubicBezTo>
                  <a:lnTo>
                    <a:pt x="49277" y="16432"/>
                  </a:lnTo>
                  <a:lnTo>
                    <a:pt x="49468" y="16432"/>
                  </a:lnTo>
                  <a:lnTo>
                    <a:pt x="49468" y="16283"/>
                  </a:lnTo>
                  <a:lnTo>
                    <a:pt x="49277" y="16283"/>
                  </a:lnTo>
                  <a:lnTo>
                    <a:pt x="49277" y="15781"/>
                  </a:lnTo>
                  <a:lnTo>
                    <a:pt x="49277" y="13396"/>
                  </a:lnTo>
                  <a:lnTo>
                    <a:pt x="49821" y="13396"/>
                  </a:lnTo>
                  <a:lnTo>
                    <a:pt x="49821" y="13761"/>
                  </a:lnTo>
                  <a:cubicBezTo>
                    <a:pt x="49821" y="13837"/>
                    <a:pt x="49899" y="13898"/>
                    <a:pt x="49993" y="13898"/>
                  </a:cubicBezTo>
                  <a:cubicBezTo>
                    <a:pt x="50089" y="13898"/>
                    <a:pt x="50166" y="13837"/>
                    <a:pt x="50166" y="13761"/>
                  </a:cubicBezTo>
                  <a:lnTo>
                    <a:pt x="50166" y="13396"/>
                  </a:lnTo>
                  <a:lnTo>
                    <a:pt x="50310" y="13396"/>
                  </a:lnTo>
                  <a:lnTo>
                    <a:pt x="50310" y="13201"/>
                  </a:lnTo>
                  <a:lnTo>
                    <a:pt x="50166" y="13201"/>
                  </a:lnTo>
                  <a:lnTo>
                    <a:pt x="50166" y="12881"/>
                  </a:lnTo>
                  <a:lnTo>
                    <a:pt x="50166" y="6719"/>
                  </a:lnTo>
                  <a:cubicBezTo>
                    <a:pt x="50182" y="6717"/>
                    <a:pt x="50200" y="6716"/>
                    <a:pt x="50215" y="6715"/>
                  </a:cubicBezTo>
                  <a:cubicBezTo>
                    <a:pt x="50249" y="6712"/>
                    <a:pt x="50284" y="6710"/>
                    <a:pt x="50318" y="6706"/>
                  </a:cubicBezTo>
                  <a:cubicBezTo>
                    <a:pt x="50340" y="6704"/>
                    <a:pt x="50360" y="6701"/>
                    <a:pt x="50382" y="6698"/>
                  </a:cubicBezTo>
                  <a:cubicBezTo>
                    <a:pt x="50412" y="6695"/>
                    <a:pt x="50441" y="6691"/>
                    <a:pt x="50471" y="6686"/>
                  </a:cubicBezTo>
                  <a:cubicBezTo>
                    <a:pt x="50493" y="6682"/>
                    <a:pt x="50515" y="6678"/>
                    <a:pt x="50538" y="6672"/>
                  </a:cubicBezTo>
                  <a:cubicBezTo>
                    <a:pt x="50564" y="6667"/>
                    <a:pt x="50591" y="6662"/>
                    <a:pt x="50616" y="6657"/>
                  </a:cubicBezTo>
                  <a:cubicBezTo>
                    <a:pt x="50639" y="6653"/>
                    <a:pt x="50662" y="6646"/>
                    <a:pt x="50685" y="6641"/>
                  </a:cubicBezTo>
                  <a:cubicBezTo>
                    <a:pt x="50708" y="6635"/>
                    <a:pt x="50732" y="6629"/>
                    <a:pt x="50753" y="6623"/>
                  </a:cubicBezTo>
                  <a:cubicBezTo>
                    <a:pt x="50777" y="6616"/>
                    <a:pt x="50800" y="6609"/>
                    <a:pt x="50823" y="6602"/>
                  </a:cubicBezTo>
                  <a:cubicBezTo>
                    <a:pt x="50843" y="6595"/>
                    <a:pt x="50863" y="6589"/>
                    <a:pt x="50882" y="6582"/>
                  </a:cubicBezTo>
                  <a:cubicBezTo>
                    <a:pt x="50907" y="6573"/>
                    <a:pt x="50929" y="6565"/>
                    <a:pt x="50954" y="6557"/>
                  </a:cubicBezTo>
                  <a:cubicBezTo>
                    <a:pt x="50970" y="6551"/>
                    <a:pt x="50988" y="6544"/>
                    <a:pt x="51004" y="6536"/>
                  </a:cubicBezTo>
                  <a:cubicBezTo>
                    <a:pt x="51028" y="6526"/>
                    <a:pt x="51052" y="6516"/>
                    <a:pt x="51076" y="6504"/>
                  </a:cubicBezTo>
                  <a:lnTo>
                    <a:pt x="51113" y="6485"/>
                  </a:lnTo>
                  <a:cubicBezTo>
                    <a:pt x="51138" y="6472"/>
                    <a:pt x="51164" y="6460"/>
                    <a:pt x="51187" y="6446"/>
                  </a:cubicBezTo>
                  <a:lnTo>
                    <a:pt x="51214" y="6431"/>
                  </a:lnTo>
                  <a:cubicBezTo>
                    <a:pt x="51239" y="6416"/>
                    <a:pt x="51265" y="6400"/>
                    <a:pt x="51287" y="6384"/>
                  </a:cubicBezTo>
                  <a:cubicBezTo>
                    <a:pt x="51292" y="6382"/>
                    <a:pt x="51295" y="6379"/>
                    <a:pt x="51298" y="6376"/>
                  </a:cubicBezTo>
                  <a:cubicBezTo>
                    <a:pt x="51475" y="6253"/>
                    <a:pt x="51592" y="6104"/>
                    <a:pt x="51629" y="5941"/>
                  </a:cubicBezTo>
                  <a:lnTo>
                    <a:pt x="51665" y="5941"/>
                  </a:lnTo>
                  <a:cubicBezTo>
                    <a:pt x="51748" y="5941"/>
                    <a:pt x="51815" y="5888"/>
                    <a:pt x="51815" y="5821"/>
                  </a:cubicBezTo>
                  <a:cubicBezTo>
                    <a:pt x="51815" y="5755"/>
                    <a:pt x="51748" y="5701"/>
                    <a:pt x="51665" y="5701"/>
                  </a:cubicBezTo>
                  <a:lnTo>
                    <a:pt x="51644" y="5701"/>
                  </a:lnTo>
                  <a:lnTo>
                    <a:pt x="51644" y="3773"/>
                  </a:lnTo>
                  <a:lnTo>
                    <a:pt x="51644" y="3007"/>
                  </a:lnTo>
                  <a:lnTo>
                    <a:pt x="53654" y="3007"/>
                  </a:lnTo>
                  <a:lnTo>
                    <a:pt x="53654" y="4336"/>
                  </a:lnTo>
                  <a:lnTo>
                    <a:pt x="54004" y="4336"/>
                  </a:lnTo>
                  <a:cubicBezTo>
                    <a:pt x="53998" y="4348"/>
                    <a:pt x="53994" y="4361"/>
                    <a:pt x="53994" y="4374"/>
                  </a:cubicBezTo>
                  <a:cubicBezTo>
                    <a:pt x="53994" y="4434"/>
                    <a:pt x="54055" y="4482"/>
                    <a:pt x="54130" y="4482"/>
                  </a:cubicBezTo>
                  <a:lnTo>
                    <a:pt x="55938" y="4482"/>
                  </a:lnTo>
                  <a:cubicBezTo>
                    <a:pt x="56014" y="4482"/>
                    <a:pt x="56074" y="4434"/>
                    <a:pt x="56074" y="4374"/>
                  </a:cubicBezTo>
                  <a:cubicBezTo>
                    <a:pt x="56074" y="4361"/>
                    <a:pt x="56070" y="4347"/>
                    <a:pt x="56064" y="4336"/>
                  </a:cubicBezTo>
                  <a:lnTo>
                    <a:pt x="56420" y="4336"/>
                  </a:lnTo>
                  <a:lnTo>
                    <a:pt x="56420" y="64"/>
                  </a:lnTo>
                  <a:lnTo>
                    <a:pt x="51649" y="64"/>
                  </a:lnTo>
                  <a:lnTo>
                    <a:pt x="516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1080323" y="423600"/>
              <a:ext cx="3617121" cy="2627841"/>
            </a:xfrm>
            <a:custGeom>
              <a:avLst/>
              <a:gdLst/>
              <a:ahLst/>
              <a:cxnLst/>
              <a:rect l="l" t="t" r="r" b="b"/>
              <a:pathLst>
                <a:path w="61810" h="44905" extrusionOk="0">
                  <a:moveTo>
                    <a:pt x="30905" y="0"/>
                  </a:moveTo>
                  <a:cubicBezTo>
                    <a:pt x="13837" y="0"/>
                    <a:pt x="1" y="13591"/>
                    <a:pt x="1" y="30355"/>
                  </a:cubicBezTo>
                  <a:cubicBezTo>
                    <a:pt x="1" y="35627"/>
                    <a:pt x="1370" y="40584"/>
                    <a:pt x="3776" y="44905"/>
                  </a:cubicBezTo>
                  <a:lnTo>
                    <a:pt x="58080" y="44824"/>
                  </a:lnTo>
                  <a:cubicBezTo>
                    <a:pt x="60459" y="40523"/>
                    <a:pt x="61809" y="35594"/>
                    <a:pt x="61809" y="30355"/>
                  </a:cubicBezTo>
                  <a:cubicBezTo>
                    <a:pt x="61809" y="13591"/>
                    <a:pt x="47973" y="0"/>
                    <a:pt x="309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4245864" y="2791607"/>
              <a:ext cx="162042" cy="217694"/>
            </a:xfrm>
            <a:custGeom>
              <a:avLst/>
              <a:gdLst/>
              <a:ahLst/>
              <a:cxnLst/>
              <a:rect l="l" t="t" r="r" b="b"/>
              <a:pathLst>
                <a:path w="2769" h="3720" extrusionOk="0">
                  <a:moveTo>
                    <a:pt x="0" y="0"/>
                  </a:moveTo>
                  <a:lnTo>
                    <a:pt x="0" y="3719"/>
                  </a:lnTo>
                  <a:lnTo>
                    <a:pt x="2768" y="3719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354365" y="2038105"/>
              <a:ext cx="163915" cy="973656"/>
            </a:xfrm>
            <a:custGeom>
              <a:avLst/>
              <a:gdLst/>
              <a:ahLst/>
              <a:cxnLst/>
              <a:rect l="l" t="t" r="r" b="b"/>
              <a:pathLst>
                <a:path w="2801" h="16638" extrusionOk="0">
                  <a:moveTo>
                    <a:pt x="0" y="0"/>
                  </a:moveTo>
                  <a:lnTo>
                    <a:pt x="0" y="16637"/>
                  </a:lnTo>
                  <a:lnTo>
                    <a:pt x="2801" y="16637"/>
                  </a:lnTo>
                  <a:lnTo>
                    <a:pt x="28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4167915" y="1986666"/>
              <a:ext cx="20306" cy="85264"/>
            </a:xfrm>
            <a:custGeom>
              <a:avLst/>
              <a:gdLst/>
              <a:ahLst/>
              <a:cxnLst/>
              <a:rect l="l" t="t" r="r" b="b"/>
              <a:pathLst>
                <a:path w="347" h="1457" extrusionOk="0">
                  <a:moveTo>
                    <a:pt x="173" y="0"/>
                  </a:moveTo>
                  <a:cubicBezTo>
                    <a:pt x="77" y="0"/>
                    <a:pt x="0" y="79"/>
                    <a:pt x="0" y="173"/>
                  </a:cubicBezTo>
                  <a:lnTo>
                    <a:pt x="0" y="1284"/>
                  </a:lnTo>
                  <a:cubicBezTo>
                    <a:pt x="0" y="1380"/>
                    <a:pt x="79" y="1456"/>
                    <a:pt x="173" y="1456"/>
                  </a:cubicBezTo>
                  <a:cubicBezTo>
                    <a:pt x="269" y="1456"/>
                    <a:pt x="346" y="1379"/>
                    <a:pt x="346" y="1284"/>
                  </a:cubicBezTo>
                  <a:lnTo>
                    <a:pt x="346" y="173"/>
                  </a:lnTo>
                  <a:cubicBezTo>
                    <a:pt x="346" y="77"/>
                    <a:pt x="268" y="0"/>
                    <a:pt x="173" y="0"/>
                  </a:cubicBezTo>
                  <a:close/>
                </a:path>
              </a:pathLst>
            </a:custGeom>
            <a:solidFill>
              <a:srgbClr val="DDB2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3894508" y="1986666"/>
              <a:ext cx="20306" cy="85264"/>
            </a:xfrm>
            <a:custGeom>
              <a:avLst/>
              <a:gdLst/>
              <a:ahLst/>
              <a:cxnLst/>
              <a:rect l="l" t="t" r="r" b="b"/>
              <a:pathLst>
                <a:path w="347" h="1457" extrusionOk="0">
                  <a:moveTo>
                    <a:pt x="173" y="0"/>
                  </a:moveTo>
                  <a:cubicBezTo>
                    <a:pt x="77" y="0"/>
                    <a:pt x="0" y="79"/>
                    <a:pt x="0" y="173"/>
                  </a:cubicBezTo>
                  <a:lnTo>
                    <a:pt x="0" y="1284"/>
                  </a:lnTo>
                  <a:cubicBezTo>
                    <a:pt x="0" y="1380"/>
                    <a:pt x="78" y="1456"/>
                    <a:pt x="173" y="1456"/>
                  </a:cubicBezTo>
                  <a:cubicBezTo>
                    <a:pt x="270" y="1456"/>
                    <a:pt x="346" y="1379"/>
                    <a:pt x="346" y="1284"/>
                  </a:cubicBezTo>
                  <a:lnTo>
                    <a:pt x="346" y="173"/>
                  </a:lnTo>
                  <a:cubicBezTo>
                    <a:pt x="346" y="77"/>
                    <a:pt x="267" y="0"/>
                    <a:pt x="1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3946591" y="1772367"/>
              <a:ext cx="20306" cy="85264"/>
            </a:xfrm>
            <a:custGeom>
              <a:avLst/>
              <a:gdLst/>
              <a:ahLst/>
              <a:cxnLst/>
              <a:rect l="l" t="t" r="r" b="b"/>
              <a:pathLst>
                <a:path w="347" h="1457" extrusionOk="0">
                  <a:moveTo>
                    <a:pt x="173" y="0"/>
                  </a:moveTo>
                  <a:cubicBezTo>
                    <a:pt x="77" y="0"/>
                    <a:pt x="1" y="79"/>
                    <a:pt x="1" y="173"/>
                  </a:cubicBezTo>
                  <a:lnTo>
                    <a:pt x="1" y="1284"/>
                  </a:lnTo>
                  <a:cubicBezTo>
                    <a:pt x="1" y="1380"/>
                    <a:pt x="78" y="1456"/>
                    <a:pt x="173" y="1456"/>
                  </a:cubicBezTo>
                  <a:cubicBezTo>
                    <a:pt x="270" y="1456"/>
                    <a:pt x="346" y="1379"/>
                    <a:pt x="346" y="1284"/>
                  </a:cubicBezTo>
                  <a:lnTo>
                    <a:pt x="346" y="173"/>
                  </a:lnTo>
                  <a:cubicBezTo>
                    <a:pt x="346" y="77"/>
                    <a:pt x="268" y="0"/>
                    <a:pt x="1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4115832" y="1772367"/>
              <a:ext cx="20248" cy="85264"/>
            </a:xfrm>
            <a:custGeom>
              <a:avLst/>
              <a:gdLst/>
              <a:ahLst/>
              <a:cxnLst/>
              <a:rect l="l" t="t" r="r" b="b"/>
              <a:pathLst>
                <a:path w="346" h="1457" extrusionOk="0">
                  <a:moveTo>
                    <a:pt x="173" y="0"/>
                  </a:moveTo>
                  <a:cubicBezTo>
                    <a:pt x="77" y="0"/>
                    <a:pt x="0" y="79"/>
                    <a:pt x="0" y="173"/>
                  </a:cubicBezTo>
                  <a:lnTo>
                    <a:pt x="0" y="1284"/>
                  </a:lnTo>
                  <a:cubicBezTo>
                    <a:pt x="0" y="1380"/>
                    <a:pt x="79" y="1456"/>
                    <a:pt x="173" y="1456"/>
                  </a:cubicBezTo>
                  <a:cubicBezTo>
                    <a:pt x="269" y="1456"/>
                    <a:pt x="346" y="1379"/>
                    <a:pt x="346" y="1284"/>
                  </a:cubicBezTo>
                  <a:lnTo>
                    <a:pt x="346" y="173"/>
                  </a:lnTo>
                  <a:cubicBezTo>
                    <a:pt x="346" y="77"/>
                    <a:pt x="268" y="0"/>
                    <a:pt x="173" y="0"/>
                  </a:cubicBezTo>
                  <a:close/>
                </a:path>
              </a:pathLst>
            </a:custGeom>
            <a:solidFill>
              <a:srgbClr val="DDB2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894508" y="2023709"/>
              <a:ext cx="293712" cy="988052"/>
            </a:xfrm>
            <a:custGeom>
              <a:avLst/>
              <a:gdLst/>
              <a:ahLst/>
              <a:cxnLst/>
              <a:rect l="l" t="t" r="r" b="b"/>
              <a:pathLst>
                <a:path w="5019" h="16884" extrusionOk="0">
                  <a:moveTo>
                    <a:pt x="0" y="1"/>
                  </a:moveTo>
                  <a:lnTo>
                    <a:pt x="0" y="16883"/>
                  </a:lnTo>
                  <a:lnTo>
                    <a:pt x="5018" y="16883"/>
                  </a:lnTo>
                  <a:lnTo>
                    <a:pt x="50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3946591" y="1799286"/>
              <a:ext cx="189488" cy="224483"/>
            </a:xfrm>
            <a:custGeom>
              <a:avLst/>
              <a:gdLst/>
              <a:ahLst/>
              <a:cxnLst/>
              <a:rect l="l" t="t" r="r" b="b"/>
              <a:pathLst>
                <a:path w="3238" h="3836" extrusionOk="0">
                  <a:moveTo>
                    <a:pt x="1" y="1"/>
                  </a:moveTo>
                  <a:lnTo>
                    <a:pt x="1" y="3836"/>
                  </a:lnTo>
                  <a:lnTo>
                    <a:pt x="3238" y="3836"/>
                  </a:lnTo>
                  <a:lnTo>
                    <a:pt x="32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3977197" y="1601898"/>
              <a:ext cx="128393" cy="197446"/>
            </a:xfrm>
            <a:custGeom>
              <a:avLst/>
              <a:gdLst/>
              <a:ahLst/>
              <a:cxnLst/>
              <a:rect l="l" t="t" r="r" b="b"/>
              <a:pathLst>
                <a:path w="2194" h="3374" extrusionOk="0">
                  <a:moveTo>
                    <a:pt x="1097" y="0"/>
                  </a:moveTo>
                  <a:lnTo>
                    <a:pt x="0" y="3374"/>
                  </a:lnTo>
                  <a:lnTo>
                    <a:pt x="2193" y="3374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975910" y="1823162"/>
              <a:ext cx="31308" cy="47869"/>
            </a:xfrm>
            <a:custGeom>
              <a:avLst/>
              <a:gdLst/>
              <a:ahLst/>
              <a:cxnLst/>
              <a:rect l="l" t="t" r="r" b="b"/>
              <a:pathLst>
                <a:path w="535" h="818" extrusionOk="0">
                  <a:moveTo>
                    <a:pt x="268" y="0"/>
                  </a:moveTo>
                  <a:cubicBezTo>
                    <a:pt x="122" y="0"/>
                    <a:pt x="1" y="119"/>
                    <a:pt x="1" y="267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7"/>
                  </a:lnTo>
                  <a:cubicBezTo>
                    <a:pt x="534" y="119"/>
                    <a:pt x="415" y="0"/>
                    <a:pt x="2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025711" y="1823162"/>
              <a:ext cx="31308" cy="47869"/>
            </a:xfrm>
            <a:custGeom>
              <a:avLst/>
              <a:gdLst/>
              <a:ahLst/>
              <a:cxnLst/>
              <a:rect l="l" t="t" r="r" b="b"/>
              <a:pathLst>
                <a:path w="535" h="818" extrusionOk="0">
                  <a:moveTo>
                    <a:pt x="268" y="0"/>
                  </a:moveTo>
                  <a:cubicBezTo>
                    <a:pt x="121" y="0"/>
                    <a:pt x="0" y="119"/>
                    <a:pt x="0" y="267"/>
                  </a:cubicBezTo>
                  <a:lnTo>
                    <a:pt x="0" y="818"/>
                  </a:lnTo>
                  <a:lnTo>
                    <a:pt x="534" y="818"/>
                  </a:lnTo>
                  <a:lnTo>
                    <a:pt x="534" y="267"/>
                  </a:lnTo>
                  <a:cubicBezTo>
                    <a:pt x="534" y="119"/>
                    <a:pt x="415" y="0"/>
                    <a:pt x="2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4075512" y="1823162"/>
              <a:ext cx="31250" cy="47869"/>
            </a:xfrm>
            <a:custGeom>
              <a:avLst/>
              <a:gdLst/>
              <a:ahLst/>
              <a:cxnLst/>
              <a:rect l="l" t="t" r="r" b="b"/>
              <a:pathLst>
                <a:path w="534" h="818" extrusionOk="0">
                  <a:moveTo>
                    <a:pt x="268" y="0"/>
                  </a:moveTo>
                  <a:cubicBezTo>
                    <a:pt x="120" y="0"/>
                    <a:pt x="1" y="119"/>
                    <a:pt x="1" y="267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7"/>
                  </a:lnTo>
                  <a:cubicBezTo>
                    <a:pt x="534" y="119"/>
                    <a:pt x="415" y="0"/>
                    <a:pt x="268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975910" y="1891337"/>
              <a:ext cx="31308" cy="47928"/>
            </a:xfrm>
            <a:custGeom>
              <a:avLst/>
              <a:gdLst/>
              <a:ahLst/>
              <a:cxnLst/>
              <a:rect l="l" t="t" r="r" b="b"/>
              <a:pathLst>
                <a:path w="535" h="819" extrusionOk="0">
                  <a:moveTo>
                    <a:pt x="268" y="1"/>
                  </a:moveTo>
                  <a:cubicBezTo>
                    <a:pt x="122" y="1"/>
                    <a:pt x="1" y="119"/>
                    <a:pt x="1" y="268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025711" y="1891337"/>
              <a:ext cx="31308" cy="47928"/>
            </a:xfrm>
            <a:custGeom>
              <a:avLst/>
              <a:gdLst/>
              <a:ahLst/>
              <a:cxnLst/>
              <a:rect l="l" t="t" r="r" b="b"/>
              <a:pathLst>
                <a:path w="535" h="819" extrusionOk="0">
                  <a:moveTo>
                    <a:pt x="268" y="1"/>
                  </a:moveTo>
                  <a:cubicBezTo>
                    <a:pt x="121" y="1"/>
                    <a:pt x="0" y="119"/>
                    <a:pt x="0" y="268"/>
                  </a:cubicBezTo>
                  <a:lnTo>
                    <a:pt x="0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4075512" y="1891337"/>
              <a:ext cx="31250" cy="47928"/>
            </a:xfrm>
            <a:custGeom>
              <a:avLst/>
              <a:gdLst/>
              <a:ahLst/>
              <a:cxnLst/>
              <a:rect l="l" t="t" r="r" b="b"/>
              <a:pathLst>
                <a:path w="534" h="819" extrusionOk="0">
                  <a:moveTo>
                    <a:pt x="268" y="1"/>
                  </a:moveTo>
                  <a:cubicBezTo>
                    <a:pt x="120" y="1"/>
                    <a:pt x="1" y="119"/>
                    <a:pt x="1" y="268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3975910" y="1955768"/>
              <a:ext cx="31308" cy="47928"/>
            </a:xfrm>
            <a:custGeom>
              <a:avLst/>
              <a:gdLst/>
              <a:ahLst/>
              <a:cxnLst/>
              <a:rect l="l" t="t" r="r" b="b"/>
              <a:pathLst>
                <a:path w="535" h="819" extrusionOk="0">
                  <a:moveTo>
                    <a:pt x="268" y="1"/>
                  </a:moveTo>
                  <a:cubicBezTo>
                    <a:pt x="122" y="1"/>
                    <a:pt x="1" y="119"/>
                    <a:pt x="1" y="268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4025711" y="1955768"/>
              <a:ext cx="31308" cy="47928"/>
            </a:xfrm>
            <a:custGeom>
              <a:avLst/>
              <a:gdLst/>
              <a:ahLst/>
              <a:cxnLst/>
              <a:rect l="l" t="t" r="r" b="b"/>
              <a:pathLst>
                <a:path w="535" h="819" extrusionOk="0">
                  <a:moveTo>
                    <a:pt x="268" y="1"/>
                  </a:moveTo>
                  <a:cubicBezTo>
                    <a:pt x="121" y="1"/>
                    <a:pt x="0" y="119"/>
                    <a:pt x="0" y="268"/>
                  </a:cubicBezTo>
                  <a:lnTo>
                    <a:pt x="0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4075512" y="1955768"/>
              <a:ext cx="31250" cy="47928"/>
            </a:xfrm>
            <a:custGeom>
              <a:avLst/>
              <a:gdLst/>
              <a:ahLst/>
              <a:cxnLst/>
              <a:rect l="l" t="t" r="r" b="b"/>
              <a:pathLst>
                <a:path w="534" h="819" extrusionOk="0">
                  <a:moveTo>
                    <a:pt x="268" y="1"/>
                  </a:moveTo>
                  <a:cubicBezTo>
                    <a:pt x="120" y="1"/>
                    <a:pt x="1" y="119"/>
                    <a:pt x="1" y="268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930323" y="2061396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0"/>
                  </a:moveTo>
                  <a:cubicBezTo>
                    <a:pt x="145" y="0"/>
                    <a:pt x="0" y="144"/>
                    <a:pt x="0" y="322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1" y="144"/>
                    <a:pt x="498" y="0"/>
                    <a:pt x="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3990072" y="2061396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0"/>
                  </a:moveTo>
                  <a:cubicBezTo>
                    <a:pt x="146" y="0"/>
                    <a:pt x="0" y="144"/>
                    <a:pt x="0" y="322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2"/>
                  </a:lnTo>
                  <a:cubicBezTo>
                    <a:pt x="642" y="144"/>
                    <a:pt x="499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4049880" y="2061396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0"/>
                  </a:moveTo>
                  <a:cubicBezTo>
                    <a:pt x="145" y="0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3" y="144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3930323" y="2143266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0"/>
                  </a:moveTo>
                  <a:cubicBezTo>
                    <a:pt x="145" y="0"/>
                    <a:pt x="0" y="143"/>
                    <a:pt x="0" y="321"/>
                  </a:cubicBezTo>
                  <a:lnTo>
                    <a:pt x="0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1" y="143"/>
                    <a:pt x="498" y="0"/>
                    <a:pt x="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3990072" y="2143266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0"/>
                  </a:moveTo>
                  <a:cubicBezTo>
                    <a:pt x="146" y="0"/>
                    <a:pt x="0" y="143"/>
                    <a:pt x="0" y="321"/>
                  </a:cubicBezTo>
                  <a:lnTo>
                    <a:pt x="0" y="982"/>
                  </a:lnTo>
                  <a:lnTo>
                    <a:pt x="642" y="982"/>
                  </a:lnTo>
                  <a:lnTo>
                    <a:pt x="642" y="321"/>
                  </a:lnTo>
                  <a:cubicBezTo>
                    <a:pt x="642" y="143"/>
                    <a:pt x="499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4049880" y="2143266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3" y="143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3930323" y="2220687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0"/>
                  </a:moveTo>
                  <a:cubicBezTo>
                    <a:pt x="145" y="0"/>
                    <a:pt x="0" y="143"/>
                    <a:pt x="0" y="321"/>
                  </a:cubicBezTo>
                  <a:lnTo>
                    <a:pt x="0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1" y="144"/>
                    <a:pt x="498" y="0"/>
                    <a:pt x="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3990072" y="2220687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0"/>
                  </a:moveTo>
                  <a:cubicBezTo>
                    <a:pt x="146" y="0"/>
                    <a:pt x="0" y="143"/>
                    <a:pt x="0" y="321"/>
                  </a:cubicBezTo>
                  <a:lnTo>
                    <a:pt x="0" y="982"/>
                  </a:lnTo>
                  <a:lnTo>
                    <a:pt x="642" y="982"/>
                  </a:lnTo>
                  <a:lnTo>
                    <a:pt x="642" y="321"/>
                  </a:lnTo>
                  <a:cubicBezTo>
                    <a:pt x="642" y="144"/>
                    <a:pt x="499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4049880" y="2220687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3" y="144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4109687" y="2061396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0"/>
                  </a:moveTo>
                  <a:cubicBezTo>
                    <a:pt x="145" y="0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2" y="144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4109687" y="2143266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2" y="143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4109687" y="2220687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2" y="144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3930323" y="2307706"/>
              <a:ext cx="37511" cy="57584"/>
            </a:xfrm>
            <a:custGeom>
              <a:avLst/>
              <a:gdLst/>
              <a:ahLst/>
              <a:cxnLst/>
              <a:rect l="l" t="t" r="r" b="b"/>
              <a:pathLst>
                <a:path w="641" h="984" extrusionOk="0">
                  <a:moveTo>
                    <a:pt x="321" y="1"/>
                  </a:moveTo>
                  <a:cubicBezTo>
                    <a:pt x="145" y="1"/>
                    <a:pt x="0" y="144"/>
                    <a:pt x="0" y="321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1" y="144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3990072" y="2307706"/>
              <a:ext cx="37570" cy="57584"/>
            </a:xfrm>
            <a:custGeom>
              <a:avLst/>
              <a:gdLst/>
              <a:ahLst/>
              <a:cxnLst/>
              <a:rect l="l" t="t" r="r" b="b"/>
              <a:pathLst>
                <a:path w="642" h="984" extrusionOk="0">
                  <a:moveTo>
                    <a:pt x="322" y="1"/>
                  </a:moveTo>
                  <a:cubicBezTo>
                    <a:pt x="146" y="1"/>
                    <a:pt x="0" y="144"/>
                    <a:pt x="0" y="321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1"/>
                  </a:lnTo>
                  <a:cubicBezTo>
                    <a:pt x="642" y="144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4049880" y="2307706"/>
              <a:ext cx="37687" cy="57584"/>
            </a:xfrm>
            <a:custGeom>
              <a:avLst/>
              <a:gdLst/>
              <a:ahLst/>
              <a:cxnLst/>
              <a:rect l="l" t="t" r="r" b="b"/>
              <a:pathLst>
                <a:path w="644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1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3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3930323" y="2389634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1"/>
                  </a:moveTo>
                  <a:cubicBezTo>
                    <a:pt x="145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1" y="144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3990072" y="2389634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1"/>
                  </a:moveTo>
                  <a:cubicBezTo>
                    <a:pt x="146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2"/>
                  </a:lnTo>
                  <a:cubicBezTo>
                    <a:pt x="642" y="144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049880" y="2389634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3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3930323" y="2467056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1"/>
                  </a:moveTo>
                  <a:cubicBezTo>
                    <a:pt x="145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1" y="144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990072" y="2467056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1"/>
                  </a:moveTo>
                  <a:cubicBezTo>
                    <a:pt x="146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2"/>
                  </a:lnTo>
                  <a:cubicBezTo>
                    <a:pt x="642" y="144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049880" y="2467056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3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4109687" y="2307706"/>
              <a:ext cx="37628" cy="57584"/>
            </a:xfrm>
            <a:custGeom>
              <a:avLst/>
              <a:gdLst/>
              <a:ahLst/>
              <a:cxnLst/>
              <a:rect l="l" t="t" r="r" b="b"/>
              <a:pathLst>
                <a:path w="643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1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2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4109687" y="2389634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2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4109687" y="2467056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2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3930323" y="2554134"/>
              <a:ext cx="37511" cy="57467"/>
            </a:xfrm>
            <a:custGeom>
              <a:avLst/>
              <a:gdLst/>
              <a:ahLst/>
              <a:cxnLst/>
              <a:rect l="l" t="t" r="r" b="b"/>
              <a:pathLst>
                <a:path w="641" h="982" extrusionOk="0">
                  <a:moveTo>
                    <a:pt x="321" y="0"/>
                  </a:moveTo>
                  <a:cubicBezTo>
                    <a:pt x="145" y="0"/>
                    <a:pt x="0" y="143"/>
                    <a:pt x="0" y="321"/>
                  </a:cubicBezTo>
                  <a:lnTo>
                    <a:pt x="0" y="981"/>
                  </a:lnTo>
                  <a:lnTo>
                    <a:pt x="641" y="981"/>
                  </a:lnTo>
                  <a:lnTo>
                    <a:pt x="641" y="321"/>
                  </a:lnTo>
                  <a:cubicBezTo>
                    <a:pt x="641" y="143"/>
                    <a:pt x="498" y="0"/>
                    <a:pt x="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3990072" y="2554134"/>
              <a:ext cx="37570" cy="57467"/>
            </a:xfrm>
            <a:custGeom>
              <a:avLst/>
              <a:gdLst/>
              <a:ahLst/>
              <a:cxnLst/>
              <a:rect l="l" t="t" r="r" b="b"/>
              <a:pathLst>
                <a:path w="642" h="982" extrusionOk="0">
                  <a:moveTo>
                    <a:pt x="322" y="0"/>
                  </a:moveTo>
                  <a:cubicBezTo>
                    <a:pt x="146" y="0"/>
                    <a:pt x="0" y="143"/>
                    <a:pt x="0" y="321"/>
                  </a:cubicBezTo>
                  <a:lnTo>
                    <a:pt x="0" y="981"/>
                  </a:lnTo>
                  <a:lnTo>
                    <a:pt x="642" y="981"/>
                  </a:lnTo>
                  <a:lnTo>
                    <a:pt x="642" y="321"/>
                  </a:lnTo>
                  <a:cubicBezTo>
                    <a:pt x="642" y="143"/>
                    <a:pt x="499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4049880" y="2554134"/>
              <a:ext cx="37687" cy="57467"/>
            </a:xfrm>
            <a:custGeom>
              <a:avLst/>
              <a:gdLst/>
              <a:ahLst/>
              <a:cxnLst/>
              <a:rect l="l" t="t" r="r" b="b"/>
              <a:pathLst>
                <a:path w="644" h="982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1"/>
                  </a:lnTo>
                  <a:lnTo>
                    <a:pt x="641" y="981"/>
                  </a:lnTo>
                  <a:lnTo>
                    <a:pt x="641" y="321"/>
                  </a:lnTo>
                  <a:cubicBezTo>
                    <a:pt x="643" y="143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3930323" y="2635945"/>
              <a:ext cx="37511" cy="57584"/>
            </a:xfrm>
            <a:custGeom>
              <a:avLst/>
              <a:gdLst/>
              <a:ahLst/>
              <a:cxnLst/>
              <a:rect l="l" t="t" r="r" b="b"/>
              <a:pathLst>
                <a:path w="641" h="984" extrusionOk="0">
                  <a:moveTo>
                    <a:pt x="321" y="1"/>
                  </a:moveTo>
                  <a:cubicBezTo>
                    <a:pt x="145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1" y="144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3990072" y="2635945"/>
              <a:ext cx="37570" cy="57584"/>
            </a:xfrm>
            <a:custGeom>
              <a:avLst/>
              <a:gdLst/>
              <a:ahLst/>
              <a:cxnLst/>
              <a:rect l="l" t="t" r="r" b="b"/>
              <a:pathLst>
                <a:path w="642" h="984" extrusionOk="0">
                  <a:moveTo>
                    <a:pt x="322" y="1"/>
                  </a:moveTo>
                  <a:cubicBezTo>
                    <a:pt x="146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2"/>
                  </a:lnTo>
                  <a:cubicBezTo>
                    <a:pt x="642" y="144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049880" y="2635945"/>
              <a:ext cx="37687" cy="57584"/>
            </a:xfrm>
            <a:custGeom>
              <a:avLst/>
              <a:gdLst/>
              <a:ahLst/>
              <a:cxnLst/>
              <a:rect l="l" t="t" r="r" b="b"/>
              <a:pathLst>
                <a:path w="644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3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930323" y="2713366"/>
              <a:ext cx="37511" cy="57584"/>
            </a:xfrm>
            <a:custGeom>
              <a:avLst/>
              <a:gdLst/>
              <a:ahLst/>
              <a:cxnLst/>
              <a:rect l="l" t="t" r="r" b="b"/>
              <a:pathLst>
                <a:path w="641" h="984" extrusionOk="0">
                  <a:moveTo>
                    <a:pt x="321" y="1"/>
                  </a:moveTo>
                  <a:cubicBezTo>
                    <a:pt x="145" y="1"/>
                    <a:pt x="0" y="144"/>
                    <a:pt x="0" y="321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1" y="145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990072" y="2713366"/>
              <a:ext cx="37570" cy="57584"/>
            </a:xfrm>
            <a:custGeom>
              <a:avLst/>
              <a:gdLst/>
              <a:ahLst/>
              <a:cxnLst/>
              <a:rect l="l" t="t" r="r" b="b"/>
              <a:pathLst>
                <a:path w="642" h="984" extrusionOk="0">
                  <a:moveTo>
                    <a:pt x="322" y="1"/>
                  </a:moveTo>
                  <a:cubicBezTo>
                    <a:pt x="146" y="1"/>
                    <a:pt x="0" y="144"/>
                    <a:pt x="0" y="321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1"/>
                  </a:lnTo>
                  <a:cubicBezTo>
                    <a:pt x="642" y="145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4049880" y="2713366"/>
              <a:ext cx="37687" cy="57584"/>
            </a:xfrm>
            <a:custGeom>
              <a:avLst/>
              <a:gdLst/>
              <a:ahLst/>
              <a:cxnLst/>
              <a:rect l="l" t="t" r="r" b="b"/>
              <a:pathLst>
                <a:path w="644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1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3" y="145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4109687" y="2554134"/>
              <a:ext cx="37628" cy="57467"/>
            </a:xfrm>
            <a:custGeom>
              <a:avLst/>
              <a:gdLst/>
              <a:ahLst/>
              <a:cxnLst/>
              <a:rect l="l" t="t" r="r" b="b"/>
              <a:pathLst>
                <a:path w="643" h="982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1"/>
                  </a:lnTo>
                  <a:lnTo>
                    <a:pt x="641" y="981"/>
                  </a:lnTo>
                  <a:lnTo>
                    <a:pt x="641" y="321"/>
                  </a:lnTo>
                  <a:cubicBezTo>
                    <a:pt x="642" y="143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4109687" y="2635945"/>
              <a:ext cx="37628" cy="57584"/>
            </a:xfrm>
            <a:custGeom>
              <a:avLst/>
              <a:gdLst/>
              <a:ahLst/>
              <a:cxnLst/>
              <a:rect l="l" t="t" r="r" b="b"/>
              <a:pathLst>
                <a:path w="643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2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4109687" y="2713366"/>
              <a:ext cx="37628" cy="57584"/>
            </a:xfrm>
            <a:custGeom>
              <a:avLst/>
              <a:gdLst/>
              <a:ahLst/>
              <a:cxnLst/>
              <a:rect l="l" t="t" r="r" b="b"/>
              <a:pathLst>
                <a:path w="643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1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2" y="145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886140" y="2023709"/>
              <a:ext cx="310507" cy="14454"/>
            </a:xfrm>
            <a:custGeom>
              <a:avLst/>
              <a:gdLst/>
              <a:ahLst/>
              <a:cxnLst/>
              <a:rect l="l" t="t" r="r" b="b"/>
              <a:pathLst>
                <a:path w="5306" h="247" extrusionOk="0">
                  <a:moveTo>
                    <a:pt x="0" y="1"/>
                  </a:moveTo>
                  <a:lnTo>
                    <a:pt x="0" y="246"/>
                  </a:lnTo>
                  <a:lnTo>
                    <a:pt x="5305" y="246"/>
                  </a:lnTo>
                  <a:lnTo>
                    <a:pt x="53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938457" y="1799286"/>
              <a:ext cx="208858" cy="11119"/>
            </a:xfrm>
            <a:custGeom>
              <a:avLst/>
              <a:gdLst/>
              <a:ahLst/>
              <a:cxnLst/>
              <a:rect l="l" t="t" r="r" b="b"/>
              <a:pathLst>
                <a:path w="3569" h="190" extrusionOk="0">
                  <a:moveTo>
                    <a:pt x="0" y="1"/>
                  </a:moveTo>
                  <a:lnTo>
                    <a:pt x="0" y="189"/>
                  </a:lnTo>
                  <a:lnTo>
                    <a:pt x="3568" y="189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94508" y="2791607"/>
              <a:ext cx="293712" cy="220152"/>
            </a:xfrm>
            <a:custGeom>
              <a:avLst/>
              <a:gdLst/>
              <a:ahLst/>
              <a:cxnLst/>
              <a:rect l="l" t="t" r="r" b="b"/>
              <a:pathLst>
                <a:path w="5019" h="3762" extrusionOk="0">
                  <a:moveTo>
                    <a:pt x="0" y="0"/>
                  </a:moveTo>
                  <a:lnTo>
                    <a:pt x="0" y="3761"/>
                  </a:lnTo>
                  <a:lnTo>
                    <a:pt x="5018" y="3761"/>
                  </a:lnTo>
                  <a:lnTo>
                    <a:pt x="5018" y="0"/>
                  </a:lnTo>
                  <a:close/>
                </a:path>
              </a:pathLst>
            </a:custGeom>
            <a:solidFill>
              <a:srgbClr val="FFE9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4007160" y="2921990"/>
              <a:ext cx="68410" cy="87312"/>
            </a:xfrm>
            <a:custGeom>
              <a:avLst/>
              <a:gdLst/>
              <a:ahLst/>
              <a:cxnLst/>
              <a:rect l="l" t="t" r="r" b="b"/>
              <a:pathLst>
                <a:path w="1169" h="1492" extrusionOk="0">
                  <a:moveTo>
                    <a:pt x="0" y="1"/>
                  </a:moveTo>
                  <a:lnTo>
                    <a:pt x="0" y="1491"/>
                  </a:lnTo>
                  <a:lnTo>
                    <a:pt x="1169" y="149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rgbClr val="DDB2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4041453" y="1601898"/>
              <a:ext cx="155254" cy="1409864"/>
            </a:xfrm>
            <a:custGeom>
              <a:avLst/>
              <a:gdLst/>
              <a:ahLst/>
              <a:cxnLst/>
              <a:rect l="l" t="t" r="r" b="b"/>
              <a:pathLst>
                <a:path w="2653" h="24092" extrusionOk="0">
                  <a:moveTo>
                    <a:pt x="0" y="0"/>
                  </a:moveTo>
                  <a:lnTo>
                    <a:pt x="0" y="24091"/>
                  </a:lnTo>
                  <a:lnTo>
                    <a:pt x="2508" y="24091"/>
                  </a:lnTo>
                  <a:lnTo>
                    <a:pt x="2508" y="20330"/>
                  </a:lnTo>
                  <a:lnTo>
                    <a:pt x="2508" y="7859"/>
                  </a:lnTo>
                  <a:lnTo>
                    <a:pt x="2508" y="7454"/>
                  </a:lnTo>
                  <a:lnTo>
                    <a:pt x="2652" y="7454"/>
                  </a:lnTo>
                  <a:lnTo>
                    <a:pt x="2652" y="7209"/>
                  </a:lnTo>
                  <a:lnTo>
                    <a:pt x="2507" y="7209"/>
                  </a:lnTo>
                  <a:lnTo>
                    <a:pt x="2507" y="6748"/>
                  </a:lnTo>
                  <a:cubicBezTo>
                    <a:pt x="2507" y="6652"/>
                    <a:pt x="2429" y="6575"/>
                    <a:pt x="2334" y="6575"/>
                  </a:cubicBezTo>
                  <a:cubicBezTo>
                    <a:pt x="2238" y="6575"/>
                    <a:pt x="2161" y="6654"/>
                    <a:pt x="2161" y="6748"/>
                  </a:cubicBezTo>
                  <a:lnTo>
                    <a:pt x="2161" y="7210"/>
                  </a:lnTo>
                  <a:lnTo>
                    <a:pt x="1618" y="7210"/>
                  </a:lnTo>
                  <a:lnTo>
                    <a:pt x="1618" y="4197"/>
                  </a:lnTo>
                  <a:lnTo>
                    <a:pt x="1618" y="3562"/>
                  </a:lnTo>
                  <a:lnTo>
                    <a:pt x="1808" y="3562"/>
                  </a:lnTo>
                  <a:lnTo>
                    <a:pt x="1808" y="3375"/>
                  </a:lnTo>
                  <a:lnTo>
                    <a:pt x="1618" y="3375"/>
                  </a:lnTo>
                  <a:lnTo>
                    <a:pt x="1618" y="3086"/>
                  </a:lnTo>
                  <a:cubicBezTo>
                    <a:pt x="1618" y="2991"/>
                    <a:pt x="1540" y="2915"/>
                    <a:pt x="1445" y="2915"/>
                  </a:cubicBezTo>
                  <a:cubicBezTo>
                    <a:pt x="1351" y="2915"/>
                    <a:pt x="1273" y="2992"/>
                    <a:pt x="1273" y="3086"/>
                  </a:cubicBezTo>
                  <a:lnTo>
                    <a:pt x="1273" y="3375"/>
                  </a:lnTo>
                  <a:lnTo>
                    <a:pt x="1096" y="3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3563868" y="2155379"/>
              <a:ext cx="10943" cy="58286"/>
            </a:xfrm>
            <a:custGeom>
              <a:avLst/>
              <a:gdLst/>
              <a:ahLst/>
              <a:cxnLst/>
              <a:rect l="l" t="t" r="r" b="b"/>
              <a:pathLst>
                <a:path w="187" h="996" fill="none" extrusionOk="0">
                  <a:moveTo>
                    <a:pt x="187" y="1"/>
                  </a:moveTo>
                  <a:lnTo>
                    <a:pt x="0" y="995"/>
                  </a:lnTo>
                </a:path>
              </a:pathLst>
            </a:custGeom>
            <a:noFill/>
            <a:ln w="100" cap="flat" cmpd="sng">
              <a:solidFill>
                <a:srgbClr val="AB5306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603486" y="2155379"/>
              <a:ext cx="12699" cy="58286"/>
            </a:xfrm>
            <a:custGeom>
              <a:avLst/>
              <a:gdLst/>
              <a:ahLst/>
              <a:cxnLst/>
              <a:rect l="l" t="t" r="r" b="b"/>
              <a:pathLst>
                <a:path w="217" h="996" fill="none" extrusionOk="0">
                  <a:moveTo>
                    <a:pt x="1" y="1"/>
                  </a:moveTo>
                  <a:lnTo>
                    <a:pt x="217" y="995"/>
                  </a:lnTo>
                </a:path>
              </a:pathLst>
            </a:custGeom>
            <a:noFill/>
            <a:ln w="100" cap="flat" cmpd="sng">
              <a:solidFill>
                <a:srgbClr val="AB5306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378242" y="2209218"/>
              <a:ext cx="484253" cy="804299"/>
            </a:xfrm>
            <a:custGeom>
              <a:avLst/>
              <a:gdLst/>
              <a:ahLst/>
              <a:cxnLst/>
              <a:rect l="l" t="t" r="r" b="b"/>
              <a:pathLst>
                <a:path w="8275" h="13744" extrusionOk="0">
                  <a:moveTo>
                    <a:pt x="2188" y="1"/>
                  </a:moveTo>
                  <a:lnTo>
                    <a:pt x="2188" y="3196"/>
                  </a:lnTo>
                  <a:lnTo>
                    <a:pt x="0" y="3196"/>
                  </a:lnTo>
                  <a:lnTo>
                    <a:pt x="0" y="13743"/>
                  </a:lnTo>
                  <a:lnTo>
                    <a:pt x="8275" y="13743"/>
                  </a:lnTo>
                  <a:lnTo>
                    <a:pt x="8275" y="3196"/>
                  </a:lnTo>
                  <a:lnTo>
                    <a:pt x="6086" y="3196"/>
                  </a:lnTo>
                  <a:lnTo>
                    <a:pt x="60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523314" y="2232157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1" y="1"/>
                  </a:moveTo>
                  <a:lnTo>
                    <a:pt x="1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597576" y="2232157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1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671838" y="2232157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1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523314" y="230132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1" y="0"/>
                  </a:moveTo>
                  <a:lnTo>
                    <a:pt x="1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3597576" y="230132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3671838" y="230132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3523314" y="237049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1" y="0"/>
                  </a:moveTo>
                  <a:lnTo>
                    <a:pt x="1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3597576" y="237049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671838" y="237049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641876" y="2479345"/>
              <a:ext cx="45704" cy="47226"/>
            </a:xfrm>
            <a:custGeom>
              <a:avLst/>
              <a:gdLst/>
              <a:ahLst/>
              <a:cxnLst/>
              <a:rect l="l" t="t" r="r" b="b"/>
              <a:pathLst>
                <a:path w="781" h="807" extrusionOk="0">
                  <a:moveTo>
                    <a:pt x="1" y="0"/>
                  </a:moveTo>
                  <a:lnTo>
                    <a:pt x="1" y="807"/>
                  </a:lnTo>
                  <a:lnTo>
                    <a:pt x="780" y="807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3716138" y="2479345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790400" y="2479345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3404693" y="2479345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1" y="0"/>
                  </a:moveTo>
                  <a:lnTo>
                    <a:pt x="1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3478955" y="2479345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553218" y="2479345"/>
              <a:ext cx="45587" cy="47226"/>
            </a:xfrm>
            <a:custGeom>
              <a:avLst/>
              <a:gdLst/>
              <a:ahLst/>
              <a:cxnLst/>
              <a:rect l="l" t="t" r="r" b="b"/>
              <a:pathLst>
                <a:path w="779" h="807" extrusionOk="0">
                  <a:moveTo>
                    <a:pt x="0" y="0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641876" y="2546058"/>
              <a:ext cx="45704" cy="47226"/>
            </a:xfrm>
            <a:custGeom>
              <a:avLst/>
              <a:gdLst/>
              <a:ahLst/>
              <a:cxnLst/>
              <a:rect l="l" t="t" r="r" b="b"/>
              <a:pathLst>
                <a:path w="781" h="807" extrusionOk="0">
                  <a:moveTo>
                    <a:pt x="1" y="0"/>
                  </a:moveTo>
                  <a:lnTo>
                    <a:pt x="1" y="806"/>
                  </a:lnTo>
                  <a:lnTo>
                    <a:pt x="780" y="806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3716138" y="254605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6"/>
                  </a:lnTo>
                  <a:lnTo>
                    <a:pt x="780" y="806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3790400" y="254605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6"/>
                  </a:lnTo>
                  <a:lnTo>
                    <a:pt x="780" y="806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3404693" y="254605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1" y="0"/>
                  </a:moveTo>
                  <a:lnTo>
                    <a:pt x="1" y="806"/>
                  </a:lnTo>
                  <a:lnTo>
                    <a:pt x="779" y="80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3478955" y="254605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6"/>
                  </a:lnTo>
                  <a:lnTo>
                    <a:pt x="779" y="80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3553218" y="2546058"/>
              <a:ext cx="45587" cy="47226"/>
            </a:xfrm>
            <a:custGeom>
              <a:avLst/>
              <a:gdLst/>
              <a:ahLst/>
              <a:cxnLst/>
              <a:rect l="l" t="t" r="r" b="b"/>
              <a:pathLst>
                <a:path w="779" h="807" extrusionOk="0">
                  <a:moveTo>
                    <a:pt x="0" y="0"/>
                  </a:moveTo>
                  <a:lnTo>
                    <a:pt x="0" y="806"/>
                  </a:lnTo>
                  <a:lnTo>
                    <a:pt x="779" y="80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3641876" y="2612654"/>
              <a:ext cx="45704" cy="47343"/>
            </a:xfrm>
            <a:custGeom>
              <a:avLst/>
              <a:gdLst/>
              <a:ahLst/>
              <a:cxnLst/>
              <a:rect l="l" t="t" r="r" b="b"/>
              <a:pathLst>
                <a:path w="781" h="809" extrusionOk="0">
                  <a:moveTo>
                    <a:pt x="1" y="1"/>
                  </a:moveTo>
                  <a:lnTo>
                    <a:pt x="1" y="808"/>
                  </a:lnTo>
                  <a:lnTo>
                    <a:pt x="780" y="808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3716138" y="2612654"/>
              <a:ext cx="45646" cy="47343"/>
            </a:xfrm>
            <a:custGeom>
              <a:avLst/>
              <a:gdLst/>
              <a:ahLst/>
              <a:cxnLst/>
              <a:rect l="l" t="t" r="r" b="b"/>
              <a:pathLst>
                <a:path w="780" h="809" extrusionOk="0">
                  <a:moveTo>
                    <a:pt x="0" y="1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3790400" y="2612654"/>
              <a:ext cx="45646" cy="47343"/>
            </a:xfrm>
            <a:custGeom>
              <a:avLst/>
              <a:gdLst/>
              <a:ahLst/>
              <a:cxnLst/>
              <a:rect l="l" t="t" r="r" b="b"/>
              <a:pathLst>
                <a:path w="780" h="809" extrusionOk="0">
                  <a:moveTo>
                    <a:pt x="0" y="1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404693" y="2612654"/>
              <a:ext cx="45646" cy="47343"/>
            </a:xfrm>
            <a:custGeom>
              <a:avLst/>
              <a:gdLst/>
              <a:ahLst/>
              <a:cxnLst/>
              <a:rect l="l" t="t" r="r" b="b"/>
              <a:pathLst>
                <a:path w="780" h="809" extrusionOk="0">
                  <a:moveTo>
                    <a:pt x="1" y="1"/>
                  </a:moveTo>
                  <a:lnTo>
                    <a:pt x="1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3478955" y="2612654"/>
              <a:ext cx="45646" cy="47343"/>
            </a:xfrm>
            <a:custGeom>
              <a:avLst/>
              <a:gdLst/>
              <a:ahLst/>
              <a:cxnLst/>
              <a:rect l="l" t="t" r="r" b="b"/>
              <a:pathLst>
                <a:path w="780" h="809" extrusionOk="0">
                  <a:moveTo>
                    <a:pt x="0" y="1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3553218" y="2612654"/>
              <a:ext cx="45587" cy="47343"/>
            </a:xfrm>
            <a:custGeom>
              <a:avLst/>
              <a:gdLst/>
              <a:ahLst/>
              <a:cxnLst/>
              <a:rect l="l" t="t" r="r" b="b"/>
              <a:pathLst>
                <a:path w="779" h="809" extrusionOk="0">
                  <a:moveTo>
                    <a:pt x="0" y="1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3641876" y="2679308"/>
              <a:ext cx="45704" cy="47226"/>
            </a:xfrm>
            <a:custGeom>
              <a:avLst/>
              <a:gdLst/>
              <a:ahLst/>
              <a:cxnLst/>
              <a:rect l="l" t="t" r="r" b="b"/>
              <a:pathLst>
                <a:path w="781" h="807" extrusionOk="0">
                  <a:moveTo>
                    <a:pt x="1" y="1"/>
                  </a:moveTo>
                  <a:lnTo>
                    <a:pt x="1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716138" y="267930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790400" y="267930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3404693" y="267930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1" y="1"/>
                  </a:moveTo>
                  <a:lnTo>
                    <a:pt x="1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3478955" y="267930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553218" y="2679308"/>
              <a:ext cx="45587" cy="47226"/>
            </a:xfrm>
            <a:custGeom>
              <a:avLst/>
              <a:gdLst/>
              <a:ahLst/>
              <a:cxnLst/>
              <a:rect l="l" t="t" r="r" b="b"/>
              <a:pathLst>
                <a:path w="779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3641876" y="2746020"/>
              <a:ext cx="45704" cy="47226"/>
            </a:xfrm>
            <a:custGeom>
              <a:avLst/>
              <a:gdLst/>
              <a:ahLst/>
              <a:cxnLst/>
              <a:rect l="l" t="t" r="r" b="b"/>
              <a:pathLst>
                <a:path w="781" h="807" extrusionOk="0">
                  <a:moveTo>
                    <a:pt x="1" y="1"/>
                  </a:moveTo>
                  <a:lnTo>
                    <a:pt x="1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3716138" y="2746020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3790400" y="2746020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3404693" y="2746020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1" y="1"/>
                  </a:moveTo>
                  <a:lnTo>
                    <a:pt x="1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3478955" y="2746020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3553218" y="2746020"/>
              <a:ext cx="45587" cy="47226"/>
            </a:xfrm>
            <a:custGeom>
              <a:avLst/>
              <a:gdLst/>
              <a:ahLst/>
              <a:cxnLst/>
              <a:rect l="l" t="t" r="r" b="b"/>
              <a:pathLst>
                <a:path w="779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3641876" y="2812616"/>
              <a:ext cx="45704" cy="47284"/>
            </a:xfrm>
            <a:custGeom>
              <a:avLst/>
              <a:gdLst/>
              <a:ahLst/>
              <a:cxnLst/>
              <a:rect l="l" t="t" r="r" b="b"/>
              <a:pathLst>
                <a:path w="781" h="808" extrusionOk="0">
                  <a:moveTo>
                    <a:pt x="1" y="0"/>
                  </a:moveTo>
                  <a:lnTo>
                    <a:pt x="1" y="808"/>
                  </a:lnTo>
                  <a:lnTo>
                    <a:pt x="780" y="80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3716138" y="2812616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3790400" y="2812616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3404693" y="2812616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1" y="0"/>
                  </a:moveTo>
                  <a:lnTo>
                    <a:pt x="1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3478955" y="2812616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3553218" y="2812616"/>
              <a:ext cx="45587" cy="47284"/>
            </a:xfrm>
            <a:custGeom>
              <a:avLst/>
              <a:gdLst/>
              <a:ahLst/>
              <a:cxnLst/>
              <a:rect l="l" t="t" r="r" b="b"/>
              <a:pathLst>
                <a:path w="779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3372331" y="2430423"/>
              <a:ext cx="497771" cy="23057"/>
            </a:xfrm>
            <a:custGeom>
              <a:avLst/>
              <a:gdLst/>
              <a:ahLst/>
              <a:cxnLst/>
              <a:rect l="l" t="t" r="r" b="b"/>
              <a:pathLst>
                <a:path w="8506" h="394" extrusionOk="0">
                  <a:moveTo>
                    <a:pt x="0" y="0"/>
                  </a:moveTo>
                  <a:lnTo>
                    <a:pt x="0" y="393"/>
                  </a:lnTo>
                  <a:lnTo>
                    <a:pt x="8506" y="393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3372331" y="2878393"/>
              <a:ext cx="497771" cy="15215"/>
            </a:xfrm>
            <a:custGeom>
              <a:avLst/>
              <a:gdLst/>
              <a:ahLst/>
              <a:cxnLst/>
              <a:rect l="l" t="t" r="r" b="b"/>
              <a:pathLst>
                <a:path w="8506" h="260" extrusionOk="0">
                  <a:moveTo>
                    <a:pt x="0" y="1"/>
                  </a:moveTo>
                  <a:lnTo>
                    <a:pt x="0" y="260"/>
                  </a:lnTo>
                  <a:lnTo>
                    <a:pt x="8506" y="260"/>
                  </a:lnTo>
                  <a:lnTo>
                    <a:pt x="85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567262" y="2939195"/>
              <a:ext cx="106272" cy="74320"/>
            </a:xfrm>
            <a:custGeom>
              <a:avLst/>
              <a:gdLst/>
              <a:ahLst/>
              <a:cxnLst/>
              <a:rect l="l" t="t" r="r" b="b"/>
              <a:pathLst>
                <a:path w="1816" h="1270" extrusionOk="0">
                  <a:moveTo>
                    <a:pt x="1" y="0"/>
                  </a:moveTo>
                  <a:lnTo>
                    <a:pt x="1" y="1269"/>
                  </a:lnTo>
                  <a:lnTo>
                    <a:pt x="1816" y="1269"/>
                  </a:lnTo>
                  <a:lnTo>
                    <a:pt x="1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3620340" y="2209218"/>
              <a:ext cx="249822" cy="804299"/>
            </a:xfrm>
            <a:custGeom>
              <a:avLst/>
              <a:gdLst/>
              <a:ahLst/>
              <a:cxnLst/>
              <a:rect l="l" t="t" r="r" b="b"/>
              <a:pathLst>
                <a:path w="4269" h="13744" extrusionOk="0">
                  <a:moveTo>
                    <a:pt x="15" y="1"/>
                  </a:moveTo>
                  <a:lnTo>
                    <a:pt x="0" y="13743"/>
                  </a:lnTo>
                  <a:lnTo>
                    <a:pt x="4138" y="13743"/>
                  </a:lnTo>
                  <a:lnTo>
                    <a:pt x="4138" y="11698"/>
                  </a:lnTo>
                  <a:lnTo>
                    <a:pt x="4269" y="11698"/>
                  </a:lnTo>
                  <a:lnTo>
                    <a:pt x="4269" y="11436"/>
                  </a:lnTo>
                  <a:lnTo>
                    <a:pt x="4138" y="11436"/>
                  </a:lnTo>
                  <a:lnTo>
                    <a:pt x="4138" y="4173"/>
                  </a:lnTo>
                  <a:lnTo>
                    <a:pt x="4269" y="4173"/>
                  </a:lnTo>
                  <a:lnTo>
                    <a:pt x="4269" y="3781"/>
                  </a:lnTo>
                  <a:lnTo>
                    <a:pt x="4138" y="3781"/>
                  </a:lnTo>
                  <a:lnTo>
                    <a:pt x="4138" y="3196"/>
                  </a:lnTo>
                  <a:lnTo>
                    <a:pt x="1949" y="3196"/>
                  </a:lnTo>
                  <a:lnTo>
                    <a:pt x="19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3172309" y="970059"/>
              <a:ext cx="30430" cy="384769"/>
            </a:xfrm>
            <a:custGeom>
              <a:avLst/>
              <a:gdLst/>
              <a:ahLst/>
              <a:cxnLst/>
              <a:rect l="l" t="t" r="r" b="b"/>
              <a:pathLst>
                <a:path w="520" h="6575" extrusionOk="0">
                  <a:moveTo>
                    <a:pt x="88" y="1"/>
                  </a:moveTo>
                  <a:lnTo>
                    <a:pt x="1" y="6575"/>
                  </a:lnTo>
                  <a:lnTo>
                    <a:pt x="519" y="6575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2964737" y="1349677"/>
              <a:ext cx="349364" cy="1660388"/>
            </a:xfrm>
            <a:custGeom>
              <a:avLst/>
              <a:gdLst/>
              <a:ahLst/>
              <a:cxnLst/>
              <a:rect l="l" t="t" r="r" b="b"/>
              <a:pathLst>
                <a:path w="5970" h="28373" extrusionOk="0">
                  <a:moveTo>
                    <a:pt x="0" y="1"/>
                  </a:moveTo>
                  <a:lnTo>
                    <a:pt x="0" y="28373"/>
                  </a:lnTo>
                  <a:lnTo>
                    <a:pt x="5970" y="28373"/>
                  </a:lnTo>
                  <a:lnTo>
                    <a:pt x="59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2964737" y="1349677"/>
              <a:ext cx="349364" cy="139278"/>
            </a:xfrm>
            <a:custGeom>
              <a:avLst/>
              <a:gdLst/>
              <a:ahLst/>
              <a:cxnLst/>
              <a:rect l="l" t="t" r="r" b="b"/>
              <a:pathLst>
                <a:path w="5970" h="2380" extrusionOk="0">
                  <a:moveTo>
                    <a:pt x="0" y="1"/>
                  </a:moveTo>
                  <a:lnTo>
                    <a:pt x="0" y="2380"/>
                  </a:lnTo>
                  <a:lnTo>
                    <a:pt x="5970" y="2380"/>
                  </a:lnTo>
                  <a:lnTo>
                    <a:pt x="59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3000259" y="151926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3105244" y="151926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3210347" y="151926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3000259" y="157737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3105244" y="157737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3210347" y="157737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3000259" y="16356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3105244" y="16356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3210347" y="16356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3000259" y="169389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3105244" y="169389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3210347" y="169389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3000259" y="1752119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3105244" y="1752119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3210347" y="1752119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3000259" y="1810346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3105244" y="1810346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3210347" y="1810346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3000259" y="2081995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3105244" y="2081995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3210347" y="2081995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3000259" y="21401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3105244" y="21401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3210347" y="21401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3000259" y="220342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3105244" y="220342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3210347" y="220342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3000259" y="226674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3105244" y="226674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3210347" y="226674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3000259" y="233000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3105244" y="233000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3210347" y="233000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3000259" y="239332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3105244" y="239332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3210347" y="239332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3000259" y="245658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3105244" y="245658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3210347" y="245658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3000259" y="251984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3105244" y="251984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3210347" y="251984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3000259" y="258310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3105244" y="258310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3210347" y="258310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3000259" y="264636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3105244" y="264636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3210347" y="264636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3000259" y="270968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3105244" y="270968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3210347" y="270968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3000259" y="277294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3105244" y="277294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3210347" y="277294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3000259" y="283625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3105244" y="283625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3210347" y="283625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3000259" y="289946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3105244" y="289946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3210347" y="289946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2964737" y="1845692"/>
              <a:ext cx="349364" cy="25398"/>
            </a:xfrm>
            <a:custGeom>
              <a:avLst/>
              <a:gdLst/>
              <a:ahLst/>
              <a:cxnLst/>
              <a:rect l="l" t="t" r="r" b="b"/>
              <a:pathLst>
                <a:path w="5970" h="434" extrusionOk="0">
                  <a:moveTo>
                    <a:pt x="0" y="1"/>
                  </a:moveTo>
                  <a:lnTo>
                    <a:pt x="0" y="434"/>
                  </a:lnTo>
                  <a:lnTo>
                    <a:pt x="5970" y="434"/>
                  </a:lnTo>
                  <a:lnTo>
                    <a:pt x="59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964737" y="2021252"/>
              <a:ext cx="349364" cy="25339"/>
            </a:xfrm>
            <a:custGeom>
              <a:avLst/>
              <a:gdLst/>
              <a:ahLst/>
              <a:cxnLst/>
              <a:rect l="l" t="t" r="r" b="b"/>
              <a:pathLst>
                <a:path w="5970" h="433" extrusionOk="0">
                  <a:moveTo>
                    <a:pt x="0" y="1"/>
                  </a:moveTo>
                  <a:lnTo>
                    <a:pt x="0" y="433"/>
                  </a:lnTo>
                  <a:lnTo>
                    <a:pt x="5970" y="433"/>
                  </a:lnTo>
                  <a:lnTo>
                    <a:pt x="59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3105244" y="2961959"/>
              <a:ext cx="67122" cy="48162"/>
            </a:xfrm>
            <a:custGeom>
              <a:avLst/>
              <a:gdLst/>
              <a:ahLst/>
              <a:cxnLst/>
              <a:rect l="l" t="t" r="r" b="b"/>
              <a:pathLst>
                <a:path w="1147" h="823" extrusionOk="0">
                  <a:moveTo>
                    <a:pt x="1" y="0"/>
                  </a:moveTo>
                  <a:lnTo>
                    <a:pt x="1" y="823"/>
                  </a:lnTo>
                  <a:lnTo>
                    <a:pt x="1147" y="823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3138776" y="1349677"/>
              <a:ext cx="175326" cy="1660388"/>
            </a:xfrm>
            <a:custGeom>
              <a:avLst/>
              <a:gdLst/>
              <a:ahLst/>
              <a:cxnLst/>
              <a:rect l="l" t="t" r="r" b="b"/>
              <a:pathLst>
                <a:path w="2996" h="28373" extrusionOk="0">
                  <a:moveTo>
                    <a:pt x="1" y="1"/>
                  </a:moveTo>
                  <a:lnTo>
                    <a:pt x="1" y="28373"/>
                  </a:lnTo>
                  <a:lnTo>
                    <a:pt x="2996" y="28373"/>
                  </a:lnTo>
                  <a:lnTo>
                    <a:pt x="29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1438117" y="2391273"/>
              <a:ext cx="194696" cy="618030"/>
            </a:xfrm>
            <a:custGeom>
              <a:avLst/>
              <a:gdLst/>
              <a:ahLst/>
              <a:cxnLst/>
              <a:rect l="l" t="t" r="r" b="b"/>
              <a:pathLst>
                <a:path w="3327" h="10561" extrusionOk="0">
                  <a:moveTo>
                    <a:pt x="0" y="0"/>
                  </a:moveTo>
                  <a:lnTo>
                    <a:pt x="0" y="10560"/>
                  </a:lnTo>
                  <a:lnTo>
                    <a:pt x="3327" y="10560"/>
                  </a:lnTo>
                  <a:lnTo>
                    <a:pt x="33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404639" y="1888060"/>
              <a:ext cx="86083" cy="102878"/>
            </a:xfrm>
            <a:custGeom>
              <a:avLst/>
              <a:gdLst/>
              <a:ahLst/>
              <a:cxnLst/>
              <a:rect l="l" t="t" r="r" b="b"/>
              <a:pathLst>
                <a:path w="1471" h="1758" extrusionOk="0">
                  <a:moveTo>
                    <a:pt x="0" y="0"/>
                  </a:moveTo>
                  <a:lnTo>
                    <a:pt x="0" y="1757"/>
                  </a:lnTo>
                  <a:lnTo>
                    <a:pt x="1471" y="1757"/>
                  </a:lnTo>
                  <a:lnTo>
                    <a:pt x="14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2382635" y="1975723"/>
              <a:ext cx="128276" cy="963532"/>
            </a:xfrm>
            <a:custGeom>
              <a:avLst/>
              <a:gdLst/>
              <a:ahLst/>
              <a:cxnLst/>
              <a:rect l="l" t="t" r="r" b="b"/>
              <a:pathLst>
                <a:path w="2192" h="16465" extrusionOk="0">
                  <a:moveTo>
                    <a:pt x="1" y="0"/>
                  </a:moveTo>
                  <a:lnTo>
                    <a:pt x="1" y="16464"/>
                  </a:lnTo>
                  <a:lnTo>
                    <a:pt x="2192" y="16464"/>
                  </a:lnTo>
                  <a:lnTo>
                    <a:pt x="21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454732" y="2149469"/>
              <a:ext cx="358201" cy="859717"/>
            </a:xfrm>
            <a:custGeom>
              <a:avLst/>
              <a:gdLst/>
              <a:ahLst/>
              <a:cxnLst/>
              <a:rect l="l" t="t" r="r" b="b"/>
              <a:pathLst>
                <a:path w="6121" h="14691" extrusionOk="0">
                  <a:moveTo>
                    <a:pt x="1" y="1"/>
                  </a:moveTo>
                  <a:lnTo>
                    <a:pt x="1" y="14690"/>
                  </a:lnTo>
                  <a:lnTo>
                    <a:pt x="6121" y="14690"/>
                  </a:lnTo>
                  <a:lnTo>
                    <a:pt x="61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454732" y="2211851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454732" y="2274292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454732" y="2336732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454732" y="2399232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2454732" y="2461672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2454732" y="2524055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2454732" y="2586495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2454732" y="2648877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2454732" y="2711377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2454732" y="2773759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2454732" y="2836258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2454732" y="2898699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2630761" y="2150112"/>
              <a:ext cx="0" cy="747944"/>
            </a:xfrm>
            <a:custGeom>
              <a:avLst/>
              <a:gdLst/>
              <a:ahLst/>
              <a:cxnLst/>
              <a:rect l="l" t="t" r="r" b="b"/>
              <a:pathLst>
                <a:path h="12781" fill="none" extrusionOk="0">
                  <a:moveTo>
                    <a:pt x="0" y="1"/>
                  </a:moveTo>
                  <a:lnTo>
                    <a:pt x="0" y="1278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2699055" y="2150112"/>
              <a:ext cx="59" cy="747944"/>
            </a:xfrm>
            <a:custGeom>
              <a:avLst/>
              <a:gdLst/>
              <a:ahLst/>
              <a:cxnLst/>
              <a:rect l="l" t="t" r="r" b="b"/>
              <a:pathLst>
                <a:path w="1" h="12781" fill="none" extrusionOk="0">
                  <a:moveTo>
                    <a:pt x="0" y="1"/>
                  </a:moveTo>
                  <a:lnTo>
                    <a:pt x="0" y="1278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2767348" y="2150112"/>
              <a:ext cx="59" cy="747944"/>
            </a:xfrm>
            <a:custGeom>
              <a:avLst/>
              <a:gdLst/>
              <a:ahLst/>
              <a:cxnLst/>
              <a:rect l="l" t="t" r="r" b="b"/>
              <a:pathLst>
                <a:path w="1" h="12781" fill="none" extrusionOk="0">
                  <a:moveTo>
                    <a:pt x="1" y="1"/>
                  </a:moveTo>
                  <a:lnTo>
                    <a:pt x="1" y="1278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2499968" y="2150112"/>
              <a:ext cx="59" cy="747944"/>
            </a:xfrm>
            <a:custGeom>
              <a:avLst/>
              <a:gdLst/>
              <a:ahLst/>
              <a:cxnLst/>
              <a:rect l="l" t="t" r="r" b="b"/>
              <a:pathLst>
                <a:path w="1" h="12781" fill="none" extrusionOk="0">
                  <a:moveTo>
                    <a:pt x="0" y="1"/>
                  </a:moveTo>
                  <a:lnTo>
                    <a:pt x="0" y="1278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2605422" y="2149469"/>
              <a:ext cx="207629" cy="859717"/>
            </a:xfrm>
            <a:custGeom>
              <a:avLst/>
              <a:gdLst/>
              <a:ahLst/>
              <a:cxnLst/>
              <a:rect l="l" t="t" r="r" b="b"/>
              <a:pathLst>
                <a:path w="3548" h="14691" extrusionOk="0">
                  <a:moveTo>
                    <a:pt x="0" y="1"/>
                  </a:moveTo>
                  <a:lnTo>
                    <a:pt x="0" y="14690"/>
                  </a:lnTo>
                  <a:lnTo>
                    <a:pt x="3548" y="14690"/>
                  </a:lnTo>
                  <a:lnTo>
                    <a:pt x="35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1960820" y="1975723"/>
              <a:ext cx="376342" cy="1033522"/>
            </a:xfrm>
            <a:custGeom>
              <a:avLst/>
              <a:gdLst/>
              <a:ahLst/>
              <a:cxnLst/>
              <a:rect l="l" t="t" r="r" b="b"/>
              <a:pathLst>
                <a:path w="6431" h="17661" extrusionOk="0">
                  <a:moveTo>
                    <a:pt x="1" y="0"/>
                  </a:moveTo>
                  <a:lnTo>
                    <a:pt x="1" y="17660"/>
                  </a:lnTo>
                  <a:lnTo>
                    <a:pt x="6430" y="17660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1998800" y="1815379"/>
              <a:ext cx="300383" cy="165378"/>
            </a:xfrm>
            <a:custGeom>
              <a:avLst/>
              <a:gdLst/>
              <a:ahLst/>
              <a:cxnLst/>
              <a:rect l="l" t="t" r="r" b="b"/>
              <a:pathLst>
                <a:path w="5133" h="2826" extrusionOk="0">
                  <a:moveTo>
                    <a:pt x="0" y="0"/>
                  </a:moveTo>
                  <a:lnTo>
                    <a:pt x="0" y="2825"/>
                  </a:lnTo>
                  <a:lnTo>
                    <a:pt x="5133" y="2825"/>
                  </a:lnTo>
                  <a:lnTo>
                    <a:pt x="51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2036721" y="1710804"/>
              <a:ext cx="224424" cy="109725"/>
            </a:xfrm>
            <a:custGeom>
              <a:avLst/>
              <a:gdLst/>
              <a:ahLst/>
              <a:cxnLst/>
              <a:rect l="l" t="t" r="r" b="b"/>
              <a:pathLst>
                <a:path w="3835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3835" y="1874"/>
                  </a:lnTo>
                  <a:lnTo>
                    <a:pt x="38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2080553" y="1632972"/>
              <a:ext cx="136761" cy="80992"/>
            </a:xfrm>
            <a:custGeom>
              <a:avLst/>
              <a:gdLst/>
              <a:ahLst/>
              <a:cxnLst/>
              <a:rect l="l" t="t" r="r" b="b"/>
              <a:pathLst>
                <a:path w="2337" h="1384" extrusionOk="0">
                  <a:moveTo>
                    <a:pt x="1" y="1"/>
                  </a:moveTo>
                  <a:lnTo>
                    <a:pt x="1" y="1384"/>
                  </a:lnTo>
                  <a:lnTo>
                    <a:pt x="2337" y="1384"/>
                  </a:lnTo>
                  <a:lnTo>
                    <a:pt x="23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991192" y="2009431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106829" y="2009431"/>
              <a:ext cx="79353" cy="55711"/>
            </a:xfrm>
            <a:custGeom>
              <a:avLst/>
              <a:gdLst/>
              <a:ahLst/>
              <a:cxnLst/>
              <a:rect l="l" t="t" r="r" b="b"/>
              <a:pathLst>
                <a:path w="1356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2222289" y="2009314"/>
              <a:ext cx="79529" cy="55887"/>
            </a:xfrm>
            <a:custGeom>
              <a:avLst/>
              <a:gdLst/>
              <a:ahLst/>
              <a:cxnLst/>
              <a:rect l="l" t="t" r="r" b="b"/>
              <a:pathLst>
                <a:path w="1359" h="955" extrusionOk="0">
                  <a:moveTo>
                    <a:pt x="3" y="0"/>
                  </a:moveTo>
                  <a:lnTo>
                    <a:pt x="1" y="952"/>
                  </a:lnTo>
                  <a:lnTo>
                    <a:pt x="1357" y="955"/>
                  </a:lnTo>
                  <a:lnTo>
                    <a:pt x="1359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2026656" y="1847389"/>
              <a:ext cx="65191" cy="45821"/>
            </a:xfrm>
            <a:custGeom>
              <a:avLst/>
              <a:gdLst/>
              <a:ahLst/>
              <a:cxnLst/>
              <a:rect l="l" t="t" r="r" b="b"/>
              <a:pathLst>
                <a:path w="1114" h="783" extrusionOk="0">
                  <a:moveTo>
                    <a:pt x="0" y="1"/>
                  </a:moveTo>
                  <a:lnTo>
                    <a:pt x="0" y="782"/>
                  </a:lnTo>
                  <a:lnTo>
                    <a:pt x="1113" y="782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2121459" y="1847389"/>
              <a:ext cx="65133" cy="45821"/>
            </a:xfrm>
            <a:custGeom>
              <a:avLst/>
              <a:gdLst/>
              <a:ahLst/>
              <a:cxnLst/>
              <a:rect l="l" t="t" r="r" b="b"/>
              <a:pathLst>
                <a:path w="1113" h="783" extrusionOk="0">
                  <a:moveTo>
                    <a:pt x="1" y="1"/>
                  </a:moveTo>
                  <a:lnTo>
                    <a:pt x="1" y="782"/>
                  </a:lnTo>
                  <a:lnTo>
                    <a:pt x="1113" y="782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2216262" y="1847389"/>
              <a:ext cx="65191" cy="45821"/>
            </a:xfrm>
            <a:custGeom>
              <a:avLst/>
              <a:gdLst/>
              <a:ahLst/>
              <a:cxnLst/>
              <a:rect l="l" t="t" r="r" b="b"/>
              <a:pathLst>
                <a:path w="1114" h="783" extrusionOk="0">
                  <a:moveTo>
                    <a:pt x="1" y="1"/>
                  </a:moveTo>
                  <a:lnTo>
                    <a:pt x="1" y="782"/>
                  </a:lnTo>
                  <a:lnTo>
                    <a:pt x="1114" y="782"/>
                  </a:lnTo>
                  <a:lnTo>
                    <a:pt x="1114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2055623" y="1720167"/>
              <a:ext cx="48689" cy="34176"/>
            </a:xfrm>
            <a:custGeom>
              <a:avLst/>
              <a:gdLst/>
              <a:ahLst/>
              <a:cxnLst/>
              <a:rect l="l" t="t" r="r" b="b"/>
              <a:pathLst>
                <a:path w="832" h="584" extrusionOk="0">
                  <a:moveTo>
                    <a:pt x="0" y="0"/>
                  </a:moveTo>
                  <a:lnTo>
                    <a:pt x="0" y="583"/>
                  </a:lnTo>
                  <a:lnTo>
                    <a:pt x="831" y="583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2126433" y="1720167"/>
              <a:ext cx="48747" cy="34176"/>
            </a:xfrm>
            <a:custGeom>
              <a:avLst/>
              <a:gdLst/>
              <a:ahLst/>
              <a:cxnLst/>
              <a:rect l="l" t="t" r="r" b="b"/>
              <a:pathLst>
                <a:path w="833" h="584" extrusionOk="0">
                  <a:moveTo>
                    <a:pt x="1" y="0"/>
                  </a:moveTo>
                  <a:lnTo>
                    <a:pt x="1" y="583"/>
                  </a:lnTo>
                  <a:lnTo>
                    <a:pt x="833" y="583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2197360" y="1720167"/>
              <a:ext cx="48747" cy="34176"/>
            </a:xfrm>
            <a:custGeom>
              <a:avLst/>
              <a:gdLst/>
              <a:ahLst/>
              <a:cxnLst/>
              <a:rect l="l" t="t" r="r" b="b"/>
              <a:pathLst>
                <a:path w="833" h="584" extrusionOk="0">
                  <a:moveTo>
                    <a:pt x="0" y="0"/>
                  </a:moveTo>
                  <a:lnTo>
                    <a:pt x="0" y="583"/>
                  </a:lnTo>
                  <a:lnTo>
                    <a:pt x="832" y="583"/>
                  </a:lnTo>
                  <a:lnTo>
                    <a:pt x="832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2055623" y="1769382"/>
              <a:ext cx="48689" cy="34176"/>
            </a:xfrm>
            <a:custGeom>
              <a:avLst/>
              <a:gdLst/>
              <a:ahLst/>
              <a:cxnLst/>
              <a:rect l="l" t="t" r="r" b="b"/>
              <a:pathLst>
                <a:path w="832" h="584" extrusionOk="0">
                  <a:moveTo>
                    <a:pt x="0" y="0"/>
                  </a:moveTo>
                  <a:lnTo>
                    <a:pt x="0" y="584"/>
                  </a:lnTo>
                  <a:lnTo>
                    <a:pt x="831" y="584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2126433" y="1769382"/>
              <a:ext cx="48747" cy="34176"/>
            </a:xfrm>
            <a:custGeom>
              <a:avLst/>
              <a:gdLst/>
              <a:ahLst/>
              <a:cxnLst/>
              <a:rect l="l" t="t" r="r" b="b"/>
              <a:pathLst>
                <a:path w="833" h="584" extrusionOk="0">
                  <a:moveTo>
                    <a:pt x="1" y="0"/>
                  </a:moveTo>
                  <a:lnTo>
                    <a:pt x="1" y="584"/>
                  </a:lnTo>
                  <a:lnTo>
                    <a:pt x="833" y="584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2197360" y="1769382"/>
              <a:ext cx="48747" cy="34176"/>
            </a:xfrm>
            <a:custGeom>
              <a:avLst/>
              <a:gdLst/>
              <a:ahLst/>
              <a:cxnLst/>
              <a:rect l="l" t="t" r="r" b="b"/>
              <a:pathLst>
                <a:path w="833" h="584" extrusionOk="0">
                  <a:moveTo>
                    <a:pt x="0" y="0"/>
                  </a:moveTo>
                  <a:lnTo>
                    <a:pt x="0" y="584"/>
                  </a:lnTo>
                  <a:lnTo>
                    <a:pt x="832" y="584"/>
                  </a:lnTo>
                  <a:lnTo>
                    <a:pt x="832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2026656" y="1911410"/>
              <a:ext cx="65191" cy="45763"/>
            </a:xfrm>
            <a:custGeom>
              <a:avLst/>
              <a:gdLst/>
              <a:ahLst/>
              <a:cxnLst/>
              <a:rect l="l" t="t" r="r" b="b"/>
              <a:pathLst>
                <a:path w="1114" h="782" extrusionOk="0">
                  <a:moveTo>
                    <a:pt x="0" y="0"/>
                  </a:moveTo>
                  <a:lnTo>
                    <a:pt x="0" y="781"/>
                  </a:lnTo>
                  <a:lnTo>
                    <a:pt x="1113" y="781"/>
                  </a:lnTo>
                  <a:lnTo>
                    <a:pt x="111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2121459" y="1911410"/>
              <a:ext cx="65133" cy="45763"/>
            </a:xfrm>
            <a:custGeom>
              <a:avLst/>
              <a:gdLst/>
              <a:ahLst/>
              <a:cxnLst/>
              <a:rect l="l" t="t" r="r" b="b"/>
              <a:pathLst>
                <a:path w="1113" h="782" extrusionOk="0">
                  <a:moveTo>
                    <a:pt x="1" y="0"/>
                  </a:moveTo>
                  <a:lnTo>
                    <a:pt x="1" y="781"/>
                  </a:lnTo>
                  <a:lnTo>
                    <a:pt x="1113" y="781"/>
                  </a:lnTo>
                  <a:lnTo>
                    <a:pt x="111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2216262" y="1911410"/>
              <a:ext cx="65191" cy="45763"/>
            </a:xfrm>
            <a:custGeom>
              <a:avLst/>
              <a:gdLst/>
              <a:ahLst/>
              <a:cxnLst/>
              <a:rect l="l" t="t" r="r" b="b"/>
              <a:pathLst>
                <a:path w="1114" h="782" extrusionOk="0">
                  <a:moveTo>
                    <a:pt x="1" y="0"/>
                  </a:moveTo>
                  <a:lnTo>
                    <a:pt x="1" y="781"/>
                  </a:lnTo>
                  <a:lnTo>
                    <a:pt x="1114" y="781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1991192" y="2103062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2106829" y="2103062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2222348" y="2103062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1991192" y="2196694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2106829" y="2196694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2222348" y="2196694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1991192" y="2290443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2106829" y="2290443"/>
              <a:ext cx="79353" cy="55711"/>
            </a:xfrm>
            <a:custGeom>
              <a:avLst/>
              <a:gdLst/>
              <a:ahLst/>
              <a:cxnLst/>
              <a:rect l="l" t="t" r="r" b="b"/>
              <a:pathLst>
                <a:path w="1356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2222348" y="2290443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1" y="0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1991192" y="2384016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2106829" y="2384016"/>
              <a:ext cx="79353" cy="55711"/>
            </a:xfrm>
            <a:custGeom>
              <a:avLst/>
              <a:gdLst/>
              <a:ahLst/>
              <a:cxnLst/>
              <a:rect l="l" t="t" r="r" b="b"/>
              <a:pathLst>
                <a:path w="1356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2222348" y="2384016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1" y="0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1991192" y="2477648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2106829" y="2477648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2222348" y="2477648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1991192" y="2571280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2106829" y="2571280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2222348" y="2571280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1991192" y="2664970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2106829" y="2664970"/>
              <a:ext cx="79353" cy="55711"/>
            </a:xfrm>
            <a:custGeom>
              <a:avLst/>
              <a:gdLst/>
              <a:ahLst/>
              <a:cxnLst/>
              <a:rect l="l" t="t" r="r" b="b"/>
              <a:pathLst>
                <a:path w="1356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2222348" y="2664970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1" y="0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1991192" y="2758661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2106829" y="2758661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2222348" y="2758661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0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1991192" y="2852293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2106829" y="2852293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2222348" y="2852293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2073062" y="2942530"/>
              <a:ext cx="151859" cy="66771"/>
            </a:xfrm>
            <a:custGeom>
              <a:avLst/>
              <a:gdLst/>
              <a:ahLst/>
              <a:cxnLst/>
              <a:rect l="l" t="t" r="r" b="b"/>
              <a:pathLst>
                <a:path w="2595" h="1141" extrusionOk="0">
                  <a:moveTo>
                    <a:pt x="0" y="1"/>
                  </a:moveTo>
                  <a:lnTo>
                    <a:pt x="0" y="1140"/>
                  </a:lnTo>
                  <a:lnTo>
                    <a:pt x="2595" y="1140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2154055" y="1632972"/>
              <a:ext cx="183109" cy="1376273"/>
            </a:xfrm>
            <a:custGeom>
              <a:avLst/>
              <a:gdLst/>
              <a:ahLst/>
              <a:cxnLst/>
              <a:rect l="l" t="t" r="r" b="b"/>
              <a:pathLst>
                <a:path w="3129" h="23518" extrusionOk="0">
                  <a:moveTo>
                    <a:pt x="0" y="1"/>
                  </a:moveTo>
                  <a:lnTo>
                    <a:pt x="0" y="11421"/>
                  </a:lnTo>
                  <a:lnTo>
                    <a:pt x="0" y="23517"/>
                  </a:lnTo>
                  <a:lnTo>
                    <a:pt x="3128" y="23517"/>
                  </a:lnTo>
                  <a:lnTo>
                    <a:pt x="3128" y="5857"/>
                  </a:lnTo>
                  <a:lnTo>
                    <a:pt x="2480" y="5857"/>
                  </a:lnTo>
                  <a:lnTo>
                    <a:pt x="2480" y="3117"/>
                  </a:lnTo>
                  <a:lnTo>
                    <a:pt x="1830" y="3117"/>
                  </a:lnTo>
                  <a:lnTo>
                    <a:pt x="1830" y="1331"/>
                  </a:lnTo>
                  <a:lnTo>
                    <a:pt x="1081" y="1331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1314580" y="2615111"/>
              <a:ext cx="168713" cy="74320"/>
            </a:xfrm>
            <a:custGeom>
              <a:avLst/>
              <a:gdLst/>
              <a:ahLst/>
              <a:cxnLst/>
              <a:rect l="l" t="t" r="r" b="b"/>
              <a:pathLst>
                <a:path w="2883" h="1270" extrusionOk="0">
                  <a:moveTo>
                    <a:pt x="0" y="1"/>
                  </a:moveTo>
                  <a:lnTo>
                    <a:pt x="0" y="1270"/>
                  </a:lnTo>
                  <a:lnTo>
                    <a:pt x="2883" y="1270"/>
                  </a:lnTo>
                  <a:lnTo>
                    <a:pt x="28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1347527" y="2625352"/>
              <a:ext cx="102878" cy="64196"/>
            </a:xfrm>
            <a:custGeom>
              <a:avLst/>
              <a:gdLst/>
              <a:ahLst/>
              <a:cxnLst/>
              <a:rect l="l" t="t" r="r" b="b"/>
              <a:pathLst>
                <a:path w="1758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758" y="1097"/>
                  </a:lnTo>
                  <a:lnTo>
                    <a:pt x="17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1252139" y="2684399"/>
              <a:ext cx="293653" cy="327419"/>
            </a:xfrm>
            <a:custGeom>
              <a:avLst/>
              <a:gdLst/>
              <a:ahLst/>
              <a:cxnLst/>
              <a:rect l="l" t="t" r="r" b="b"/>
              <a:pathLst>
                <a:path w="5018" h="5595" extrusionOk="0">
                  <a:moveTo>
                    <a:pt x="0" y="1"/>
                  </a:moveTo>
                  <a:lnTo>
                    <a:pt x="0" y="5594"/>
                  </a:lnTo>
                  <a:lnTo>
                    <a:pt x="5018" y="5594"/>
                  </a:lnTo>
                  <a:lnTo>
                    <a:pt x="50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1261385" y="2691948"/>
              <a:ext cx="275161" cy="228755"/>
            </a:xfrm>
            <a:custGeom>
              <a:avLst/>
              <a:gdLst/>
              <a:ahLst/>
              <a:cxnLst/>
              <a:rect l="l" t="t" r="r" b="b"/>
              <a:pathLst>
                <a:path w="4702" h="3909" extrusionOk="0">
                  <a:moveTo>
                    <a:pt x="1" y="1"/>
                  </a:moveTo>
                  <a:lnTo>
                    <a:pt x="1" y="3908"/>
                  </a:lnTo>
                  <a:lnTo>
                    <a:pt x="4701" y="3908"/>
                  </a:lnTo>
                  <a:lnTo>
                    <a:pt x="4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1274143" y="2709680"/>
              <a:ext cx="249763" cy="26978"/>
            </a:xfrm>
            <a:custGeom>
              <a:avLst/>
              <a:gdLst/>
              <a:ahLst/>
              <a:cxnLst/>
              <a:rect l="l" t="t" r="r" b="b"/>
              <a:pathLst>
                <a:path w="4268" h="461" extrusionOk="0">
                  <a:moveTo>
                    <a:pt x="231" y="0"/>
                  </a:moveTo>
                  <a:cubicBezTo>
                    <a:pt x="104" y="0"/>
                    <a:pt x="1" y="103"/>
                    <a:pt x="1" y="231"/>
                  </a:cubicBezTo>
                  <a:cubicBezTo>
                    <a:pt x="1" y="358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9"/>
                    <a:pt x="4267" y="231"/>
                  </a:cubicBezTo>
                  <a:cubicBezTo>
                    <a:pt x="4267" y="105"/>
                    <a:pt x="4163" y="0"/>
                    <a:pt x="40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274143" y="2749356"/>
              <a:ext cx="249763" cy="27036"/>
            </a:xfrm>
            <a:custGeom>
              <a:avLst/>
              <a:gdLst/>
              <a:ahLst/>
              <a:cxnLst/>
              <a:rect l="l" t="t" r="r" b="b"/>
              <a:pathLst>
                <a:path w="4268" h="462" extrusionOk="0">
                  <a:moveTo>
                    <a:pt x="231" y="1"/>
                  </a:moveTo>
                  <a:cubicBezTo>
                    <a:pt x="104" y="1"/>
                    <a:pt x="1" y="103"/>
                    <a:pt x="1" y="231"/>
                  </a:cubicBezTo>
                  <a:cubicBezTo>
                    <a:pt x="1" y="358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9"/>
                    <a:pt x="4267" y="231"/>
                  </a:cubicBezTo>
                  <a:cubicBezTo>
                    <a:pt x="4267" y="103"/>
                    <a:pt x="4163" y="1"/>
                    <a:pt x="40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1274143" y="2789033"/>
              <a:ext cx="249763" cy="26978"/>
            </a:xfrm>
            <a:custGeom>
              <a:avLst/>
              <a:gdLst/>
              <a:ahLst/>
              <a:cxnLst/>
              <a:rect l="l" t="t" r="r" b="b"/>
              <a:pathLst>
                <a:path w="4268" h="461" extrusionOk="0">
                  <a:moveTo>
                    <a:pt x="4039" y="0"/>
                  </a:moveTo>
                  <a:cubicBezTo>
                    <a:pt x="4038" y="0"/>
                    <a:pt x="4038" y="0"/>
                    <a:pt x="4037" y="0"/>
                  </a:cubicBezTo>
                  <a:lnTo>
                    <a:pt x="231" y="0"/>
                  </a:lnTo>
                  <a:cubicBezTo>
                    <a:pt x="104" y="0"/>
                    <a:pt x="1" y="103"/>
                    <a:pt x="1" y="230"/>
                  </a:cubicBezTo>
                  <a:cubicBezTo>
                    <a:pt x="1" y="357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8"/>
                    <a:pt x="4267" y="230"/>
                  </a:cubicBezTo>
                  <a:cubicBezTo>
                    <a:pt x="4267" y="103"/>
                    <a:pt x="4164" y="0"/>
                    <a:pt x="40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1274143" y="2828709"/>
              <a:ext cx="249763" cy="27036"/>
            </a:xfrm>
            <a:custGeom>
              <a:avLst/>
              <a:gdLst/>
              <a:ahLst/>
              <a:cxnLst/>
              <a:rect l="l" t="t" r="r" b="b"/>
              <a:pathLst>
                <a:path w="4268" h="462" extrusionOk="0">
                  <a:moveTo>
                    <a:pt x="4039" y="1"/>
                  </a:moveTo>
                  <a:cubicBezTo>
                    <a:pt x="4038" y="1"/>
                    <a:pt x="4038" y="1"/>
                    <a:pt x="4037" y="1"/>
                  </a:cubicBezTo>
                  <a:lnTo>
                    <a:pt x="231" y="1"/>
                  </a:lnTo>
                  <a:cubicBezTo>
                    <a:pt x="104" y="1"/>
                    <a:pt x="1" y="103"/>
                    <a:pt x="1" y="231"/>
                  </a:cubicBezTo>
                  <a:cubicBezTo>
                    <a:pt x="1" y="358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9"/>
                    <a:pt x="4267" y="231"/>
                  </a:cubicBezTo>
                  <a:cubicBezTo>
                    <a:pt x="4267" y="104"/>
                    <a:pt x="4164" y="1"/>
                    <a:pt x="40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1274143" y="2868269"/>
              <a:ext cx="249763" cy="27036"/>
            </a:xfrm>
            <a:custGeom>
              <a:avLst/>
              <a:gdLst/>
              <a:ahLst/>
              <a:cxnLst/>
              <a:rect l="l" t="t" r="r" b="b"/>
              <a:pathLst>
                <a:path w="4268" h="462" extrusionOk="0">
                  <a:moveTo>
                    <a:pt x="231" y="1"/>
                  </a:moveTo>
                  <a:cubicBezTo>
                    <a:pt x="104" y="1"/>
                    <a:pt x="1" y="103"/>
                    <a:pt x="1" y="231"/>
                  </a:cubicBezTo>
                  <a:cubicBezTo>
                    <a:pt x="1" y="358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9"/>
                    <a:pt x="4267" y="231"/>
                  </a:cubicBezTo>
                  <a:cubicBezTo>
                    <a:pt x="4267" y="104"/>
                    <a:pt x="4163" y="1"/>
                    <a:pt x="40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1359641" y="2939195"/>
              <a:ext cx="78534" cy="72565"/>
            </a:xfrm>
            <a:custGeom>
              <a:avLst/>
              <a:gdLst/>
              <a:ahLst/>
              <a:cxnLst/>
              <a:rect l="l" t="t" r="r" b="b"/>
              <a:pathLst>
                <a:path w="1342" h="1240" extrusionOk="0">
                  <a:moveTo>
                    <a:pt x="1" y="0"/>
                  </a:moveTo>
                  <a:lnTo>
                    <a:pt x="1" y="1239"/>
                  </a:lnTo>
                  <a:lnTo>
                    <a:pt x="1341" y="1239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1398849" y="2615170"/>
              <a:ext cx="146944" cy="396590"/>
            </a:xfrm>
            <a:custGeom>
              <a:avLst/>
              <a:gdLst/>
              <a:ahLst/>
              <a:cxnLst/>
              <a:rect l="l" t="t" r="r" b="b"/>
              <a:pathLst>
                <a:path w="2511" h="6777" extrusionOk="0">
                  <a:moveTo>
                    <a:pt x="1" y="1"/>
                  </a:moveTo>
                  <a:lnTo>
                    <a:pt x="1" y="6776"/>
                  </a:lnTo>
                  <a:lnTo>
                    <a:pt x="2511" y="6776"/>
                  </a:lnTo>
                  <a:lnTo>
                    <a:pt x="2511" y="1184"/>
                  </a:lnTo>
                  <a:lnTo>
                    <a:pt x="1444" y="1184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570197" y="2159593"/>
              <a:ext cx="511348" cy="852168"/>
            </a:xfrm>
            <a:custGeom>
              <a:avLst/>
              <a:gdLst/>
              <a:ahLst/>
              <a:cxnLst/>
              <a:rect l="l" t="t" r="r" b="b"/>
              <a:pathLst>
                <a:path w="8738" h="14562" extrusionOk="0">
                  <a:moveTo>
                    <a:pt x="0" y="0"/>
                  </a:moveTo>
                  <a:lnTo>
                    <a:pt x="0" y="14561"/>
                  </a:lnTo>
                  <a:lnTo>
                    <a:pt x="8737" y="14561"/>
                  </a:lnTo>
                  <a:lnTo>
                    <a:pt x="87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1570197" y="2159593"/>
              <a:ext cx="511348" cy="761111"/>
            </a:xfrm>
            <a:custGeom>
              <a:avLst/>
              <a:gdLst/>
              <a:ahLst/>
              <a:cxnLst/>
              <a:rect l="l" t="t" r="r" b="b"/>
              <a:pathLst>
                <a:path w="8738" h="13006" extrusionOk="0">
                  <a:moveTo>
                    <a:pt x="0" y="0"/>
                  </a:moveTo>
                  <a:lnTo>
                    <a:pt x="0" y="13005"/>
                  </a:lnTo>
                  <a:lnTo>
                    <a:pt x="8737" y="13005"/>
                  </a:lnTo>
                  <a:lnTo>
                    <a:pt x="87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1603144" y="218241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0" y="0"/>
                    <a:pt x="0" y="1"/>
                  </a:cubicBezTo>
                  <a:lnTo>
                    <a:pt x="0" y="610"/>
                  </a:lnTo>
                  <a:cubicBezTo>
                    <a:pt x="0" y="610"/>
                    <a:pt x="0" y="612"/>
                    <a:pt x="2" y="612"/>
                  </a:cubicBezTo>
                  <a:lnTo>
                    <a:pt x="1015" y="612"/>
                  </a:lnTo>
                  <a:cubicBezTo>
                    <a:pt x="1015" y="612"/>
                    <a:pt x="1016" y="612"/>
                    <a:pt x="1016" y="610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1680918" y="2182415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610"/>
                  </a:lnTo>
                  <a:cubicBezTo>
                    <a:pt x="0" y="610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2"/>
                    <a:pt x="1016" y="610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1758750" y="2182415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610"/>
                  </a:lnTo>
                  <a:cubicBezTo>
                    <a:pt x="0" y="610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2"/>
                    <a:pt x="1016" y="610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1836582" y="218241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610"/>
                  </a:lnTo>
                  <a:cubicBezTo>
                    <a:pt x="0" y="610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2"/>
                    <a:pt x="1016" y="610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1914414" y="218241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1" y="610"/>
                  </a:lnTo>
                  <a:cubicBezTo>
                    <a:pt x="1" y="610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2"/>
                    <a:pt x="1017" y="610"/>
                  </a:cubicBezTo>
                  <a:lnTo>
                    <a:pt x="1017" y="1"/>
                  </a:lnTo>
                  <a:cubicBezTo>
                    <a:pt x="1017" y="1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1992246" y="218241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1" y="610"/>
                  </a:lnTo>
                  <a:cubicBezTo>
                    <a:pt x="1" y="610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2"/>
                    <a:pt x="1017" y="610"/>
                  </a:cubicBezTo>
                  <a:lnTo>
                    <a:pt x="1017" y="1"/>
                  </a:lnTo>
                  <a:cubicBezTo>
                    <a:pt x="1017" y="1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1603144" y="270529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2" y="612"/>
                  </a:cubicBezTo>
                  <a:lnTo>
                    <a:pt x="1015" y="612"/>
                  </a:lnTo>
                  <a:cubicBezTo>
                    <a:pt x="1015" y="612"/>
                    <a:pt x="1016" y="612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1680918" y="2705291"/>
              <a:ext cx="59573" cy="35814"/>
            </a:xfrm>
            <a:custGeom>
              <a:avLst/>
              <a:gdLst/>
              <a:ahLst/>
              <a:cxnLst/>
              <a:rect l="l" t="t" r="r" b="b"/>
              <a:pathLst>
                <a:path w="1018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2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1758750" y="2705291"/>
              <a:ext cx="59573" cy="35814"/>
            </a:xfrm>
            <a:custGeom>
              <a:avLst/>
              <a:gdLst/>
              <a:ahLst/>
              <a:cxnLst/>
              <a:rect l="l" t="t" r="r" b="b"/>
              <a:pathLst>
                <a:path w="1018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2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1836582" y="270529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2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1914414" y="270529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2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1992246" y="270529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2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1603144" y="275848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0" y="0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2" y="612"/>
                  </a:cubicBezTo>
                  <a:lnTo>
                    <a:pt x="1015" y="612"/>
                  </a:lnTo>
                  <a:lnTo>
                    <a:pt x="1016" y="611"/>
                  </a:lnTo>
                  <a:lnTo>
                    <a:pt x="1016" y="2"/>
                  </a:lnTo>
                  <a:cubicBezTo>
                    <a:pt x="1016" y="2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680918" y="2758485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0"/>
                  </a:moveTo>
                  <a:cubicBezTo>
                    <a:pt x="1" y="0"/>
                    <a:pt x="0" y="0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1758750" y="2758485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0"/>
                  </a:moveTo>
                  <a:cubicBezTo>
                    <a:pt x="1" y="0"/>
                    <a:pt x="0" y="0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1836582" y="275848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1" y="0"/>
                  </a:moveTo>
                  <a:cubicBezTo>
                    <a:pt x="1" y="0"/>
                    <a:pt x="0" y="0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0"/>
                    <a:pt x="1015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914414" y="275848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1" y="0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992246" y="275848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1" y="0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03144" y="281162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2" y="612"/>
                  </a:cubicBezTo>
                  <a:lnTo>
                    <a:pt x="1015" y="612"/>
                  </a:lnTo>
                  <a:lnTo>
                    <a:pt x="1016" y="611"/>
                  </a:ln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680918" y="2811621"/>
              <a:ext cx="59573" cy="35814"/>
            </a:xfrm>
            <a:custGeom>
              <a:avLst/>
              <a:gdLst/>
              <a:ahLst/>
              <a:cxnLst/>
              <a:rect l="l" t="t" r="r" b="b"/>
              <a:pathLst>
                <a:path w="1018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758750" y="2811621"/>
              <a:ext cx="59573" cy="35814"/>
            </a:xfrm>
            <a:custGeom>
              <a:avLst/>
              <a:gdLst/>
              <a:ahLst/>
              <a:cxnLst/>
              <a:rect l="l" t="t" r="r" b="b"/>
              <a:pathLst>
                <a:path w="1018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836582" y="281162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1914414" y="281162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1992246" y="281162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1603144" y="2864757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1"/>
                  </a:moveTo>
                  <a:cubicBezTo>
                    <a:pt x="2" y="1"/>
                    <a:pt x="0" y="1"/>
                    <a:pt x="0" y="3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2" y="612"/>
                  </a:cubicBezTo>
                  <a:lnTo>
                    <a:pt x="1015" y="612"/>
                  </a:lnTo>
                  <a:lnTo>
                    <a:pt x="1016" y="611"/>
                  </a:lnTo>
                  <a:lnTo>
                    <a:pt x="1016" y="3"/>
                  </a:lnTo>
                  <a:cubicBezTo>
                    <a:pt x="1016" y="3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1680918" y="2864757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1"/>
                  </a:moveTo>
                  <a:cubicBezTo>
                    <a:pt x="1" y="1"/>
                    <a:pt x="0" y="1"/>
                    <a:pt x="0" y="3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3"/>
                  </a:lnTo>
                  <a:cubicBezTo>
                    <a:pt x="1016" y="3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1758750" y="2864757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1"/>
                  </a:moveTo>
                  <a:cubicBezTo>
                    <a:pt x="1" y="1"/>
                    <a:pt x="0" y="1"/>
                    <a:pt x="0" y="3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3"/>
                  </a:lnTo>
                  <a:cubicBezTo>
                    <a:pt x="1016" y="3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1836582" y="2864757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1" y="1"/>
                  </a:moveTo>
                  <a:cubicBezTo>
                    <a:pt x="1" y="1"/>
                    <a:pt x="0" y="1"/>
                    <a:pt x="0" y="3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1"/>
                    <a:pt x="1016" y="611"/>
                  </a:cubicBezTo>
                  <a:lnTo>
                    <a:pt x="1016" y="3"/>
                  </a:lnTo>
                  <a:cubicBezTo>
                    <a:pt x="1016" y="3"/>
                    <a:pt x="1016" y="1"/>
                    <a:pt x="1015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914414" y="2864757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1"/>
                  </a:moveTo>
                  <a:cubicBezTo>
                    <a:pt x="2" y="1"/>
                    <a:pt x="1" y="1"/>
                    <a:pt x="1" y="3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3"/>
                  </a:lnTo>
                  <a:cubicBezTo>
                    <a:pt x="1017" y="3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1992246" y="2864757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1"/>
                  </a:moveTo>
                  <a:cubicBezTo>
                    <a:pt x="2" y="1"/>
                    <a:pt x="1" y="1"/>
                    <a:pt x="1" y="3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3"/>
                  </a:lnTo>
                  <a:cubicBezTo>
                    <a:pt x="1017" y="3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1603144" y="2246378"/>
              <a:ext cx="59515" cy="424563"/>
            </a:xfrm>
            <a:custGeom>
              <a:avLst/>
              <a:gdLst/>
              <a:ahLst/>
              <a:cxnLst/>
              <a:rect l="l" t="t" r="r" b="b"/>
              <a:pathLst>
                <a:path w="1017" h="7255" extrusionOk="0">
                  <a:moveTo>
                    <a:pt x="2" y="0"/>
                  </a:moveTo>
                  <a:cubicBezTo>
                    <a:pt x="2" y="0"/>
                    <a:pt x="0" y="0"/>
                    <a:pt x="0" y="1"/>
                  </a:cubicBezTo>
                  <a:lnTo>
                    <a:pt x="0" y="7252"/>
                  </a:lnTo>
                  <a:cubicBezTo>
                    <a:pt x="0" y="7252"/>
                    <a:pt x="0" y="7254"/>
                    <a:pt x="2" y="7254"/>
                  </a:cubicBezTo>
                  <a:lnTo>
                    <a:pt x="1015" y="7254"/>
                  </a:lnTo>
                  <a:cubicBezTo>
                    <a:pt x="1015" y="7254"/>
                    <a:pt x="1016" y="7254"/>
                    <a:pt x="1016" y="7252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1603085" y="228026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1603085" y="2324970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603085" y="236962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603085" y="241444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03085" y="245909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03085" y="2503748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03085" y="2548574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603085" y="2593225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03085" y="2637993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680918" y="2246378"/>
              <a:ext cx="59573" cy="424563"/>
            </a:xfrm>
            <a:custGeom>
              <a:avLst/>
              <a:gdLst/>
              <a:ahLst/>
              <a:cxnLst/>
              <a:rect l="l" t="t" r="r" b="b"/>
              <a:pathLst>
                <a:path w="1018" h="7255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7252"/>
                  </a:lnTo>
                  <a:cubicBezTo>
                    <a:pt x="0" y="7252"/>
                    <a:pt x="0" y="7254"/>
                    <a:pt x="1" y="7254"/>
                  </a:cubicBezTo>
                  <a:lnTo>
                    <a:pt x="1015" y="7254"/>
                  </a:lnTo>
                  <a:cubicBezTo>
                    <a:pt x="1016" y="7254"/>
                    <a:pt x="1017" y="7254"/>
                    <a:pt x="1016" y="7252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680918" y="228026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680918" y="2324970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680918" y="236962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680918" y="241444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680918" y="245909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1680918" y="2503748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0918" y="2548574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80918" y="2593225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680918" y="2637993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1758750" y="2246378"/>
              <a:ext cx="59573" cy="424563"/>
            </a:xfrm>
            <a:custGeom>
              <a:avLst/>
              <a:gdLst/>
              <a:ahLst/>
              <a:cxnLst/>
              <a:rect l="l" t="t" r="r" b="b"/>
              <a:pathLst>
                <a:path w="1018" h="7255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7252"/>
                  </a:lnTo>
                  <a:cubicBezTo>
                    <a:pt x="0" y="7252"/>
                    <a:pt x="0" y="7254"/>
                    <a:pt x="1" y="7254"/>
                  </a:cubicBezTo>
                  <a:lnTo>
                    <a:pt x="1015" y="7254"/>
                  </a:lnTo>
                  <a:cubicBezTo>
                    <a:pt x="1016" y="7254"/>
                    <a:pt x="1017" y="7254"/>
                    <a:pt x="1016" y="7252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1758750" y="228026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1758750" y="2324970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1758750" y="236962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1758750" y="241444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1758750" y="245909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1758750" y="2503748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1758750" y="2548574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1758750" y="2593225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758750" y="2637993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1836582" y="2246378"/>
              <a:ext cx="59515" cy="424563"/>
            </a:xfrm>
            <a:custGeom>
              <a:avLst/>
              <a:gdLst/>
              <a:ahLst/>
              <a:cxnLst/>
              <a:rect l="l" t="t" r="r" b="b"/>
              <a:pathLst>
                <a:path w="1017" h="7255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7252"/>
                  </a:lnTo>
                  <a:cubicBezTo>
                    <a:pt x="0" y="7252"/>
                    <a:pt x="0" y="7254"/>
                    <a:pt x="1" y="7254"/>
                  </a:cubicBezTo>
                  <a:lnTo>
                    <a:pt x="1015" y="7254"/>
                  </a:lnTo>
                  <a:cubicBezTo>
                    <a:pt x="1016" y="7254"/>
                    <a:pt x="1016" y="7254"/>
                    <a:pt x="1016" y="7252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1836582" y="2280261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1836582" y="2324970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1"/>
                  </a:moveTo>
                  <a:lnTo>
                    <a:pt x="1016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1836582" y="2369621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1"/>
                  </a:moveTo>
                  <a:lnTo>
                    <a:pt x="1016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1836582" y="2414447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1836582" y="2459097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1836582" y="2503748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1"/>
                  </a:moveTo>
                  <a:lnTo>
                    <a:pt x="1016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1836582" y="2548574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1836582" y="2593225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836582" y="2637993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1"/>
                  </a:moveTo>
                  <a:lnTo>
                    <a:pt x="1016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914414" y="2246378"/>
              <a:ext cx="59515" cy="424563"/>
            </a:xfrm>
            <a:custGeom>
              <a:avLst/>
              <a:gdLst/>
              <a:ahLst/>
              <a:cxnLst/>
              <a:rect l="l" t="t" r="r" b="b"/>
              <a:pathLst>
                <a:path w="1017" h="7255" extrusionOk="0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1" y="7252"/>
                  </a:lnTo>
                  <a:cubicBezTo>
                    <a:pt x="1" y="7252"/>
                    <a:pt x="1" y="7254"/>
                    <a:pt x="2" y="7254"/>
                  </a:cubicBezTo>
                  <a:lnTo>
                    <a:pt x="1016" y="7254"/>
                  </a:lnTo>
                  <a:cubicBezTo>
                    <a:pt x="1017" y="7254"/>
                    <a:pt x="1017" y="7254"/>
                    <a:pt x="1017" y="7252"/>
                  </a:cubicBezTo>
                  <a:lnTo>
                    <a:pt x="1017" y="1"/>
                  </a:lnTo>
                  <a:cubicBezTo>
                    <a:pt x="1017" y="1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1914414" y="2280261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1914414" y="2324970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1914414" y="2369621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1914414" y="2414447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1914414" y="2459097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1914414" y="2503748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1914414" y="2548574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1914414" y="2593225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1914414" y="2637993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1992246" y="2246378"/>
              <a:ext cx="59515" cy="424563"/>
            </a:xfrm>
            <a:custGeom>
              <a:avLst/>
              <a:gdLst/>
              <a:ahLst/>
              <a:cxnLst/>
              <a:rect l="l" t="t" r="r" b="b"/>
              <a:pathLst>
                <a:path w="1017" h="7255" extrusionOk="0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1" y="7252"/>
                  </a:lnTo>
                  <a:cubicBezTo>
                    <a:pt x="1" y="7252"/>
                    <a:pt x="1" y="7254"/>
                    <a:pt x="2" y="7254"/>
                  </a:cubicBezTo>
                  <a:lnTo>
                    <a:pt x="1016" y="7254"/>
                  </a:lnTo>
                  <a:cubicBezTo>
                    <a:pt x="1017" y="7254"/>
                    <a:pt x="1017" y="7254"/>
                    <a:pt x="1017" y="7252"/>
                  </a:cubicBezTo>
                  <a:lnTo>
                    <a:pt x="1017" y="1"/>
                  </a:lnTo>
                  <a:cubicBezTo>
                    <a:pt x="1017" y="1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2187" y="228026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2187" y="2324970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1"/>
                  </a:moveTo>
                  <a:lnTo>
                    <a:pt x="1018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1992187" y="236962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1"/>
                  </a:moveTo>
                  <a:lnTo>
                    <a:pt x="1018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1992187" y="241444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1992187" y="245909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1992187" y="2503748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1"/>
                  </a:moveTo>
                  <a:lnTo>
                    <a:pt x="1018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992187" y="2548574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992187" y="2593225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992187" y="2637993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1"/>
                  </a:moveTo>
                  <a:lnTo>
                    <a:pt x="1018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72677" y="2955990"/>
              <a:ext cx="106331" cy="55770"/>
            </a:xfrm>
            <a:custGeom>
              <a:avLst/>
              <a:gdLst/>
              <a:ahLst/>
              <a:cxnLst/>
              <a:rect l="l" t="t" r="r" b="b"/>
              <a:pathLst>
                <a:path w="181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817" y="952"/>
                  </a:lnTo>
                  <a:lnTo>
                    <a:pt x="18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570197" y="2686857"/>
              <a:ext cx="511289" cy="59"/>
            </a:xfrm>
            <a:custGeom>
              <a:avLst/>
              <a:gdLst/>
              <a:ahLst/>
              <a:cxnLst/>
              <a:rect l="l" t="t" r="r" b="b"/>
              <a:pathLst>
                <a:path w="8737" h="1" fill="none" extrusionOk="0">
                  <a:moveTo>
                    <a:pt x="0" y="1"/>
                  </a:moveTo>
                  <a:lnTo>
                    <a:pt x="8736" y="1"/>
                  </a:lnTo>
                </a:path>
              </a:pathLst>
            </a:custGeom>
            <a:noFill/>
            <a:ln w="75" cap="flat" cmpd="sng">
              <a:solidFill>
                <a:srgbClr val="FFC876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570197" y="2230402"/>
              <a:ext cx="511289" cy="59"/>
            </a:xfrm>
            <a:custGeom>
              <a:avLst/>
              <a:gdLst/>
              <a:ahLst/>
              <a:cxnLst/>
              <a:rect l="l" t="t" r="r" b="b"/>
              <a:pathLst>
                <a:path w="8737" h="1" fill="none" extrusionOk="0">
                  <a:moveTo>
                    <a:pt x="0" y="1"/>
                  </a:moveTo>
                  <a:lnTo>
                    <a:pt x="8736" y="1"/>
                  </a:lnTo>
                </a:path>
              </a:pathLst>
            </a:custGeom>
            <a:noFill/>
            <a:ln w="75" cap="flat" cmpd="sng">
              <a:solidFill>
                <a:srgbClr val="FFC876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825814" y="2158773"/>
              <a:ext cx="255674" cy="852988"/>
            </a:xfrm>
            <a:custGeom>
              <a:avLst/>
              <a:gdLst/>
              <a:ahLst/>
              <a:cxnLst/>
              <a:rect l="l" t="t" r="r" b="b"/>
              <a:pathLst>
                <a:path w="4369" h="14576" extrusionOk="0">
                  <a:moveTo>
                    <a:pt x="0" y="0"/>
                  </a:moveTo>
                  <a:lnTo>
                    <a:pt x="0" y="14575"/>
                  </a:lnTo>
                  <a:lnTo>
                    <a:pt x="4368" y="14575"/>
                  </a:lnTo>
                  <a:lnTo>
                    <a:pt x="43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2205552" y="2369621"/>
              <a:ext cx="324025" cy="642140"/>
            </a:xfrm>
            <a:custGeom>
              <a:avLst/>
              <a:gdLst/>
              <a:ahLst/>
              <a:cxnLst/>
              <a:rect l="l" t="t" r="r" b="b"/>
              <a:pathLst>
                <a:path w="5537" h="10973" extrusionOk="0">
                  <a:moveTo>
                    <a:pt x="0" y="1"/>
                  </a:moveTo>
                  <a:lnTo>
                    <a:pt x="0" y="10972"/>
                  </a:lnTo>
                  <a:lnTo>
                    <a:pt x="5537" y="10972"/>
                  </a:lnTo>
                  <a:lnTo>
                    <a:pt x="55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2227439" y="2412691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1"/>
                  </a:lnTo>
                  <a:lnTo>
                    <a:pt x="4845" y="621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2227439" y="2459917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1"/>
                  </a:moveTo>
                  <a:lnTo>
                    <a:pt x="1" y="621"/>
                  </a:lnTo>
                  <a:lnTo>
                    <a:pt x="4845" y="621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2227439" y="2507201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0"/>
                  </a:lnTo>
                  <a:lnTo>
                    <a:pt x="4845" y="62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2227439" y="2554485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0"/>
                  </a:lnTo>
                  <a:lnTo>
                    <a:pt x="4845" y="62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2227439" y="2601652"/>
              <a:ext cx="283529" cy="36399"/>
            </a:xfrm>
            <a:custGeom>
              <a:avLst/>
              <a:gdLst/>
              <a:ahLst/>
              <a:cxnLst/>
              <a:rect l="l" t="t" r="r" b="b"/>
              <a:pathLst>
                <a:path w="4845" h="622" extrusionOk="0">
                  <a:moveTo>
                    <a:pt x="1" y="1"/>
                  </a:moveTo>
                  <a:lnTo>
                    <a:pt x="1" y="622"/>
                  </a:lnTo>
                  <a:lnTo>
                    <a:pt x="4845" y="622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2227439" y="2648877"/>
              <a:ext cx="283529" cy="36458"/>
            </a:xfrm>
            <a:custGeom>
              <a:avLst/>
              <a:gdLst/>
              <a:ahLst/>
              <a:cxnLst/>
              <a:rect l="l" t="t" r="r" b="b"/>
              <a:pathLst>
                <a:path w="4845" h="623" extrusionOk="0">
                  <a:moveTo>
                    <a:pt x="1" y="1"/>
                  </a:moveTo>
                  <a:lnTo>
                    <a:pt x="1" y="622"/>
                  </a:lnTo>
                  <a:lnTo>
                    <a:pt x="4845" y="622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2227439" y="2696162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0"/>
                  </a:lnTo>
                  <a:lnTo>
                    <a:pt x="4845" y="62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2227439" y="2743446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1"/>
                  </a:moveTo>
                  <a:lnTo>
                    <a:pt x="1" y="621"/>
                  </a:lnTo>
                  <a:lnTo>
                    <a:pt x="4845" y="621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2227439" y="2790671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1"/>
                  </a:moveTo>
                  <a:lnTo>
                    <a:pt x="1" y="621"/>
                  </a:lnTo>
                  <a:lnTo>
                    <a:pt x="4845" y="621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2227439" y="2837955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0"/>
                  </a:lnTo>
                  <a:lnTo>
                    <a:pt x="4845" y="62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237095" y="2916313"/>
              <a:ext cx="52024" cy="52024"/>
            </a:xfrm>
            <a:custGeom>
              <a:avLst/>
              <a:gdLst/>
              <a:ahLst/>
              <a:cxnLst/>
              <a:rect l="l" t="t" r="r" b="b"/>
              <a:pathLst>
                <a:path w="889" h="889" extrusionOk="0">
                  <a:moveTo>
                    <a:pt x="5" y="1"/>
                  </a:moveTo>
                  <a:cubicBezTo>
                    <a:pt x="2" y="1"/>
                    <a:pt x="1" y="4"/>
                    <a:pt x="1" y="5"/>
                  </a:cubicBezTo>
                  <a:lnTo>
                    <a:pt x="1" y="885"/>
                  </a:lnTo>
                  <a:cubicBezTo>
                    <a:pt x="1" y="888"/>
                    <a:pt x="4" y="889"/>
                    <a:pt x="5" y="889"/>
                  </a:cubicBezTo>
                  <a:lnTo>
                    <a:pt x="885" y="889"/>
                  </a:lnTo>
                  <a:cubicBezTo>
                    <a:pt x="886" y="889"/>
                    <a:pt x="887" y="888"/>
                    <a:pt x="889" y="885"/>
                  </a:cubicBezTo>
                  <a:lnTo>
                    <a:pt x="889" y="5"/>
                  </a:lnTo>
                  <a:cubicBezTo>
                    <a:pt x="889" y="3"/>
                    <a:pt x="886" y="1"/>
                    <a:pt x="8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2445954" y="2916313"/>
              <a:ext cx="51966" cy="52024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" y="1"/>
                  </a:moveTo>
                  <a:cubicBezTo>
                    <a:pt x="1" y="1"/>
                    <a:pt x="0" y="4"/>
                    <a:pt x="0" y="5"/>
                  </a:cubicBezTo>
                  <a:lnTo>
                    <a:pt x="0" y="885"/>
                  </a:lnTo>
                  <a:cubicBezTo>
                    <a:pt x="0" y="888"/>
                    <a:pt x="2" y="889"/>
                    <a:pt x="4" y="889"/>
                  </a:cubicBezTo>
                  <a:lnTo>
                    <a:pt x="883" y="889"/>
                  </a:lnTo>
                  <a:cubicBezTo>
                    <a:pt x="886" y="889"/>
                    <a:pt x="887" y="888"/>
                    <a:pt x="888" y="885"/>
                  </a:cubicBezTo>
                  <a:lnTo>
                    <a:pt x="888" y="5"/>
                  </a:lnTo>
                  <a:cubicBezTo>
                    <a:pt x="888" y="3"/>
                    <a:pt x="886" y="1"/>
                    <a:pt x="883" y="1"/>
                  </a:cubicBezTo>
                  <a:close/>
                </a:path>
              </a:pathLst>
            </a:custGeom>
            <a:solidFill>
              <a:srgbClr val="C5FC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2322710" y="2933284"/>
              <a:ext cx="89536" cy="78475"/>
            </a:xfrm>
            <a:custGeom>
              <a:avLst/>
              <a:gdLst/>
              <a:ahLst/>
              <a:cxnLst/>
              <a:rect l="l" t="t" r="r" b="b"/>
              <a:pathLst>
                <a:path w="1530" h="1341" extrusionOk="0">
                  <a:moveTo>
                    <a:pt x="1" y="0"/>
                  </a:moveTo>
                  <a:lnTo>
                    <a:pt x="1" y="1340"/>
                  </a:lnTo>
                  <a:lnTo>
                    <a:pt x="1529" y="134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2186943" y="2368860"/>
              <a:ext cx="361185" cy="22472"/>
            </a:xfrm>
            <a:custGeom>
              <a:avLst/>
              <a:gdLst/>
              <a:ahLst/>
              <a:cxnLst/>
              <a:rect l="l" t="t" r="r" b="b"/>
              <a:pathLst>
                <a:path w="6172" h="384" extrusionOk="0">
                  <a:moveTo>
                    <a:pt x="0" y="0"/>
                  </a:moveTo>
                  <a:lnTo>
                    <a:pt x="0" y="383"/>
                  </a:lnTo>
                  <a:lnTo>
                    <a:pt x="6172" y="383"/>
                  </a:lnTo>
                  <a:lnTo>
                    <a:pt x="61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2369117" y="2368860"/>
              <a:ext cx="178954" cy="644656"/>
            </a:xfrm>
            <a:custGeom>
              <a:avLst/>
              <a:gdLst/>
              <a:ahLst/>
              <a:cxnLst/>
              <a:rect l="l" t="t" r="r" b="b"/>
              <a:pathLst>
                <a:path w="3058" h="11016" extrusionOk="0">
                  <a:moveTo>
                    <a:pt x="3058" y="0"/>
                  </a:moveTo>
                  <a:lnTo>
                    <a:pt x="1" y="15"/>
                  </a:lnTo>
                  <a:lnTo>
                    <a:pt x="1" y="11015"/>
                  </a:lnTo>
                  <a:lnTo>
                    <a:pt x="2741" y="11015"/>
                  </a:lnTo>
                  <a:lnTo>
                    <a:pt x="2741" y="383"/>
                  </a:lnTo>
                  <a:lnTo>
                    <a:pt x="3058" y="383"/>
                  </a:lnTo>
                  <a:lnTo>
                    <a:pt x="30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2806732" y="1799403"/>
              <a:ext cx="207395" cy="197681"/>
            </a:xfrm>
            <a:custGeom>
              <a:avLst/>
              <a:gdLst/>
              <a:ahLst/>
              <a:cxnLst/>
              <a:rect l="l" t="t" r="r" b="b"/>
              <a:pathLst>
                <a:path w="3544" h="3378" extrusionOk="0">
                  <a:moveTo>
                    <a:pt x="3" y="1"/>
                  </a:moveTo>
                  <a:cubicBezTo>
                    <a:pt x="1" y="1"/>
                    <a:pt x="0" y="2"/>
                    <a:pt x="0" y="5"/>
                  </a:cubicBezTo>
                  <a:lnTo>
                    <a:pt x="0" y="3373"/>
                  </a:lnTo>
                  <a:cubicBezTo>
                    <a:pt x="0" y="3376"/>
                    <a:pt x="1" y="3377"/>
                    <a:pt x="3" y="3377"/>
                  </a:cubicBezTo>
                  <a:lnTo>
                    <a:pt x="3540" y="3377"/>
                  </a:lnTo>
                  <a:cubicBezTo>
                    <a:pt x="3542" y="3377"/>
                    <a:pt x="3543" y="3376"/>
                    <a:pt x="3543" y="3373"/>
                  </a:cubicBezTo>
                  <a:lnTo>
                    <a:pt x="3543" y="5"/>
                  </a:lnTo>
                  <a:cubicBezTo>
                    <a:pt x="3543" y="2"/>
                    <a:pt x="3542" y="1"/>
                    <a:pt x="35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2726910" y="1885017"/>
              <a:ext cx="367037" cy="1126744"/>
            </a:xfrm>
            <a:custGeom>
              <a:avLst/>
              <a:gdLst/>
              <a:ahLst/>
              <a:cxnLst/>
              <a:rect l="l" t="t" r="r" b="b"/>
              <a:pathLst>
                <a:path w="6272" h="19254" extrusionOk="0">
                  <a:moveTo>
                    <a:pt x="2083" y="0"/>
                  </a:moveTo>
                  <a:lnTo>
                    <a:pt x="2083" y="237"/>
                  </a:lnTo>
                  <a:lnTo>
                    <a:pt x="0" y="237"/>
                  </a:lnTo>
                  <a:lnTo>
                    <a:pt x="0" y="19253"/>
                  </a:lnTo>
                  <a:lnTo>
                    <a:pt x="6271" y="19253"/>
                  </a:lnTo>
                  <a:lnTo>
                    <a:pt x="6271" y="237"/>
                  </a:lnTo>
                  <a:lnTo>
                    <a:pt x="4188" y="237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2726910" y="2883484"/>
              <a:ext cx="367037" cy="128276"/>
            </a:xfrm>
            <a:custGeom>
              <a:avLst/>
              <a:gdLst/>
              <a:ahLst/>
              <a:cxnLst/>
              <a:rect l="l" t="t" r="r" b="b"/>
              <a:pathLst>
                <a:path w="6272" h="2192" extrusionOk="0">
                  <a:moveTo>
                    <a:pt x="0" y="1"/>
                  </a:moveTo>
                  <a:lnTo>
                    <a:pt x="0" y="2191"/>
                  </a:lnTo>
                  <a:lnTo>
                    <a:pt x="6271" y="2191"/>
                  </a:lnTo>
                  <a:lnTo>
                    <a:pt x="62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2848808" y="1928439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2848808" y="1975723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2848808" y="2022890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2848808" y="2070116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2848808" y="2117458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2848808" y="2164684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2848808" y="2211851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2848808" y="2259076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2848808" y="2306419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2848808" y="2353645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2848808" y="2400870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2848808" y="2448154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2848808" y="2495380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2848808" y="2542605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2848808" y="2589889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2848808" y="2637115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2848808" y="2684399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2848808" y="2731625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2848808" y="2778850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2848808" y="2826076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2971993" y="1943654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2971993" y="1990880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2971993" y="2038105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2971993" y="208533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2971993" y="2132674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2971993" y="2179899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2971993" y="2227066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2971993" y="2274292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2971993" y="2321634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2971993" y="2368860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5" name="Google Shape;465;p15"/>
            <p:cNvSpPr/>
            <p:nvPr/>
          </p:nvSpPr>
          <p:spPr>
            <a:xfrm>
              <a:off x="2971993" y="2416027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2971993" y="246331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2971993" y="2510595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2971993" y="255782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2971993" y="2605046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2971993" y="2652330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2971993" y="2699614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971993" y="274678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2971993" y="2794065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2971993" y="284129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2726910" y="1943654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2726910" y="1990880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2726910" y="2038105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2726910" y="208533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2726910" y="2132674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2726910" y="2179899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2726910" y="2227066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2726910" y="2274292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2726910" y="2321634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2726910" y="2368860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2726910" y="2416027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2726910" y="246331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2726910" y="2510595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2726910" y="255782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2726910" y="2605046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2726910" y="2652330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2726910" y="2699614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2726910" y="274678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2726910" y="2794065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2726910" y="284129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2799417" y="2934864"/>
              <a:ext cx="222025" cy="76895"/>
            </a:xfrm>
            <a:custGeom>
              <a:avLst/>
              <a:gdLst/>
              <a:ahLst/>
              <a:cxnLst/>
              <a:rect l="l" t="t" r="r" b="b"/>
              <a:pathLst>
                <a:path w="3794" h="1314" extrusionOk="0">
                  <a:moveTo>
                    <a:pt x="0" y="1"/>
                  </a:moveTo>
                  <a:lnTo>
                    <a:pt x="0" y="1313"/>
                  </a:lnTo>
                  <a:lnTo>
                    <a:pt x="3793" y="1313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2848808" y="1870914"/>
              <a:ext cx="59" cy="1012630"/>
            </a:xfrm>
            <a:custGeom>
              <a:avLst/>
              <a:gdLst/>
              <a:ahLst/>
              <a:cxnLst/>
              <a:rect l="l" t="t" r="r" b="b"/>
              <a:pathLst>
                <a:path w="1" h="17304" fill="none" extrusionOk="0">
                  <a:moveTo>
                    <a:pt x="0" y="1"/>
                  </a:moveTo>
                  <a:lnTo>
                    <a:pt x="0" y="17304"/>
                  </a:lnTo>
                </a:path>
              </a:pathLst>
            </a:custGeom>
            <a:noFill/>
            <a:ln w="25" cap="flat" cmpd="sng">
              <a:solidFill>
                <a:srgbClr val="54C3C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2971993" y="1871031"/>
              <a:ext cx="59" cy="1012513"/>
            </a:xfrm>
            <a:custGeom>
              <a:avLst/>
              <a:gdLst/>
              <a:ahLst/>
              <a:cxnLst/>
              <a:rect l="l" t="t" r="r" b="b"/>
              <a:pathLst>
                <a:path w="1" h="17302" fill="none" extrusionOk="0">
                  <a:moveTo>
                    <a:pt x="0" y="1"/>
                  </a:moveTo>
                  <a:lnTo>
                    <a:pt x="0" y="17302"/>
                  </a:lnTo>
                </a:path>
              </a:pathLst>
            </a:custGeom>
            <a:noFill/>
            <a:ln w="25" cap="flat" cmpd="sng">
              <a:solidFill>
                <a:srgbClr val="54C3C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2904051" y="1799286"/>
              <a:ext cx="189897" cy="1212476"/>
            </a:xfrm>
            <a:custGeom>
              <a:avLst/>
              <a:gdLst/>
              <a:ahLst/>
              <a:cxnLst/>
              <a:rect l="l" t="t" r="r" b="b"/>
              <a:pathLst>
                <a:path w="3245" h="20719" extrusionOk="0">
                  <a:moveTo>
                    <a:pt x="1" y="1"/>
                  </a:moveTo>
                  <a:lnTo>
                    <a:pt x="1" y="20718"/>
                  </a:lnTo>
                  <a:lnTo>
                    <a:pt x="3244" y="20718"/>
                  </a:lnTo>
                  <a:lnTo>
                    <a:pt x="3244" y="1702"/>
                  </a:lnTo>
                  <a:lnTo>
                    <a:pt x="1880" y="1702"/>
                  </a:lnTo>
                  <a:lnTo>
                    <a:pt x="1880" y="315"/>
                  </a:lnTo>
                  <a:cubicBezTo>
                    <a:pt x="1880" y="117"/>
                    <a:pt x="1756" y="3"/>
                    <a:pt x="1623" y="3"/>
                  </a:cubicBezTo>
                  <a:cubicBezTo>
                    <a:pt x="1490" y="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3275890" y="2421528"/>
              <a:ext cx="251929" cy="53663"/>
            </a:xfrm>
            <a:custGeom>
              <a:avLst/>
              <a:gdLst/>
              <a:ahLst/>
              <a:cxnLst/>
              <a:rect l="l" t="t" r="r" b="b"/>
              <a:pathLst>
                <a:path w="4305" h="917" extrusionOk="0">
                  <a:moveTo>
                    <a:pt x="1" y="1"/>
                  </a:moveTo>
                  <a:lnTo>
                    <a:pt x="1" y="917"/>
                  </a:lnTo>
                  <a:lnTo>
                    <a:pt x="4304" y="917"/>
                  </a:lnTo>
                  <a:lnTo>
                    <a:pt x="4304" y="1"/>
                  </a:lnTo>
                  <a:close/>
                </a:path>
              </a:pathLst>
            </a:custGeom>
            <a:solidFill>
              <a:srgbClr val="2457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3219652" y="2463311"/>
              <a:ext cx="364521" cy="548449"/>
            </a:xfrm>
            <a:custGeom>
              <a:avLst/>
              <a:gdLst/>
              <a:ahLst/>
              <a:cxnLst/>
              <a:rect l="l" t="t" r="r" b="b"/>
              <a:pathLst>
                <a:path w="6229" h="9372" extrusionOk="0">
                  <a:moveTo>
                    <a:pt x="0" y="0"/>
                  </a:moveTo>
                  <a:lnTo>
                    <a:pt x="0" y="9371"/>
                  </a:lnTo>
                  <a:lnTo>
                    <a:pt x="6228" y="9371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2457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3219652" y="2898699"/>
              <a:ext cx="364521" cy="113061"/>
            </a:xfrm>
            <a:custGeom>
              <a:avLst/>
              <a:gdLst/>
              <a:ahLst/>
              <a:cxnLst/>
              <a:rect l="l" t="t" r="r" b="b"/>
              <a:pathLst>
                <a:path w="6229" h="1932" extrusionOk="0">
                  <a:moveTo>
                    <a:pt x="0" y="1"/>
                  </a:moveTo>
                  <a:lnTo>
                    <a:pt x="0" y="1931"/>
                  </a:lnTo>
                  <a:lnTo>
                    <a:pt x="6228" y="1931"/>
                  </a:lnTo>
                  <a:lnTo>
                    <a:pt x="6228" y="1"/>
                  </a:lnTo>
                  <a:close/>
                </a:path>
              </a:pathLst>
            </a:custGeom>
            <a:solidFill>
              <a:srgbClr val="2C6B8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3232760" y="2493683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1"/>
                  </a:moveTo>
                  <a:cubicBezTo>
                    <a:pt x="148" y="1"/>
                    <a:pt x="0" y="149"/>
                    <a:pt x="0" y="332"/>
                  </a:cubicBezTo>
                  <a:cubicBezTo>
                    <a:pt x="0" y="514"/>
                    <a:pt x="148" y="663"/>
                    <a:pt x="331" y="663"/>
                  </a:cubicBezTo>
                  <a:lnTo>
                    <a:pt x="5450" y="663"/>
                  </a:lnTo>
                  <a:cubicBezTo>
                    <a:pt x="5633" y="663"/>
                    <a:pt x="5781" y="514"/>
                    <a:pt x="5781" y="332"/>
                  </a:cubicBezTo>
                  <a:cubicBezTo>
                    <a:pt x="5781" y="149"/>
                    <a:pt x="5633" y="1"/>
                    <a:pt x="5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232760" y="2549394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0"/>
                  </a:moveTo>
                  <a:cubicBezTo>
                    <a:pt x="148" y="0"/>
                    <a:pt x="0" y="149"/>
                    <a:pt x="0" y="332"/>
                  </a:cubicBezTo>
                  <a:cubicBezTo>
                    <a:pt x="0" y="514"/>
                    <a:pt x="148" y="662"/>
                    <a:pt x="331" y="662"/>
                  </a:cubicBezTo>
                  <a:lnTo>
                    <a:pt x="5450" y="662"/>
                  </a:lnTo>
                  <a:cubicBezTo>
                    <a:pt x="5633" y="662"/>
                    <a:pt x="5781" y="514"/>
                    <a:pt x="5781" y="332"/>
                  </a:cubicBezTo>
                  <a:cubicBezTo>
                    <a:pt x="5781" y="149"/>
                    <a:pt x="5633" y="0"/>
                    <a:pt x="5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3232760" y="2605046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1"/>
                  </a:moveTo>
                  <a:cubicBezTo>
                    <a:pt x="148" y="1"/>
                    <a:pt x="0" y="149"/>
                    <a:pt x="0" y="332"/>
                  </a:cubicBezTo>
                  <a:cubicBezTo>
                    <a:pt x="0" y="515"/>
                    <a:pt x="148" y="663"/>
                    <a:pt x="331" y="663"/>
                  </a:cubicBezTo>
                  <a:lnTo>
                    <a:pt x="5450" y="663"/>
                  </a:lnTo>
                  <a:cubicBezTo>
                    <a:pt x="5633" y="663"/>
                    <a:pt x="5781" y="515"/>
                    <a:pt x="5781" y="332"/>
                  </a:cubicBezTo>
                  <a:cubicBezTo>
                    <a:pt x="5781" y="149"/>
                    <a:pt x="5633" y="1"/>
                    <a:pt x="5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232760" y="2660757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1"/>
                  </a:moveTo>
                  <a:cubicBezTo>
                    <a:pt x="148" y="1"/>
                    <a:pt x="0" y="149"/>
                    <a:pt x="0" y="332"/>
                  </a:cubicBezTo>
                  <a:cubicBezTo>
                    <a:pt x="0" y="514"/>
                    <a:pt x="148" y="663"/>
                    <a:pt x="331" y="663"/>
                  </a:cubicBezTo>
                  <a:lnTo>
                    <a:pt x="5450" y="663"/>
                  </a:lnTo>
                  <a:cubicBezTo>
                    <a:pt x="5633" y="663"/>
                    <a:pt x="5781" y="514"/>
                    <a:pt x="5781" y="332"/>
                  </a:cubicBezTo>
                  <a:cubicBezTo>
                    <a:pt x="5781" y="149"/>
                    <a:pt x="5633" y="1"/>
                    <a:pt x="5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3232760" y="2716468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0"/>
                  </a:moveTo>
                  <a:cubicBezTo>
                    <a:pt x="148" y="0"/>
                    <a:pt x="0" y="148"/>
                    <a:pt x="0" y="332"/>
                  </a:cubicBezTo>
                  <a:cubicBezTo>
                    <a:pt x="0" y="514"/>
                    <a:pt x="148" y="662"/>
                    <a:pt x="331" y="662"/>
                  </a:cubicBezTo>
                  <a:lnTo>
                    <a:pt x="5450" y="662"/>
                  </a:lnTo>
                  <a:cubicBezTo>
                    <a:pt x="5633" y="662"/>
                    <a:pt x="5781" y="514"/>
                    <a:pt x="5781" y="332"/>
                  </a:cubicBezTo>
                  <a:cubicBezTo>
                    <a:pt x="5781" y="148"/>
                    <a:pt x="5633" y="0"/>
                    <a:pt x="5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3232760" y="2772120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1"/>
                  </a:moveTo>
                  <a:cubicBezTo>
                    <a:pt x="148" y="1"/>
                    <a:pt x="0" y="149"/>
                    <a:pt x="0" y="332"/>
                  </a:cubicBezTo>
                  <a:cubicBezTo>
                    <a:pt x="0" y="514"/>
                    <a:pt x="148" y="663"/>
                    <a:pt x="331" y="663"/>
                  </a:cubicBezTo>
                  <a:lnTo>
                    <a:pt x="5450" y="663"/>
                  </a:lnTo>
                  <a:cubicBezTo>
                    <a:pt x="5633" y="663"/>
                    <a:pt x="5781" y="514"/>
                    <a:pt x="5781" y="332"/>
                  </a:cubicBezTo>
                  <a:cubicBezTo>
                    <a:pt x="5781" y="149"/>
                    <a:pt x="5633" y="1"/>
                    <a:pt x="5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3232760" y="2827831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0"/>
                  </a:moveTo>
                  <a:cubicBezTo>
                    <a:pt x="148" y="0"/>
                    <a:pt x="0" y="149"/>
                    <a:pt x="0" y="332"/>
                  </a:cubicBezTo>
                  <a:cubicBezTo>
                    <a:pt x="0" y="514"/>
                    <a:pt x="148" y="662"/>
                    <a:pt x="331" y="662"/>
                  </a:cubicBezTo>
                  <a:lnTo>
                    <a:pt x="5450" y="662"/>
                  </a:lnTo>
                  <a:cubicBezTo>
                    <a:pt x="5633" y="662"/>
                    <a:pt x="5781" y="514"/>
                    <a:pt x="5781" y="332"/>
                  </a:cubicBezTo>
                  <a:cubicBezTo>
                    <a:pt x="5781" y="149"/>
                    <a:pt x="5633" y="0"/>
                    <a:pt x="5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3314045" y="2441015"/>
              <a:ext cx="175619" cy="462776"/>
            </a:xfrm>
            <a:custGeom>
              <a:avLst/>
              <a:gdLst/>
              <a:ahLst/>
              <a:cxnLst/>
              <a:rect l="l" t="t" r="r" b="b"/>
              <a:pathLst>
                <a:path w="3001" h="7908" extrusionOk="0">
                  <a:moveTo>
                    <a:pt x="1" y="0"/>
                  </a:moveTo>
                  <a:lnTo>
                    <a:pt x="1" y="7908"/>
                  </a:lnTo>
                  <a:lnTo>
                    <a:pt x="3001" y="7908"/>
                  </a:lnTo>
                  <a:lnTo>
                    <a:pt x="3001" y="0"/>
                  </a:lnTo>
                  <a:close/>
                </a:path>
              </a:pathLst>
            </a:custGeom>
            <a:solidFill>
              <a:srgbClr val="2C6B8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3309071" y="2435924"/>
              <a:ext cx="185567" cy="472900"/>
            </a:xfrm>
            <a:custGeom>
              <a:avLst/>
              <a:gdLst/>
              <a:ahLst/>
              <a:cxnLst/>
              <a:rect l="l" t="t" r="r" b="b"/>
              <a:pathLst>
                <a:path w="3171" h="8081" extrusionOk="0">
                  <a:moveTo>
                    <a:pt x="2999" y="173"/>
                  </a:moveTo>
                  <a:lnTo>
                    <a:pt x="2999" y="7909"/>
                  </a:lnTo>
                  <a:lnTo>
                    <a:pt x="173" y="7909"/>
                  </a:lnTo>
                  <a:lnTo>
                    <a:pt x="173" y="173"/>
                  </a:lnTo>
                  <a:close/>
                  <a:moveTo>
                    <a:pt x="1" y="0"/>
                  </a:moveTo>
                  <a:lnTo>
                    <a:pt x="1" y="173"/>
                  </a:lnTo>
                  <a:lnTo>
                    <a:pt x="1" y="7909"/>
                  </a:lnTo>
                  <a:lnTo>
                    <a:pt x="1" y="8081"/>
                  </a:lnTo>
                  <a:lnTo>
                    <a:pt x="3171" y="8081"/>
                  </a:lnTo>
                  <a:lnTo>
                    <a:pt x="3171" y="7909"/>
                  </a:lnTo>
                  <a:lnTo>
                    <a:pt x="3171" y="173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rgbClr val="2457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3319136" y="2478468"/>
              <a:ext cx="165378" cy="38974"/>
            </a:xfrm>
            <a:custGeom>
              <a:avLst/>
              <a:gdLst/>
              <a:ahLst/>
              <a:cxnLst/>
              <a:rect l="l" t="t" r="r" b="b"/>
              <a:pathLst>
                <a:path w="2826" h="666" extrusionOk="0">
                  <a:moveTo>
                    <a:pt x="1" y="1"/>
                  </a:moveTo>
                  <a:lnTo>
                    <a:pt x="1" y="665"/>
                  </a:lnTo>
                  <a:lnTo>
                    <a:pt x="2826" y="665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3319136" y="2534178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1"/>
                  </a:moveTo>
                  <a:lnTo>
                    <a:pt x="1" y="665"/>
                  </a:lnTo>
                  <a:lnTo>
                    <a:pt x="2826" y="665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3319136" y="2589889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826" y="66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3319136" y="2645542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1"/>
                  </a:moveTo>
                  <a:lnTo>
                    <a:pt x="1" y="665"/>
                  </a:lnTo>
                  <a:lnTo>
                    <a:pt x="2826" y="665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3319136" y="2701253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826" y="66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3319136" y="2756905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1"/>
                  </a:moveTo>
                  <a:lnTo>
                    <a:pt x="1" y="665"/>
                  </a:lnTo>
                  <a:lnTo>
                    <a:pt x="2826" y="665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3319136" y="2812616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826" y="66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3300585" y="2898699"/>
              <a:ext cx="202538" cy="113061"/>
            </a:xfrm>
            <a:custGeom>
              <a:avLst/>
              <a:gdLst/>
              <a:ahLst/>
              <a:cxnLst/>
              <a:rect l="l" t="t" r="r" b="b"/>
              <a:pathLst>
                <a:path w="3461" h="1932" extrusionOk="0">
                  <a:moveTo>
                    <a:pt x="0" y="1"/>
                  </a:moveTo>
                  <a:lnTo>
                    <a:pt x="0" y="1931"/>
                  </a:lnTo>
                  <a:lnTo>
                    <a:pt x="3461" y="1931"/>
                  </a:lnTo>
                  <a:lnTo>
                    <a:pt x="3461" y="1"/>
                  </a:lnTo>
                  <a:close/>
                </a:path>
              </a:pathLst>
            </a:custGeom>
            <a:solidFill>
              <a:srgbClr val="3789B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3364548" y="2950079"/>
              <a:ext cx="74730" cy="61680"/>
            </a:xfrm>
            <a:custGeom>
              <a:avLst/>
              <a:gdLst/>
              <a:ahLst/>
              <a:cxnLst/>
              <a:rect l="l" t="t" r="r" b="b"/>
              <a:pathLst>
                <a:path w="1277" h="1054" extrusionOk="0">
                  <a:moveTo>
                    <a:pt x="0" y="1"/>
                  </a:moveTo>
                  <a:lnTo>
                    <a:pt x="0" y="1053"/>
                  </a:lnTo>
                  <a:lnTo>
                    <a:pt x="1276" y="1053"/>
                  </a:lnTo>
                  <a:lnTo>
                    <a:pt x="1276" y="1"/>
                  </a:lnTo>
                  <a:close/>
                </a:path>
              </a:pathLst>
            </a:custGeom>
            <a:solidFill>
              <a:srgbClr val="2457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3401884" y="2418309"/>
              <a:ext cx="182231" cy="593451"/>
            </a:xfrm>
            <a:custGeom>
              <a:avLst/>
              <a:gdLst/>
              <a:ahLst/>
              <a:cxnLst/>
              <a:rect l="l" t="t" r="r" b="b"/>
              <a:pathLst>
                <a:path w="3114" h="10141" extrusionOk="0">
                  <a:moveTo>
                    <a:pt x="1" y="1"/>
                  </a:moveTo>
                  <a:lnTo>
                    <a:pt x="1" y="10140"/>
                  </a:lnTo>
                  <a:lnTo>
                    <a:pt x="3113" y="10140"/>
                  </a:lnTo>
                  <a:lnTo>
                    <a:pt x="3113" y="769"/>
                  </a:lnTo>
                  <a:lnTo>
                    <a:pt x="2134" y="769"/>
                  </a:lnTo>
                  <a:lnTo>
                    <a:pt x="2151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4082300" y="2516857"/>
              <a:ext cx="192414" cy="132606"/>
            </a:xfrm>
            <a:custGeom>
              <a:avLst/>
              <a:gdLst/>
              <a:ahLst/>
              <a:cxnLst/>
              <a:rect l="l" t="t" r="r" b="b"/>
              <a:pathLst>
                <a:path w="3288" h="2266" extrusionOk="0">
                  <a:moveTo>
                    <a:pt x="1644" y="1"/>
                  </a:moveTo>
                  <a:cubicBezTo>
                    <a:pt x="736" y="1"/>
                    <a:pt x="0" y="508"/>
                    <a:pt x="0" y="1132"/>
                  </a:cubicBezTo>
                  <a:cubicBezTo>
                    <a:pt x="0" y="1758"/>
                    <a:pt x="736" y="2265"/>
                    <a:pt x="1644" y="2265"/>
                  </a:cubicBezTo>
                  <a:cubicBezTo>
                    <a:pt x="2552" y="2265"/>
                    <a:pt x="3288" y="1758"/>
                    <a:pt x="3288" y="1132"/>
                  </a:cubicBezTo>
                  <a:cubicBezTo>
                    <a:pt x="3288" y="508"/>
                    <a:pt x="2552" y="1"/>
                    <a:pt x="1644" y="1"/>
                  </a:cubicBezTo>
                  <a:close/>
                </a:path>
              </a:pathLst>
            </a:custGeom>
            <a:solidFill>
              <a:srgbClr val="4C90C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3813984" y="2735019"/>
              <a:ext cx="460728" cy="278848"/>
            </a:xfrm>
            <a:custGeom>
              <a:avLst/>
              <a:gdLst/>
              <a:ahLst/>
              <a:cxnLst/>
              <a:rect l="l" t="t" r="r" b="b"/>
              <a:pathLst>
                <a:path w="7873" h="4765" extrusionOk="0">
                  <a:moveTo>
                    <a:pt x="0" y="0"/>
                  </a:moveTo>
                  <a:lnTo>
                    <a:pt x="0" y="4764"/>
                  </a:lnTo>
                  <a:lnTo>
                    <a:pt x="7873" y="4764"/>
                  </a:lnTo>
                  <a:lnTo>
                    <a:pt x="78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4082300" y="2583101"/>
              <a:ext cx="192414" cy="430766"/>
            </a:xfrm>
            <a:custGeom>
              <a:avLst/>
              <a:gdLst/>
              <a:ahLst/>
              <a:cxnLst/>
              <a:rect l="l" t="t" r="r" b="b"/>
              <a:pathLst>
                <a:path w="3288" h="7361" extrusionOk="0">
                  <a:moveTo>
                    <a:pt x="0" y="0"/>
                  </a:moveTo>
                  <a:lnTo>
                    <a:pt x="0" y="7360"/>
                  </a:lnTo>
                  <a:lnTo>
                    <a:pt x="3288" y="7360"/>
                  </a:lnTo>
                  <a:lnTo>
                    <a:pt x="32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4106352" y="2611425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0"/>
                  </a:moveTo>
                  <a:lnTo>
                    <a:pt x="0" y="565"/>
                  </a:lnTo>
                  <a:lnTo>
                    <a:pt x="565" y="565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4161829" y="2611425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0"/>
                  </a:moveTo>
                  <a:lnTo>
                    <a:pt x="1" y="565"/>
                  </a:lnTo>
                  <a:lnTo>
                    <a:pt x="567" y="565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4217482" y="2611425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0"/>
                  </a:moveTo>
                  <a:lnTo>
                    <a:pt x="0" y="565"/>
                  </a:lnTo>
                  <a:lnTo>
                    <a:pt x="565" y="565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4106352" y="266380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4161829" y="2663800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1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4217482" y="266380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4106352" y="2714186"/>
              <a:ext cx="33122" cy="33181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0" y="0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4161829" y="2714186"/>
              <a:ext cx="33181" cy="33181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1" y="0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4217482" y="2714186"/>
              <a:ext cx="33122" cy="33181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0" y="0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4106352" y="276463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4161829" y="2764630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1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3831599" y="2770774"/>
              <a:ext cx="236772" cy="20833"/>
            </a:xfrm>
            <a:custGeom>
              <a:avLst/>
              <a:gdLst/>
              <a:ahLst/>
              <a:cxnLst/>
              <a:rect l="l" t="t" r="r" b="b"/>
              <a:pathLst>
                <a:path w="4046" h="356" extrusionOk="0">
                  <a:moveTo>
                    <a:pt x="0" y="0"/>
                  </a:moveTo>
                  <a:lnTo>
                    <a:pt x="0" y="355"/>
                  </a:lnTo>
                  <a:lnTo>
                    <a:pt x="4046" y="355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3831599" y="2821219"/>
              <a:ext cx="236772" cy="20775"/>
            </a:xfrm>
            <a:custGeom>
              <a:avLst/>
              <a:gdLst/>
              <a:ahLst/>
              <a:cxnLst/>
              <a:rect l="l" t="t" r="r" b="b"/>
              <a:pathLst>
                <a:path w="4046" h="355" extrusionOk="0">
                  <a:moveTo>
                    <a:pt x="0" y="1"/>
                  </a:moveTo>
                  <a:lnTo>
                    <a:pt x="0" y="355"/>
                  </a:lnTo>
                  <a:lnTo>
                    <a:pt x="4046" y="355"/>
                  </a:lnTo>
                  <a:lnTo>
                    <a:pt x="40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3831599" y="2871604"/>
              <a:ext cx="236772" cy="20775"/>
            </a:xfrm>
            <a:custGeom>
              <a:avLst/>
              <a:gdLst/>
              <a:ahLst/>
              <a:cxnLst/>
              <a:rect l="l" t="t" r="r" b="b"/>
              <a:pathLst>
                <a:path w="404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4046" y="354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3831599" y="2921990"/>
              <a:ext cx="236772" cy="20833"/>
            </a:xfrm>
            <a:custGeom>
              <a:avLst/>
              <a:gdLst/>
              <a:ahLst/>
              <a:cxnLst/>
              <a:rect l="l" t="t" r="r" b="b"/>
              <a:pathLst>
                <a:path w="4046" h="356" extrusionOk="0">
                  <a:moveTo>
                    <a:pt x="0" y="1"/>
                  </a:moveTo>
                  <a:lnTo>
                    <a:pt x="0" y="356"/>
                  </a:lnTo>
                  <a:lnTo>
                    <a:pt x="4046" y="356"/>
                  </a:lnTo>
                  <a:lnTo>
                    <a:pt x="40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4217482" y="276463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4106352" y="2815015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0"/>
                  </a:moveTo>
                  <a:lnTo>
                    <a:pt x="0" y="565"/>
                  </a:lnTo>
                  <a:lnTo>
                    <a:pt x="565" y="565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4161829" y="2815015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0"/>
                  </a:moveTo>
                  <a:lnTo>
                    <a:pt x="1" y="565"/>
                  </a:lnTo>
                  <a:lnTo>
                    <a:pt x="567" y="565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4217482" y="2815015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0"/>
                  </a:moveTo>
                  <a:lnTo>
                    <a:pt x="0" y="565"/>
                  </a:lnTo>
                  <a:lnTo>
                    <a:pt x="565" y="565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4106352" y="286546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4161829" y="2865460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1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4217482" y="286546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4106352" y="2915904"/>
              <a:ext cx="33122" cy="33181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0" y="0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4161829" y="2915904"/>
              <a:ext cx="33181" cy="33181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1" y="0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4217482" y="2915904"/>
              <a:ext cx="33122" cy="33181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0" y="0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3911362" y="2967050"/>
              <a:ext cx="64606" cy="46875"/>
            </a:xfrm>
            <a:custGeom>
              <a:avLst/>
              <a:gdLst/>
              <a:ahLst/>
              <a:cxnLst/>
              <a:rect l="l" t="t" r="r" b="b"/>
              <a:pathLst>
                <a:path w="1104" h="801" extrusionOk="0">
                  <a:moveTo>
                    <a:pt x="1" y="0"/>
                  </a:moveTo>
                  <a:lnTo>
                    <a:pt x="1" y="800"/>
                  </a:lnTo>
                  <a:lnTo>
                    <a:pt x="1104" y="800"/>
                  </a:lnTo>
                  <a:lnTo>
                    <a:pt x="1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4161829" y="2967050"/>
              <a:ext cx="33181" cy="46875"/>
            </a:xfrm>
            <a:custGeom>
              <a:avLst/>
              <a:gdLst/>
              <a:ahLst/>
              <a:cxnLst/>
              <a:rect l="l" t="t" r="r" b="b"/>
              <a:pathLst>
                <a:path w="567" h="801" extrusionOk="0">
                  <a:moveTo>
                    <a:pt x="1" y="0"/>
                  </a:moveTo>
                  <a:lnTo>
                    <a:pt x="1" y="800"/>
                  </a:lnTo>
                  <a:lnTo>
                    <a:pt x="567" y="800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4068372" y="2574791"/>
              <a:ext cx="216465" cy="17732"/>
            </a:xfrm>
            <a:custGeom>
              <a:avLst/>
              <a:gdLst/>
              <a:ahLst/>
              <a:cxnLst/>
              <a:rect l="l" t="t" r="r" b="b"/>
              <a:pathLst>
                <a:path w="3699" h="303" extrusionOk="0">
                  <a:moveTo>
                    <a:pt x="3551" y="0"/>
                  </a:moveTo>
                  <a:cubicBezTo>
                    <a:pt x="3550" y="0"/>
                    <a:pt x="3548" y="0"/>
                    <a:pt x="3547" y="0"/>
                  </a:cubicBezTo>
                  <a:lnTo>
                    <a:pt x="151" y="0"/>
                  </a:lnTo>
                  <a:cubicBezTo>
                    <a:pt x="68" y="0"/>
                    <a:pt x="1" y="68"/>
                    <a:pt x="1" y="151"/>
                  </a:cubicBezTo>
                  <a:cubicBezTo>
                    <a:pt x="1" y="234"/>
                    <a:pt x="68" y="302"/>
                    <a:pt x="151" y="302"/>
                  </a:cubicBezTo>
                  <a:lnTo>
                    <a:pt x="3547" y="302"/>
                  </a:lnTo>
                  <a:cubicBezTo>
                    <a:pt x="3630" y="302"/>
                    <a:pt x="3699" y="234"/>
                    <a:pt x="3699" y="151"/>
                  </a:cubicBezTo>
                  <a:cubicBezTo>
                    <a:pt x="3699" y="68"/>
                    <a:pt x="3632" y="0"/>
                    <a:pt x="3551" y="0"/>
                  </a:cubicBezTo>
                  <a:close/>
                </a:path>
              </a:pathLst>
            </a:custGeom>
            <a:solidFill>
              <a:srgbClr val="0E3B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4176693" y="2516857"/>
              <a:ext cx="108203" cy="497069"/>
            </a:xfrm>
            <a:custGeom>
              <a:avLst/>
              <a:gdLst/>
              <a:ahLst/>
              <a:cxnLst/>
              <a:rect l="l" t="t" r="r" b="b"/>
              <a:pathLst>
                <a:path w="1849" h="8494" extrusionOk="0">
                  <a:moveTo>
                    <a:pt x="32" y="1"/>
                  </a:moveTo>
                  <a:cubicBezTo>
                    <a:pt x="21" y="1"/>
                    <a:pt x="11" y="3"/>
                    <a:pt x="1" y="3"/>
                  </a:cubicBezTo>
                  <a:lnTo>
                    <a:pt x="1" y="8493"/>
                  </a:lnTo>
                  <a:lnTo>
                    <a:pt x="1676" y="8493"/>
                  </a:lnTo>
                  <a:lnTo>
                    <a:pt x="1676" y="1293"/>
                  </a:lnTo>
                  <a:lnTo>
                    <a:pt x="1697" y="1293"/>
                  </a:lnTo>
                  <a:cubicBezTo>
                    <a:pt x="1781" y="1293"/>
                    <a:pt x="1849" y="1226"/>
                    <a:pt x="1849" y="1142"/>
                  </a:cubicBezTo>
                  <a:cubicBezTo>
                    <a:pt x="1848" y="1057"/>
                    <a:pt x="1779" y="988"/>
                    <a:pt x="1696" y="988"/>
                  </a:cubicBezTo>
                  <a:lnTo>
                    <a:pt x="1660" y="988"/>
                  </a:lnTo>
                  <a:cubicBezTo>
                    <a:pt x="1557" y="433"/>
                    <a:pt x="868" y="1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4412296" y="2682526"/>
              <a:ext cx="121780" cy="15976"/>
            </a:xfrm>
            <a:custGeom>
              <a:avLst/>
              <a:gdLst/>
              <a:ahLst/>
              <a:cxnLst/>
              <a:rect l="l" t="t" r="r" b="b"/>
              <a:pathLst>
                <a:path w="2081" h="273" extrusionOk="0">
                  <a:moveTo>
                    <a:pt x="1949" y="1"/>
                  </a:moveTo>
                  <a:cubicBezTo>
                    <a:pt x="1947" y="1"/>
                    <a:pt x="1946" y="1"/>
                    <a:pt x="1945" y="1"/>
                  </a:cubicBezTo>
                  <a:lnTo>
                    <a:pt x="136" y="1"/>
                  </a:lnTo>
                  <a:cubicBezTo>
                    <a:pt x="61" y="1"/>
                    <a:pt x="1" y="60"/>
                    <a:pt x="1" y="136"/>
                  </a:cubicBezTo>
                  <a:cubicBezTo>
                    <a:pt x="1" y="211"/>
                    <a:pt x="60" y="272"/>
                    <a:pt x="136" y="272"/>
                  </a:cubicBezTo>
                  <a:lnTo>
                    <a:pt x="1945" y="272"/>
                  </a:lnTo>
                  <a:cubicBezTo>
                    <a:pt x="2019" y="272"/>
                    <a:pt x="2080" y="212"/>
                    <a:pt x="2080" y="136"/>
                  </a:cubicBezTo>
                  <a:cubicBezTo>
                    <a:pt x="2080" y="62"/>
                    <a:pt x="2021" y="1"/>
                    <a:pt x="19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4392341" y="2693411"/>
              <a:ext cx="161983" cy="315774"/>
            </a:xfrm>
            <a:custGeom>
              <a:avLst/>
              <a:gdLst/>
              <a:ahLst/>
              <a:cxnLst/>
              <a:rect l="l" t="t" r="r" b="b"/>
              <a:pathLst>
                <a:path w="2768" h="5396" extrusionOk="0">
                  <a:moveTo>
                    <a:pt x="0" y="0"/>
                  </a:moveTo>
                  <a:lnTo>
                    <a:pt x="0" y="5395"/>
                  </a:lnTo>
                  <a:lnTo>
                    <a:pt x="2768" y="5395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4412179" y="2719862"/>
              <a:ext cx="20541" cy="20541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48"/>
                  </a:lnTo>
                  <a:cubicBezTo>
                    <a:pt x="1" y="350"/>
                    <a:pt x="3" y="350"/>
                    <a:pt x="3" y="350"/>
                  </a:cubicBezTo>
                  <a:lnTo>
                    <a:pt x="349" y="350"/>
                  </a:lnTo>
                  <a:lnTo>
                    <a:pt x="351" y="2"/>
                  </a:lnTo>
                  <a:cubicBezTo>
                    <a:pt x="351" y="0"/>
                    <a:pt x="349" y="0"/>
                    <a:pt x="3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4446179" y="2719862"/>
              <a:ext cx="20423" cy="20541"/>
            </a:xfrm>
            <a:custGeom>
              <a:avLst/>
              <a:gdLst/>
              <a:ahLst/>
              <a:cxnLst/>
              <a:rect l="l" t="t" r="r" b="b"/>
              <a:pathLst>
                <a:path w="349" h="351" extrusionOk="0">
                  <a:moveTo>
                    <a:pt x="1" y="0"/>
                  </a:moveTo>
                  <a:cubicBezTo>
                    <a:pt x="0" y="0"/>
                    <a:pt x="0" y="2"/>
                    <a:pt x="0" y="2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4480063" y="2719862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0"/>
                  </a:moveTo>
                  <a:cubicBezTo>
                    <a:pt x="0" y="0"/>
                    <a:pt x="0" y="2"/>
                    <a:pt x="0" y="2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4513946" y="2719862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0"/>
                  </a:moveTo>
                  <a:cubicBezTo>
                    <a:pt x="0" y="0"/>
                    <a:pt x="0" y="2"/>
                    <a:pt x="0" y="2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4412179" y="2754389"/>
              <a:ext cx="20541" cy="20482"/>
            </a:xfrm>
            <a:custGeom>
              <a:avLst/>
              <a:gdLst/>
              <a:ahLst/>
              <a:cxnLst/>
              <a:rect l="l" t="t" r="r" b="b"/>
              <a:pathLst>
                <a:path w="351" h="350" extrusionOk="0">
                  <a:moveTo>
                    <a:pt x="3" y="1"/>
                  </a:moveTo>
                  <a:cubicBezTo>
                    <a:pt x="1" y="1"/>
                    <a:pt x="1" y="2"/>
                    <a:pt x="1" y="2"/>
                  </a:cubicBezTo>
                  <a:lnTo>
                    <a:pt x="1" y="349"/>
                  </a:lnTo>
                  <a:cubicBezTo>
                    <a:pt x="1" y="350"/>
                    <a:pt x="3" y="350"/>
                    <a:pt x="3" y="350"/>
                  </a:cubicBezTo>
                  <a:lnTo>
                    <a:pt x="349" y="350"/>
                  </a:lnTo>
                  <a:lnTo>
                    <a:pt x="351" y="2"/>
                  </a:lnTo>
                  <a:cubicBezTo>
                    <a:pt x="351" y="1"/>
                    <a:pt x="349" y="1"/>
                    <a:pt x="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4446179" y="2754389"/>
              <a:ext cx="20423" cy="20482"/>
            </a:xfrm>
            <a:custGeom>
              <a:avLst/>
              <a:gdLst/>
              <a:ahLst/>
              <a:cxnLst/>
              <a:rect l="l" t="t" r="r" b="b"/>
              <a:pathLst>
                <a:path w="349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4480063" y="2754389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4513946" y="2754389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4412179" y="2788974"/>
              <a:ext cx="20541" cy="20482"/>
            </a:xfrm>
            <a:custGeom>
              <a:avLst/>
              <a:gdLst/>
              <a:ahLst/>
              <a:cxnLst/>
              <a:rect l="l" t="t" r="r" b="b"/>
              <a:pathLst>
                <a:path w="351" h="350" extrusionOk="0">
                  <a:moveTo>
                    <a:pt x="3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48"/>
                  </a:lnTo>
                  <a:cubicBezTo>
                    <a:pt x="1" y="349"/>
                    <a:pt x="3" y="349"/>
                    <a:pt x="3" y="349"/>
                  </a:cubicBezTo>
                  <a:lnTo>
                    <a:pt x="349" y="349"/>
                  </a:lnTo>
                  <a:lnTo>
                    <a:pt x="351" y="1"/>
                  </a:lnTo>
                  <a:cubicBezTo>
                    <a:pt x="351" y="0"/>
                    <a:pt x="349" y="0"/>
                    <a:pt x="349" y="0"/>
                  </a:cubicBezTo>
                  <a:close/>
                  <a:moveTo>
                    <a:pt x="350" y="349"/>
                  </a:moveTo>
                  <a:cubicBezTo>
                    <a:pt x="350" y="349"/>
                    <a:pt x="349" y="349"/>
                    <a:pt x="349" y="349"/>
                  </a:cubicBezTo>
                  <a:cubicBezTo>
                    <a:pt x="350" y="349"/>
                    <a:pt x="351" y="349"/>
                    <a:pt x="350" y="3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4446179" y="2788974"/>
              <a:ext cx="20423" cy="20482"/>
            </a:xfrm>
            <a:custGeom>
              <a:avLst/>
              <a:gdLst/>
              <a:ahLst/>
              <a:cxnLst/>
              <a:rect l="l" t="t" r="r" b="b"/>
              <a:pathLst>
                <a:path w="349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  <a:moveTo>
                    <a:pt x="349" y="349"/>
                  </a:moveTo>
                  <a:lnTo>
                    <a:pt x="349" y="349"/>
                  </a:lnTo>
                  <a:cubicBezTo>
                    <a:pt x="348" y="349"/>
                    <a:pt x="348" y="349"/>
                    <a:pt x="348" y="349"/>
                  </a:cubicBezTo>
                  <a:cubicBezTo>
                    <a:pt x="349" y="349"/>
                    <a:pt x="349" y="349"/>
                    <a:pt x="349" y="3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4480063" y="2788974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  <a:moveTo>
                    <a:pt x="349" y="349"/>
                  </a:moveTo>
                  <a:lnTo>
                    <a:pt x="349" y="349"/>
                  </a:lnTo>
                  <a:cubicBezTo>
                    <a:pt x="349" y="349"/>
                    <a:pt x="348" y="349"/>
                    <a:pt x="348" y="349"/>
                  </a:cubicBezTo>
                  <a:cubicBezTo>
                    <a:pt x="349" y="349"/>
                    <a:pt x="349" y="349"/>
                    <a:pt x="349" y="3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4513946" y="2788974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  <a:moveTo>
                    <a:pt x="349" y="349"/>
                  </a:moveTo>
                  <a:lnTo>
                    <a:pt x="349" y="349"/>
                  </a:lnTo>
                  <a:cubicBezTo>
                    <a:pt x="349" y="349"/>
                    <a:pt x="349" y="349"/>
                    <a:pt x="348" y="349"/>
                  </a:cubicBezTo>
                  <a:cubicBezTo>
                    <a:pt x="349" y="349"/>
                    <a:pt x="349" y="349"/>
                    <a:pt x="349" y="3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4412179" y="2823442"/>
              <a:ext cx="20541" cy="20541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" y="1"/>
                  </a:moveTo>
                  <a:cubicBezTo>
                    <a:pt x="1" y="1"/>
                    <a:pt x="1" y="3"/>
                    <a:pt x="1" y="3"/>
                  </a:cubicBezTo>
                  <a:lnTo>
                    <a:pt x="1" y="348"/>
                  </a:lnTo>
                  <a:cubicBezTo>
                    <a:pt x="1" y="350"/>
                    <a:pt x="3" y="350"/>
                    <a:pt x="3" y="350"/>
                  </a:cubicBezTo>
                  <a:lnTo>
                    <a:pt x="349" y="350"/>
                  </a:lnTo>
                  <a:lnTo>
                    <a:pt x="351" y="3"/>
                  </a:lnTo>
                  <a:cubicBezTo>
                    <a:pt x="351" y="1"/>
                    <a:pt x="349" y="1"/>
                    <a:pt x="349" y="1"/>
                  </a:cubicBezTo>
                  <a:close/>
                  <a:moveTo>
                    <a:pt x="350" y="350"/>
                  </a:moveTo>
                  <a:cubicBezTo>
                    <a:pt x="350" y="350"/>
                    <a:pt x="349" y="350"/>
                    <a:pt x="349" y="350"/>
                  </a:cubicBezTo>
                  <a:cubicBezTo>
                    <a:pt x="350" y="350"/>
                    <a:pt x="351" y="350"/>
                    <a:pt x="350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4446179" y="2823442"/>
              <a:ext cx="20423" cy="20541"/>
            </a:xfrm>
            <a:custGeom>
              <a:avLst/>
              <a:gdLst/>
              <a:ahLst/>
              <a:cxnLst/>
              <a:rect l="l" t="t" r="r" b="b"/>
              <a:pathLst>
                <a:path w="349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8" y="350"/>
                    <a:pt x="348" y="350"/>
                    <a:pt x="348" y="350"/>
                  </a:cubicBezTo>
                  <a:cubicBezTo>
                    <a:pt x="349" y="350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4480063" y="2823442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9" y="350"/>
                    <a:pt x="348" y="350"/>
                    <a:pt x="348" y="350"/>
                  </a:cubicBezTo>
                  <a:cubicBezTo>
                    <a:pt x="349" y="350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4513946" y="2823442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9" y="350"/>
                    <a:pt x="349" y="350"/>
                    <a:pt x="348" y="350"/>
                  </a:cubicBezTo>
                  <a:cubicBezTo>
                    <a:pt x="349" y="350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4412179" y="2857969"/>
              <a:ext cx="20541" cy="20482"/>
            </a:xfrm>
            <a:custGeom>
              <a:avLst/>
              <a:gdLst/>
              <a:ahLst/>
              <a:cxnLst/>
              <a:rect l="l" t="t" r="r" b="b"/>
              <a:pathLst>
                <a:path w="351" h="350" extrusionOk="0">
                  <a:moveTo>
                    <a:pt x="3" y="1"/>
                  </a:moveTo>
                  <a:cubicBezTo>
                    <a:pt x="1" y="1"/>
                    <a:pt x="1" y="2"/>
                    <a:pt x="1" y="2"/>
                  </a:cubicBezTo>
                  <a:lnTo>
                    <a:pt x="1" y="349"/>
                  </a:lnTo>
                  <a:cubicBezTo>
                    <a:pt x="1" y="350"/>
                    <a:pt x="3" y="350"/>
                    <a:pt x="3" y="350"/>
                  </a:cubicBezTo>
                  <a:lnTo>
                    <a:pt x="349" y="350"/>
                  </a:lnTo>
                  <a:lnTo>
                    <a:pt x="351" y="2"/>
                  </a:lnTo>
                  <a:cubicBezTo>
                    <a:pt x="351" y="1"/>
                    <a:pt x="349" y="1"/>
                    <a:pt x="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4446179" y="2857969"/>
              <a:ext cx="20423" cy="20482"/>
            </a:xfrm>
            <a:custGeom>
              <a:avLst/>
              <a:gdLst/>
              <a:ahLst/>
              <a:cxnLst/>
              <a:rect l="l" t="t" r="r" b="b"/>
              <a:pathLst>
                <a:path w="349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4480063" y="2857969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4513946" y="2857969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5" name="Google Shape;575;p15"/>
            <p:cNvSpPr/>
            <p:nvPr/>
          </p:nvSpPr>
          <p:spPr>
            <a:xfrm>
              <a:off x="4412179" y="2892496"/>
              <a:ext cx="20541" cy="20482"/>
            </a:xfrm>
            <a:custGeom>
              <a:avLst/>
              <a:gdLst/>
              <a:ahLst/>
              <a:cxnLst/>
              <a:rect l="l" t="t" r="r" b="b"/>
              <a:pathLst>
                <a:path w="351" h="350" extrusionOk="0">
                  <a:moveTo>
                    <a:pt x="3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48"/>
                  </a:lnTo>
                  <a:cubicBezTo>
                    <a:pt x="1" y="349"/>
                    <a:pt x="3" y="349"/>
                    <a:pt x="3" y="349"/>
                  </a:cubicBezTo>
                  <a:lnTo>
                    <a:pt x="349" y="349"/>
                  </a:lnTo>
                  <a:lnTo>
                    <a:pt x="351" y="1"/>
                  </a:lnTo>
                  <a:cubicBezTo>
                    <a:pt x="351" y="0"/>
                    <a:pt x="349" y="0"/>
                    <a:pt x="3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6" name="Google Shape;576;p15"/>
            <p:cNvSpPr/>
            <p:nvPr/>
          </p:nvSpPr>
          <p:spPr>
            <a:xfrm>
              <a:off x="4446179" y="2892496"/>
              <a:ext cx="20423" cy="20482"/>
            </a:xfrm>
            <a:custGeom>
              <a:avLst/>
              <a:gdLst/>
              <a:ahLst/>
              <a:cxnLst/>
              <a:rect l="l" t="t" r="r" b="b"/>
              <a:pathLst>
                <a:path w="349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4480063" y="2892496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8" name="Google Shape;578;p15"/>
            <p:cNvSpPr/>
            <p:nvPr/>
          </p:nvSpPr>
          <p:spPr>
            <a:xfrm>
              <a:off x="4513946" y="2892496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79" name="Google Shape;579;p15"/>
            <p:cNvSpPr/>
            <p:nvPr/>
          </p:nvSpPr>
          <p:spPr>
            <a:xfrm>
              <a:off x="4412179" y="2927023"/>
              <a:ext cx="20541" cy="20541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" y="1"/>
                  </a:moveTo>
                  <a:cubicBezTo>
                    <a:pt x="1" y="1"/>
                    <a:pt x="1" y="3"/>
                    <a:pt x="1" y="3"/>
                  </a:cubicBezTo>
                  <a:lnTo>
                    <a:pt x="1" y="349"/>
                  </a:lnTo>
                  <a:cubicBezTo>
                    <a:pt x="1" y="351"/>
                    <a:pt x="3" y="351"/>
                    <a:pt x="3" y="351"/>
                  </a:cubicBezTo>
                  <a:lnTo>
                    <a:pt x="349" y="351"/>
                  </a:lnTo>
                  <a:lnTo>
                    <a:pt x="351" y="3"/>
                  </a:lnTo>
                  <a:cubicBezTo>
                    <a:pt x="351" y="1"/>
                    <a:pt x="349" y="1"/>
                    <a:pt x="349" y="1"/>
                  </a:cubicBezTo>
                  <a:close/>
                  <a:moveTo>
                    <a:pt x="350" y="350"/>
                  </a:moveTo>
                  <a:cubicBezTo>
                    <a:pt x="350" y="350"/>
                    <a:pt x="349" y="350"/>
                    <a:pt x="349" y="351"/>
                  </a:cubicBezTo>
                  <a:cubicBezTo>
                    <a:pt x="350" y="351"/>
                    <a:pt x="351" y="350"/>
                    <a:pt x="350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0" name="Google Shape;580;p15"/>
            <p:cNvSpPr/>
            <p:nvPr/>
          </p:nvSpPr>
          <p:spPr>
            <a:xfrm>
              <a:off x="4446179" y="2927023"/>
              <a:ext cx="20423" cy="20541"/>
            </a:xfrm>
            <a:custGeom>
              <a:avLst/>
              <a:gdLst/>
              <a:ahLst/>
              <a:cxnLst/>
              <a:rect l="l" t="t" r="r" b="b"/>
              <a:pathLst>
                <a:path w="349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9"/>
                  </a:lnTo>
                  <a:cubicBezTo>
                    <a:pt x="0" y="351"/>
                    <a:pt x="1" y="351"/>
                    <a:pt x="1" y="351"/>
                  </a:cubicBezTo>
                  <a:lnTo>
                    <a:pt x="348" y="351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8" y="350"/>
                    <a:pt x="348" y="350"/>
                    <a:pt x="348" y="351"/>
                  </a:cubicBezTo>
                  <a:cubicBezTo>
                    <a:pt x="349" y="351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1" name="Google Shape;581;p15"/>
            <p:cNvSpPr/>
            <p:nvPr/>
          </p:nvSpPr>
          <p:spPr>
            <a:xfrm>
              <a:off x="4480063" y="2927023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9"/>
                  </a:lnTo>
                  <a:cubicBezTo>
                    <a:pt x="0" y="351"/>
                    <a:pt x="1" y="351"/>
                    <a:pt x="1" y="351"/>
                  </a:cubicBezTo>
                  <a:lnTo>
                    <a:pt x="348" y="351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9" y="350"/>
                    <a:pt x="348" y="350"/>
                    <a:pt x="348" y="351"/>
                  </a:cubicBezTo>
                  <a:cubicBezTo>
                    <a:pt x="349" y="351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2" name="Google Shape;582;p15"/>
            <p:cNvSpPr/>
            <p:nvPr/>
          </p:nvSpPr>
          <p:spPr>
            <a:xfrm>
              <a:off x="4513946" y="2927023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9"/>
                  </a:lnTo>
                  <a:cubicBezTo>
                    <a:pt x="0" y="351"/>
                    <a:pt x="1" y="351"/>
                    <a:pt x="1" y="351"/>
                  </a:cubicBezTo>
                  <a:lnTo>
                    <a:pt x="348" y="351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9" y="350"/>
                    <a:pt x="349" y="350"/>
                    <a:pt x="348" y="351"/>
                  </a:cubicBezTo>
                  <a:cubicBezTo>
                    <a:pt x="349" y="351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3" name="Google Shape;583;p15"/>
            <p:cNvSpPr/>
            <p:nvPr/>
          </p:nvSpPr>
          <p:spPr>
            <a:xfrm>
              <a:off x="4446179" y="2976296"/>
              <a:ext cx="54365" cy="33005"/>
            </a:xfrm>
            <a:custGeom>
              <a:avLst/>
              <a:gdLst/>
              <a:ahLst/>
              <a:cxnLst/>
              <a:rect l="l" t="t" r="r" b="b"/>
              <a:pathLst>
                <a:path w="929" h="564" extrusionOk="0">
                  <a:moveTo>
                    <a:pt x="0" y="1"/>
                  </a:moveTo>
                  <a:lnTo>
                    <a:pt x="0" y="563"/>
                  </a:lnTo>
                  <a:lnTo>
                    <a:pt x="928" y="563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4" name="Google Shape;584;p15"/>
            <p:cNvSpPr/>
            <p:nvPr/>
          </p:nvSpPr>
          <p:spPr>
            <a:xfrm>
              <a:off x="2150017" y="1097866"/>
              <a:ext cx="554184" cy="277209"/>
            </a:xfrm>
            <a:custGeom>
              <a:avLst/>
              <a:gdLst/>
              <a:ahLst/>
              <a:cxnLst/>
              <a:rect l="l" t="t" r="r" b="b"/>
              <a:pathLst>
                <a:path w="9470" h="4737" extrusionOk="0">
                  <a:moveTo>
                    <a:pt x="4675" y="1"/>
                  </a:moveTo>
                  <a:cubicBezTo>
                    <a:pt x="3612" y="1"/>
                    <a:pt x="2549" y="757"/>
                    <a:pt x="2549" y="2271"/>
                  </a:cubicBezTo>
                  <a:cubicBezTo>
                    <a:pt x="2215" y="2134"/>
                    <a:pt x="1920" y="2074"/>
                    <a:pt x="1670" y="2074"/>
                  </a:cubicBezTo>
                  <a:cubicBezTo>
                    <a:pt x="0" y="2074"/>
                    <a:pt x="371" y="4737"/>
                    <a:pt x="4899" y="4737"/>
                  </a:cubicBezTo>
                  <a:cubicBezTo>
                    <a:pt x="9426" y="4737"/>
                    <a:pt x="9470" y="2074"/>
                    <a:pt x="7706" y="2074"/>
                  </a:cubicBezTo>
                  <a:cubicBezTo>
                    <a:pt x="7442" y="2074"/>
                    <a:pt x="7138" y="2134"/>
                    <a:pt x="6802" y="2271"/>
                  </a:cubicBezTo>
                  <a:cubicBezTo>
                    <a:pt x="6802" y="757"/>
                    <a:pt x="5739" y="1"/>
                    <a:pt x="4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5" name="Google Shape;585;p15"/>
            <p:cNvSpPr/>
            <p:nvPr/>
          </p:nvSpPr>
          <p:spPr>
            <a:xfrm>
              <a:off x="3525011" y="1264472"/>
              <a:ext cx="624350" cy="277268"/>
            </a:xfrm>
            <a:custGeom>
              <a:avLst/>
              <a:gdLst/>
              <a:ahLst/>
              <a:cxnLst/>
              <a:rect l="l" t="t" r="r" b="b"/>
              <a:pathLst>
                <a:path w="10669" h="4738" extrusionOk="0">
                  <a:moveTo>
                    <a:pt x="5241" y="1"/>
                  </a:moveTo>
                  <a:cubicBezTo>
                    <a:pt x="4178" y="1"/>
                    <a:pt x="3115" y="757"/>
                    <a:pt x="3115" y="2271"/>
                  </a:cubicBezTo>
                  <a:cubicBezTo>
                    <a:pt x="0" y="2271"/>
                    <a:pt x="260" y="4737"/>
                    <a:pt x="5464" y="4737"/>
                  </a:cubicBezTo>
                  <a:cubicBezTo>
                    <a:pt x="10668" y="4737"/>
                    <a:pt x="10034" y="2271"/>
                    <a:pt x="7367" y="2271"/>
                  </a:cubicBezTo>
                  <a:cubicBezTo>
                    <a:pt x="7367" y="757"/>
                    <a:pt x="6304" y="1"/>
                    <a:pt x="5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6" name="Google Shape;586;p15"/>
            <p:cNvSpPr/>
            <p:nvPr/>
          </p:nvSpPr>
          <p:spPr>
            <a:xfrm>
              <a:off x="1164417" y="3008014"/>
              <a:ext cx="3479365" cy="43422"/>
            </a:xfrm>
            <a:custGeom>
              <a:avLst/>
              <a:gdLst/>
              <a:ahLst/>
              <a:cxnLst/>
              <a:rect l="l" t="t" r="r" b="b"/>
              <a:pathLst>
                <a:path w="59456" h="742" extrusionOk="0">
                  <a:moveTo>
                    <a:pt x="372" y="0"/>
                  </a:moveTo>
                  <a:cubicBezTo>
                    <a:pt x="167" y="0"/>
                    <a:pt x="0" y="166"/>
                    <a:pt x="0" y="370"/>
                  </a:cubicBezTo>
                  <a:cubicBezTo>
                    <a:pt x="0" y="575"/>
                    <a:pt x="167" y="742"/>
                    <a:pt x="372" y="742"/>
                  </a:cubicBezTo>
                  <a:lnTo>
                    <a:pt x="59084" y="742"/>
                  </a:lnTo>
                  <a:cubicBezTo>
                    <a:pt x="59289" y="742"/>
                    <a:pt x="59456" y="575"/>
                    <a:pt x="59456" y="370"/>
                  </a:cubicBezTo>
                  <a:cubicBezTo>
                    <a:pt x="59456" y="166"/>
                    <a:pt x="59289" y="0"/>
                    <a:pt x="59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1020925" y="3088069"/>
              <a:ext cx="3735917" cy="63728"/>
            </a:xfrm>
            <a:custGeom>
              <a:avLst/>
              <a:gdLst/>
              <a:ahLst/>
              <a:cxnLst/>
              <a:rect l="l" t="t" r="r" b="b"/>
              <a:pathLst>
                <a:path w="63840" h="1089" extrusionOk="0">
                  <a:moveTo>
                    <a:pt x="2" y="0"/>
                  </a:moveTo>
                  <a:cubicBezTo>
                    <a:pt x="1" y="602"/>
                    <a:pt x="488" y="1089"/>
                    <a:pt x="1089" y="1089"/>
                  </a:cubicBezTo>
                  <a:lnTo>
                    <a:pt x="62752" y="1089"/>
                  </a:lnTo>
                  <a:cubicBezTo>
                    <a:pt x="63352" y="1089"/>
                    <a:pt x="63839" y="602"/>
                    <a:pt x="638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8" name="Google Shape;588;p15"/>
            <p:cNvSpPr/>
            <p:nvPr/>
          </p:nvSpPr>
          <p:spPr>
            <a:xfrm>
              <a:off x="1020984" y="3024341"/>
              <a:ext cx="3735858" cy="63787"/>
            </a:xfrm>
            <a:custGeom>
              <a:avLst/>
              <a:gdLst/>
              <a:ahLst/>
              <a:cxnLst/>
              <a:rect l="l" t="t" r="r" b="b"/>
              <a:pathLst>
                <a:path w="63839" h="1090" extrusionOk="0">
                  <a:moveTo>
                    <a:pt x="1089" y="0"/>
                  </a:moveTo>
                  <a:cubicBezTo>
                    <a:pt x="488" y="0"/>
                    <a:pt x="1" y="488"/>
                    <a:pt x="1" y="1089"/>
                  </a:cubicBezTo>
                  <a:lnTo>
                    <a:pt x="63838" y="1089"/>
                  </a:lnTo>
                  <a:cubicBezTo>
                    <a:pt x="63838" y="488"/>
                    <a:pt x="63351" y="0"/>
                    <a:pt x="627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89" name="Google Shape;589;p15"/>
            <p:cNvSpPr/>
            <p:nvPr/>
          </p:nvSpPr>
          <p:spPr>
            <a:xfrm>
              <a:off x="1387965" y="1179443"/>
              <a:ext cx="69288" cy="68702"/>
            </a:xfrm>
            <a:custGeom>
              <a:avLst/>
              <a:gdLst/>
              <a:ahLst/>
              <a:cxnLst/>
              <a:rect l="l" t="t" r="r" b="b"/>
              <a:pathLst>
                <a:path w="1184" h="1174" extrusionOk="0">
                  <a:moveTo>
                    <a:pt x="1" y="1"/>
                  </a:moveTo>
                  <a:lnTo>
                    <a:pt x="624" y="1173"/>
                  </a:lnTo>
                  <a:lnTo>
                    <a:pt x="1184" y="6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0" name="Google Shape;590;p15"/>
            <p:cNvSpPr/>
            <p:nvPr/>
          </p:nvSpPr>
          <p:spPr>
            <a:xfrm>
              <a:off x="1295503" y="1379815"/>
              <a:ext cx="74320" cy="46465"/>
            </a:xfrm>
            <a:custGeom>
              <a:avLst/>
              <a:gdLst/>
              <a:ahLst/>
              <a:cxnLst/>
              <a:rect l="l" t="t" r="r" b="b"/>
              <a:pathLst>
                <a:path w="1270" h="794" extrusionOk="0">
                  <a:moveTo>
                    <a:pt x="1270" y="0"/>
                  </a:moveTo>
                  <a:lnTo>
                    <a:pt x="1" y="405"/>
                  </a:lnTo>
                  <a:lnTo>
                    <a:pt x="1270" y="793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1" name="Google Shape;591;p15"/>
            <p:cNvSpPr/>
            <p:nvPr/>
          </p:nvSpPr>
          <p:spPr>
            <a:xfrm>
              <a:off x="1388550" y="1557950"/>
              <a:ext cx="68702" cy="69288"/>
            </a:xfrm>
            <a:custGeom>
              <a:avLst/>
              <a:gdLst/>
              <a:ahLst/>
              <a:cxnLst/>
              <a:rect l="l" t="t" r="r" b="b"/>
              <a:pathLst>
                <a:path w="1174" h="1184" extrusionOk="0">
                  <a:moveTo>
                    <a:pt x="614" y="0"/>
                  </a:moveTo>
                  <a:lnTo>
                    <a:pt x="1" y="1183"/>
                  </a:lnTo>
                  <a:lnTo>
                    <a:pt x="1174" y="562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2" name="Google Shape;592;p15"/>
            <p:cNvSpPr/>
            <p:nvPr/>
          </p:nvSpPr>
          <p:spPr>
            <a:xfrm>
              <a:off x="1767118" y="1557950"/>
              <a:ext cx="69229" cy="68761"/>
            </a:xfrm>
            <a:custGeom>
              <a:avLst/>
              <a:gdLst/>
              <a:ahLst/>
              <a:cxnLst/>
              <a:rect l="l" t="t" r="r" b="b"/>
              <a:pathLst>
                <a:path w="1183" h="1175" extrusionOk="0">
                  <a:moveTo>
                    <a:pt x="561" y="0"/>
                  </a:moveTo>
                  <a:lnTo>
                    <a:pt x="1" y="562"/>
                  </a:lnTo>
                  <a:lnTo>
                    <a:pt x="1182" y="1174"/>
                  </a:lnTo>
                  <a:lnTo>
                    <a:pt x="561" y="0"/>
                  </a:lnTo>
                  <a:close/>
                  <a:moveTo>
                    <a:pt x="1182" y="1174"/>
                  </a:moveTo>
                  <a:lnTo>
                    <a:pt x="1182" y="1174"/>
                  </a:lnTo>
                  <a:lnTo>
                    <a:pt x="1182" y="1174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3" name="Google Shape;593;p15"/>
            <p:cNvSpPr/>
            <p:nvPr/>
          </p:nvSpPr>
          <p:spPr>
            <a:xfrm>
              <a:off x="1854489" y="1379815"/>
              <a:ext cx="74320" cy="46465"/>
            </a:xfrm>
            <a:custGeom>
              <a:avLst/>
              <a:gdLst/>
              <a:ahLst/>
              <a:cxnLst/>
              <a:rect l="l" t="t" r="r" b="b"/>
              <a:pathLst>
                <a:path w="1270" h="794" extrusionOk="0">
                  <a:moveTo>
                    <a:pt x="0" y="0"/>
                  </a:moveTo>
                  <a:lnTo>
                    <a:pt x="0" y="793"/>
                  </a:lnTo>
                  <a:lnTo>
                    <a:pt x="1269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4" name="Google Shape;594;p15"/>
            <p:cNvSpPr/>
            <p:nvPr/>
          </p:nvSpPr>
          <p:spPr>
            <a:xfrm>
              <a:off x="1767118" y="1178858"/>
              <a:ext cx="68644" cy="69288"/>
            </a:xfrm>
            <a:custGeom>
              <a:avLst/>
              <a:gdLst/>
              <a:ahLst/>
              <a:cxnLst/>
              <a:rect l="l" t="t" r="r" b="b"/>
              <a:pathLst>
                <a:path w="1173" h="1184" extrusionOk="0">
                  <a:moveTo>
                    <a:pt x="1172" y="1"/>
                  </a:moveTo>
                  <a:lnTo>
                    <a:pt x="1" y="623"/>
                  </a:lnTo>
                  <a:lnTo>
                    <a:pt x="561" y="1183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5" name="Google Shape;595;p15"/>
            <p:cNvSpPr/>
            <p:nvPr/>
          </p:nvSpPr>
          <p:spPr>
            <a:xfrm>
              <a:off x="1398849" y="1189801"/>
              <a:ext cx="212896" cy="426552"/>
            </a:xfrm>
            <a:custGeom>
              <a:avLst/>
              <a:gdLst/>
              <a:ahLst/>
              <a:cxnLst/>
              <a:rect l="l" t="t" r="r" b="b"/>
              <a:pathLst>
                <a:path w="3638" h="7289" extrusionOk="0">
                  <a:moveTo>
                    <a:pt x="3637" y="1"/>
                  </a:moveTo>
                  <a:cubicBezTo>
                    <a:pt x="1630" y="4"/>
                    <a:pt x="1" y="1634"/>
                    <a:pt x="1" y="3644"/>
                  </a:cubicBezTo>
                  <a:cubicBezTo>
                    <a:pt x="1" y="5655"/>
                    <a:pt x="1630" y="7284"/>
                    <a:pt x="3637" y="7288"/>
                  </a:cubicBezTo>
                  <a:lnTo>
                    <a:pt x="36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6" name="Google Shape;596;p15"/>
            <p:cNvSpPr/>
            <p:nvPr/>
          </p:nvSpPr>
          <p:spPr>
            <a:xfrm>
              <a:off x="1611688" y="1189801"/>
              <a:ext cx="213774" cy="426552"/>
            </a:xfrm>
            <a:custGeom>
              <a:avLst/>
              <a:gdLst/>
              <a:ahLst/>
              <a:cxnLst/>
              <a:rect l="l" t="t" r="r" b="b"/>
              <a:pathLst>
                <a:path w="3653" h="7289" extrusionOk="0">
                  <a:moveTo>
                    <a:pt x="0" y="1"/>
                  </a:moveTo>
                  <a:lnTo>
                    <a:pt x="0" y="7288"/>
                  </a:lnTo>
                  <a:lnTo>
                    <a:pt x="9" y="7288"/>
                  </a:lnTo>
                  <a:cubicBezTo>
                    <a:pt x="2021" y="7288"/>
                    <a:pt x="3652" y="5656"/>
                    <a:pt x="3652" y="3644"/>
                  </a:cubicBezTo>
                  <a:cubicBezTo>
                    <a:pt x="3652" y="1633"/>
                    <a:pt x="2020" y="1"/>
                    <a:pt x="9" y="1"/>
                  </a:cubicBez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7" name="Google Shape;597;p15"/>
            <p:cNvSpPr/>
            <p:nvPr/>
          </p:nvSpPr>
          <p:spPr>
            <a:xfrm>
              <a:off x="1611746" y="1086396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1"/>
                  </a:moveTo>
                  <a:lnTo>
                    <a:pt x="0" y="1270"/>
                  </a:lnTo>
                  <a:lnTo>
                    <a:pt x="404" y="1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8" name="Google Shape;598;p15"/>
            <p:cNvSpPr/>
            <p:nvPr/>
          </p:nvSpPr>
          <p:spPr>
            <a:xfrm>
              <a:off x="1588924" y="1086396"/>
              <a:ext cx="22881" cy="74320"/>
            </a:xfrm>
            <a:custGeom>
              <a:avLst/>
              <a:gdLst/>
              <a:ahLst/>
              <a:cxnLst/>
              <a:rect l="l" t="t" r="r" b="b"/>
              <a:pathLst>
                <a:path w="391" h="1270" extrusionOk="0">
                  <a:moveTo>
                    <a:pt x="390" y="1"/>
                  </a:moveTo>
                  <a:lnTo>
                    <a:pt x="1" y="1270"/>
                  </a:lnTo>
                  <a:lnTo>
                    <a:pt x="390" y="1270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599" name="Google Shape;599;p15"/>
            <p:cNvSpPr/>
            <p:nvPr/>
          </p:nvSpPr>
          <p:spPr>
            <a:xfrm>
              <a:off x="1611746" y="1645378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0"/>
                  </a:moveTo>
                  <a:lnTo>
                    <a:pt x="0" y="1223"/>
                  </a:lnTo>
                  <a:lnTo>
                    <a:pt x="15" y="1269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0" name="Google Shape;600;p15"/>
            <p:cNvSpPr/>
            <p:nvPr/>
          </p:nvSpPr>
          <p:spPr>
            <a:xfrm>
              <a:off x="1767118" y="1557950"/>
              <a:ext cx="69229" cy="68761"/>
            </a:xfrm>
            <a:custGeom>
              <a:avLst/>
              <a:gdLst/>
              <a:ahLst/>
              <a:cxnLst/>
              <a:rect l="l" t="t" r="r" b="b"/>
              <a:pathLst>
                <a:path w="1183" h="1175" extrusionOk="0">
                  <a:moveTo>
                    <a:pt x="561" y="0"/>
                  </a:moveTo>
                  <a:lnTo>
                    <a:pt x="1" y="562"/>
                  </a:lnTo>
                  <a:lnTo>
                    <a:pt x="1182" y="1174"/>
                  </a:lnTo>
                  <a:lnTo>
                    <a:pt x="561" y="0"/>
                  </a:lnTo>
                  <a:close/>
                  <a:moveTo>
                    <a:pt x="1182" y="1174"/>
                  </a:moveTo>
                  <a:lnTo>
                    <a:pt x="1182" y="1174"/>
                  </a:lnTo>
                  <a:lnTo>
                    <a:pt x="1182" y="1174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1" name="Google Shape;601;p15"/>
            <p:cNvSpPr/>
            <p:nvPr/>
          </p:nvSpPr>
          <p:spPr>
            <a:xfrm>
              <a:off x="1854489" y="1379815"/>
              <a:ext cx="74320" cy="46465"/>
            </a:xfrm>
            <a:custGeom>
              <a:avLst/>
              <a:gdLst/>
              <a:ahLst/>
              <a:cxnLst/>
              <a:rect l="l" t="t" r="r" b="b"/>
              <a:pathLst>
                <a:path w="1270" h="794" extrusionOk="0">
                  <a:moveTo>
                    <a:pt x="0" y="0"/>
                  </a:moveTo>
                  <a:lnTo>
                    <a:pt x="0" y="793"/>
                  </a:lnTo>
                  <a:lnTo>
                    <a:pt x="1269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2" name="Google Shape;602;p15"/>
            <p:cNvSpPr/>
            <p:nvPr/>
          </p:nvSpPr>
          <p:spPr>
            <a:xfrm>
              <a:off x="1767118" y="1178858"/>
              <a:ext cx="68644" cy="69288"/>
            </a:xfrm>
            <a:custGeom>
              <a:avLst/>
              <a:gdLst/>
              <a:ahLst/>
              <a:cxnLst/>
              <a:rect l="l" t="t" r="r" b="b"/>
              <a:pathLst>
                <a:path w="1173" h="1184" extrusionOk="0">
                  <a:moveTo>
                    <a:pt x="1172" y="1"/>
                  </a:moveTo>
                  <a:lnTo>
                    <a:pt x="1" y="623"/>
                  </a:lnTo>
                  <a:lnTo>
                    <a:pt x="561" y="1183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3" name="Google Shape;603;p15"/>
            <p:cNvSpPr/>
            <p:nvPr/>
          </p:nvSpPr>
          <p:spPr>
            <a:xfrm>
              <a:off x="1611688" y="1189801"/>
              <a:ext cx="213774" cy="426552"/>
            </a:xfrm>
            <a:custGeom>
              <a:avLst/>
              <a:gdLst/>
              <a:ahLst/>
              <a:cxnLst/>
              <a:rect l="l" t="t" r="r" b="b"/>
              <a:pathLst>
                <a:path w="3653" h="7289" extrusionOk="0">
                  <a:moveTo>
                    <a:pt x="0" y="1"/>
                  </a:moveTo>
                  <a:lnTo>
                    <a:pt x="0" y="7288"/>
                  </a:lnTo>
                  <a:lnTo>
                    <a:pt x="9" y="7288"/>
                  </a:lnTo>
                  <a:cubicBezTo>
                    <a:pt x="2021" y="7288"/>
                    <a:pt x="3652" y="5656"/>
                    <a:pt x="3652" y="3644"/>
                  </a:cubicBezTo>
                  <a:cubicBezTo>
                    <a:pt x="3652" y="1633"/>
                    <a:pt x="2020" y="1"/>
                    <a:pt x="9" y="1"/>
                  </a:cubicBez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4" name="Google Shape;604;p15"/>
            <p:cNvSpPr/>
            <p:nvPr/>
          </p:nvSpPr>
          <p:spPr>
            <a:xfrm>
              <a:off x="1611746" y="1086396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1"/>
                  </a:moveTo>
                  <a:lnTo>
                    <a:pt x="0" y="1270"/>
                  </a:lnTo>
                  <a:lnTo>
                    <a:pt x="404" y="1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5" name="Google Shape;605;p15"/>
            <p:cNvSpPr/>
            <p:nvPr/>
          </p:nvSpPr>
          <p:spPr>
            <a:xfrm>
              <a:off x="1611746" y="1645378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0"/>
                  </a:moveTo>
                  <a:lnTo>
                    <a:pt x="0" y="1223"/>
                  </a:lnTo>
                  <a:lnTo>
                    <a:pt x="15" y="1269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6" name="Google Shape;606;p15"/>
            <p:cNvSpPr/>
            <p:nvPr/>
          </p:nvSpPr>
          <p:spPr>
            <a:xfrm>
              <a:off x="1588924" y="1645378"/>
              <a:ext cx="22881" cy="71628"/>
            </a:xfrm>
            <a:custGeom>
              <a:avLst/>
              <a:gdLst/>
              <a:ahLst/>
              <a:cxnLst/>
              <a:rect l="l" t="t" r="r" b="b"/>
              <a:pathLst>
                <a:path w="391" h="1224" extrusionOk="0">
                  <a:moveTo>
                    <a:pt x="1" y="0"/>
                  </a:moveTo>
                  <a:lnTo>
                    <a:pt x="390" y="1223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7" name="Google Shape;607;p15"/>
            <p:cNvSpPr/>
            <p:nvPr/>
          </p:nvSpPr>
          <p:spPr>
            <a:xfrm>
              <a:off x="1767118" y="1557950"/>
              <a:ext cx="69229" cy="68761"/>
            </a:xfrm>
            <a:custGeom>
              <a:avLst/>
              <a:gdLst/>
              <a:ahLst/>
              <a:cxnLst/>
              <a:rect l="l" t="t" r="r" b="b"/>
              <a:pathLst>
                <a:path w="1183" h="1175" extrusionOk="0">
                  <a:moveTo>
                    <a:pt x="561" y="0"/>
                  </a:moveTo>
                  <a:lnTo>
                    <a:pt x="1" y="562"/>
                  </a:lnTo>
                  <a:lnTo>
                    <a:pt x="1182" y="1174"/>
                  </a:lnTo>
                  <a:lnTo>
                    <a:pt x="561" y="0"/>
                  </a:lnTo>
                  <a:close/>
                  <a:moveTo>
                    <a:pt x="1182" y="1174"/>
                  </a:moveTo>
                  <a:lnTo>
                    <a:pt x="1182" y="1174"/>
                  </a:lnTo>
                  <a:lnTo>
                    <a:pt x="1182" y="11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8" name="Google Shape;608;p15"/>
            <p:cNvSpPr/>
            <p:nvPr/>
          </p:nvSpPr>
          <p:spPr>
            <a:xfrm>
              <a:off x="1854489" y="1379815"/>
              <a:ext cx="74320" cy="46465"/>
            </a:xfrm>
            <a:custGeom>
              <a:avLst/>
              <a:gdLst/>
              <a:ahLst/>
              <a:cxnLst/>
              <a:rect l="l" t="t" r="r" b="b"/>
              <a:pathLst>
                <a:path w="1270" h="794" extrusionOk="0">
                  <a:moveTo>
                    <a:pt x="0" y="0"/>
                  </a:moveTo>
                  <a:lnTo>
                    <a:pt x="0" y="793"/>
                  </a:lnTo>
                  <a:lnTo>
                    <a:pt x="1269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09" name="Google Shape;609;p15"/>
            <p:cNvSpPr/>
            <p:nvPr/>
          </p:nvSpPr>
          <p:spPr>
            <a:xfrm>
              <a:off x="1767118" y="1178858"/>
              <a:ext cx="68644" cy="69288"/>
            </a:xfrm>
            <a:custGeom>
              <a:avLst/>
              <a:gdLst/>
              <a:ahLst/>
              <a:cxnLst/>
              <a:rect l="l" t="t" r="r" b="b"/>
              <a:pathLst>
                <a:path w="1173" h="1184" extrusionOk="0">
                  <a:moveTo>
                    <a:pt x="1172" y="1"/>
                  </a:moveTo>
                  <a:lnTo>
                    <a:pt x="1" y="623"/>
                  </a:lnTo>
                  <a:lnTo>
                    <a:pt x="561" y="1183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10" name="Google Shape;610;p15"/>
            <p:cNvSpPr/>
            <p:nvPr/>
          </p:nvSpPr>
          <p:spPr>
            <a:xfrm>
              <a:off x="1611688" y="1189801"/>
              <a:ext cx="213774" cy="426552"/>
            </a:xfrm>
            <a:custGeom>
              <a:avLst/>
              <a:gdLst/>
              <a:ahLst/>
              <a:cxnLst/>
              <a:rect l="l" t="t" r="r" b="b"/>
              <a:pathLst>
                <a:path w="3653" h="7289" extrusionOk="0">
                  <a:moveTo>
                    <a:pt x="0" y="1"/>
                  </a:moveTo>
                  <a:lnTo>
                    <a:pt x="0" y="7288"/>
                  </a:lnTo>
                  <a:lnTo>
                    <a:pt x="9" y="7288"/>
                  </a:lnTo>
                  <a:cubicBezTo>
                    <a:pt x="2021" y="7288"/>
                    <a:pt x="3652" y="5656"/>
                    <a:pt x="3652" y="3644"/>
                  </a:cubicBezTo>
                  <a:cubicBezTo>
                    <a:pt x="3652" y="1633"/>
                    <a:pt x="2020" y="1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11" name="Google Shape;611;p15"/>
            <p:cNvSpPr/>
            <p:nvPr/>
          </p:nvSpPr>
          <p:spPr>
            <a:xfrm>
              <a:off x="1611746" y="1086396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1"/>
                  </a:moveTo>
                  <a:lnTo>
                    <a:pt x="0" y="1270"/>
                  </a:lnTo>
                  <a:lnTo>
                    <a:pt x="404" y="1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12" name="Google Shape;612;p15"/>
            <p:cNvSpPr/>
            <p:nvPr/>
          </p:nvSpPr>
          <p:spPr>
            <a:xfrm>
              <a:off x="1611746" y="1645378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0"/>
                  </a:moveTo>
                  <a:lnTo>
                    <a:pt x="0" y="1223"/>
                  </a:lnTo>
                  <a:lnTo>
                    <a:pt x="15" y="1269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</p:grpSp>
      <p:sp>
        <p:nvSpPr>
          <p:cNvPr id="3" name="Google Shape;59;p15">
            <a:extLst>
              <a:ext uri="{FF2B5EF4-FFF2-40B4-BE49-F238E27FC236}">
                <a16:creationId xmlns:a16="http://schemas.microsoft.com/office/drawing/2014/main" id="{38DF607D-48BE-645D-C5B8-5F34C28B7A29}"/>
              </a:ext>
            </a:extLst>
          </p:cNvPr>
          <p:cNvSpPr txBox="1"/>
          <p:nvPr/>
        </p:nvSpPr>
        <p:spPr>
          <a:xfrm>
            <a:off x="7440328" y="5694948"/>
            <a:ext cx="3957039" cy="383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1600"/>
              </a:spcAft>
            </a:pPr>
            <a:r>
              <a:rPr lang="en-US" sz="1200" b="1">
                <a:latin typeface="Fira Sans"/>
                <a:ea typeface="Fira Sans"/>
                <a:cs typeface="Fira Sans"/>
                <a:sym typeface="Fira Sans"/>
              </a:rPr>
              <a:t>Softwarearchitektur</a:t>
            </a:r>
            <a:r>
              <a:rPr lang="en-US" sz="1200" b="1" dirty="0">
                <a:latin typeface="Fira Sans"/>
                <a:ea typeface="Fira Sans"/>
                <a:cs typeface="Fira Sans"/>
                <a:sym typeface="Fira Sans"/>
              </a:rPr>
              <a:t> | 16.01.2026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"/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Was liefern wir?</a:t>
            </a:r>
            <a:endParaRPr sz="3733"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E81621-2EE4-0A7F-3D4B-0B3E9F823DC5}"/>
              </a:ext>
            </a:extLst>
          </p:cNvPr>
          <p:cNvGrpSpPr/>
          <p:nvPr/>
        </p:nvGrpSpPr>
        <p:grpSpPr>
          <a:xfrm>
            <a:off x="3820689" y="1468400"/>
            <a:ext cx="4553045" cy="4839367"/>
            <a:chOff x="3820689" y="1468400"/>
            <a:chExt cx="4553045" cy="4839367"/>
          </a:xfrm>
        </p:grpSpPr>
        <p:sp>
          <p:nvSpPr>
            <p:cNvPr id="618" name="Google Shape;618;p16"/>
            <p:cNvSpPr/>
            <p:nvPr/>
          </p:nvSpPr>
          <p:spPr>
            <a:xfrm>
              <a:off x="4307313" y="3925544"/>
              <a:ext cx="444587" cy="324565"/>
            </a:xfrm>
            <a:custGeom>
              <a:avLst/>
              <a:gdLst/>
              <a:ahLst/>
              <a:cxnLst/>
              <a:rect l="l" t="t" r="r" b="b"/>
              <a:pathLst>
                <a:path w="3056" h="2231" extrusionOk="0">
                  <a:moveTo>
                    <a:pt x="2272" y="1"/>
                  </a:moveTo>
                  <a:lnTo>
                    <a:pt x="2272" y="1447"/>
                  </a:lnTo>
                  <a:lnTo>
                    <a:pt x="1" y="1447"/>
                  </a:lnTo>
                  <a:lnTo>
                    <a:pt x="1" y="2230"/>
                  </a:lnTo>
                  <a:lnTo>
                    <a:pt x="2665" y="2230"/>
                  </a:lnTo>
                  <a:cubicBezTo>
                    <a:pt x="2881" y="2230"/>
                    <a:pt x="3056" y="2055"/>
                    <a:pt x="3056" y="1838"/>
                  </a:cubicBezTo>
                  <a:lnTo>
                    <a:pt x="305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5526715" y="4808748"/>
              <a:ext cx="24149" cy="120312"/>
            </a:xfrm>
            <a:custGeom>
              <a:avLst/>
              <a:gdLst/>
              <a:ahLst/>
              <a:cxnLst/>
              <a:rect l="l" t="t" r="r" b="b"/>
              <a:pathLst>
                <a:path w="166" h="827" extrusionOk="0">
                  <a:moveTo>
                    <a:pt x="1" y="0"/>
                  </a:moveTo>
                  <a:lnTo>
                    <a:pt x="1" y="826"/>
                  </a:lnTo>
                  <a:lnTo>
                    <a:pt x="165" y="826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FFC89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5749152" y="4808748"/>
              <a:ext cx="24149" cy="120312"/>
            </a:xfrm>
            <a:custGeom>
              <a:avLst/>
              <a:gdLst/>
              <a:ahLst/>
              <a:cxnLst/>
              <a:rect l="l" t="t" r="r" b="b"/>
              <a:pathLst>
                <a:path w="166" h="827" extrusionOk="0">
                  <a:moveTo>
                    <a:pt x="0" y="0"/>
                  </a:moveTo>
                  <a:lnTo>
                    <a:pt x="0" y="826"/>
                  </a:lnTo>
                  <a:lnTo>
                    <a:pt x="165" y="826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FFC89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5490927" y="4790564"/>
              <a:ext cx="324565" cy="54264"/>
            </a:xfrm>
            <a:custGeom>
              <a:avLst/>
              <a:gdLst/>
              <a:ahLst/>
              <a:cxnLst/>
              <a:rect l="l" t="t" r="r" b="b"/>
              <a:pathLst>
                <a:path w="2231" h="373" extrusionOk="0">
                  <a:moveTo>
                    <a:pt x="0" y="1"/>
                  </a:moveTo>
                  <a:lnTo>
                    <a:pt x="0" y="373"/>
                  </a:lnTo>
                  <a:lnTo>
                    <a:pt x="2231" y="373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5490927" y="4862721"/>
              <a:ext cx="324565" cy="30115"/>
            </a:xfrm>
            <a:custGeom>
              <a:avLst/>
              <a:gdLst/>
              <a:ahLst/>
              <a:cxnLst/>
              <a:rect l="l" t="t" r="r" b="b"/>
              <a:pathLst>
                <a:path w="2231" h="207" extrusionOk="0">
                  <a:moveTo>
                    <a:pt x="0" y="1"/>
                  </a:moveTo>
                  <a:lnTo>
                    <a:pt x="0" y="206"/>
                  </a:lnTo>
                  <a:lnTo>
                    <a:pt x="2231" y="206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7665542" y="5361425"/>
              <a:ext cx="24149" cy="120457"/>
            </a:xfrm>
            <a:custGeom>
              <a:avLst/>
              <a:gdLst/>
              <a:ahLst/>
              <a:cxnLst/>
              <a:rect l="l" t="t" r="r" b="b"/>
              <a:pathLst>
                <a:path w="166" h="828" extrusionOk="0">
                  <a:moveTo>
                    <a:pt x="1" y="0"/>
                  </a:moveTo>
                  <a:lnTo>
                    <a:pt x="1" y="827"/>
                  </a:lnTo>
                  <a:lnTo>
                    <a:pt x="166" y="827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7887832" y="5361425"/>
              <a:ext cx="24149" cy="120457"/>
            </a:xfrm>
            <a:custGeom>
              <a:avLst/>
              <a:gdLst/>
              <a:ahLst/>
              <a:cxnLst/>
              <a:rect l="l" t="t" r="r" b="b"/>
              <a:pathLst>
                <a:path w="166" h="828" extrusionOk="0">
                  <a:moveTo>
                    <a:pt x="1" y="0"/>
                  </a:moveTo>
                  <a:lnTo>
                    <a:pt x="1" y="827"/>
                  </a:lnTo>
                  <a:lnTo>
                    <a:pt x="165" y="827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7629608" y="5343385"/>
              <a:ext cx="324565" cy="54409"/>
            </a:xfrm>
            <a:custGeom>
              <a:avLst/>
              <a:gdLst/>
              <a:ahLst/>
              <a:cxnLst/>
              <a:rect l="l" t="t" r="r" b="b"/>
              <a:pathLst>
                <a:path w="2231" h="374" extrusionOk="0">
                  <a:moveTo>
                    <a:pt x="0" y="1"/>
                  </a:moveTo>
                  <a:lnTo>
                    <a:pt x="0" y="373"/>
                  </a:lnTo>
                  <a:lnTo>
                    <a:pt x="2231" y="373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7629608" y="5415397"/>
              <a:ext cx="324565" cy="30115"/>
            </a:xfrm>
            <a:custGeom>
              <a:avLst/>
              <a:gdLst/>
              <a:ahLst/>
              <a:cxnLst/>
              <a:rect l="l" t="t" r="r" b="b"/>
              <a:pathLst>
                <a:path w="2231" h="207" extrusionOk="0">
                  <a:moveTo>
                    <a:pt x="0" y="1"/>
                  </a:moveTo>
                  <a:lnTo>
                    <a:pt x="0" y="207"/>
                  </a:lnTo>
                  <a:lnTo>
                    <a:pt x="2231" y="207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4793940" y="3493035"/>
              <a:ext cx="90197" cy="282523"/>
            </a:xfrm>
            <a:custGeom>
              <a:avLst/>
              <a:gdLst/>
              <a:ahLst/>
              <a:cxnLst/>
              <a:rect l="l" t="t" r="r" b="b"/>
              <a:pathLst>
                <a:path w="620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620" y="1941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4793940" y="3450846"/>
              <a:ext cx="90197" cy="48300"/>
            </a:xfrm>
            <a:custGeom>
              <a:avLst/>
              <a:gdLst/>
              <a:ahLst/>
              <a:cxnLst/>
              <a:rect l="l" t="t" r="r" b="b"/>
              <a:pathLst>
                <a:path w="620" h="332" extrusionOk="0">
                  <a:moveTo>
                    <a:pt x="1" y="1"/>
                  </a:moveTo>
                  <a:lnTo>
                    <a:pt x="1" y="331"/>
                  </a:lnTo>
                  <a:lnTo>
                    <a:pt x="620" y="331"/>
                  </a:lnTo>
                  <a:lnTo>
                    <a:pt x="6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4473159" y="3507291"/>
              <a:ext cx="439495" cy="472519"/>
            </a:xfrm>
            <a:custGeom>
              <a:avLst/>
              <a:gdLst/>
              <a:ahLst/>
              <a:cxnLst/>
              <a:rect l="l" t="t" r="r" b="b"/>
              <a:pathLst>
                <a:path w="3021" h="3248" extrusionOk="0">
                  <a:moveTo>
                    <a:pt x="1511" y="1"/>
                  </a:moveTo>
                  <a:lnTo>
                    <a:pt x="1" y="1539"/>
                  </a:lnTo>
                  <a:lnTo>
                    <a:pt x="1" y="3247"/>
                  </a:lnTo>
                  <a:lnTo>
                    <a:pt x="3020" y="3247"/>
                  </a:lnTo>
                  <a:lnTo>
                    <a:pt x="3020" y="1539"/>
                  </a:lnTo>
                  <a:lnTo>
                    <a:pt x="15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4445810" y="3475285"/>
              <a:ext cx="492887" cy="285432"/>
            </a:xfrm>
            <a:custGeom>
              <a:avLst/>
              <a:gdLst/>
              <a:ahLst/>
              <a:cxnLst/>
              <a:rect l="l" t="t" r="r" b="b"/>
              <a:pathLst>
                <a:path w="3388" h="1962" extrusionOk="0">
                  <a:moveTo>
                    <a:pt x="1682" y="1"/>
                  </a:moveTo>
                  <a:cubicBezTo>
                    <a:pt x="1642" y="1"/>
                    <a:pt x="1602" y="17"/>
                    <a:pt x="1572" y="48"/>
                  </a:cubicBezTo>
                  <a:lnTo>
                    <a:pt x="0" y="1692"/>
                  </a:lnTo>
                  <a:lnTo>
                    <a:pt x="221" y="1903"/>
                  </a:lnTo>
                  <a:lnTo>
                    <a:pt x="1682" y="377"/>
                  </a:lnTo>
                  <a:lnTo>
                    <a:pt x="3164" y="1961"/>
                  </a:lnTo>
                  <a:lnTo>
                    <a:pt x="3387" y="1751"/>
                  </a:lnTo>
                  <a:lnTo>
                    <a:pt x="1795" y="49"/>
                  </a:lnTo>
                  <a:cubicBezTo>
                    <a:pt x="1765" y="18"/>
                    <a:pt x="1725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4526259" y="3763480"/>
              <a:ext cx="54992" cy="123512"/>
            </a:xfrm>
            <a:custGeom>
              <a:avLst/>
              <a:gdLst/>
              <a:ahLst/>
              <a:cxnLst/>
              <a:rect l="l" t="t" r="r" b="b"/>
              <a:pathLst>
                <a:path w="378" h="849" extrusionOk="0">
                  <a:moveTo>
                    <a:pt x="189" y="1"/>
                  </a:moveTo>
                  <a:cubicBezTo>
                    <a:pt x="86" y="1"/>
                    <a:pt x="1" y="106"/>
                    <a:pt x="1" y="236"/>
                  </a:cubicBezTo>
                  <a:lnTo>
                    <a:pt x="1" y="849"/>
                  </a:lnTo>
                  <a:lnTo>
                    <a:pt x="377" y="849"/>
                  </a:lnTo>
                  <a:lnTo>
                    <a:pt x="377" y="236"/>
                  </a:lnTo>
                  <a:cubicBezTo>
                    <a:pt x="377" y="107"/>
                    <a:pt x="292" y="1"/>
                    <a:pt x="1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4511420" y="3748932"/>
              <a:ext cx="84669" cy="153045"/>
            </a:xfrm>
            <a:custGeom>
              <a:avLst/>
              <a:gdLst/>
              <a:ahLst/>
              <a:cxnLst/>
              <a:rect l="l" t="t" r="r" b="b"/>
              <a:pathLst>
                <a:path w="582" h="1052" extrusionOk="0">
                  <a:moveTo>
                    <a:pt x="291" y="203"/>
                  </a:moveTo>
                  <a:cubicBezTo>
                    <a:pt x="332" y="203"/>
                    <a:pt x="378" y="258"/>
                    <a:pt x="378" y="336"/>
                  </a:cubicBezTo>
                  <a:lnTo>
                    <a:pt x="378" y="847"/>
                  </a:lnTo>
                  <a:lnTo>
                    <a:pt x="204" y="847"/>
                  </a:lnTo>
                  <a:lnTo>
                    <a:pt x="204" y="336"/>
                  </a:lnTo>
                  <a:cubicBezTo>
                    <a:pt x="204" y="258"/>
                    <a:pt x="250" y="203"/>
                    <a:pt x="291" y="203"/>
                  </a:cubicBezTo>
                  <a:close/>
                  <a:moveTo>
                    <a:pt x="291" y="0"/>
                  </a:moveTo>
                  <a:cubicBezTo>
                    <a:pt x="132" y="0"/>
                    <a:pt x="1" y="151"/>
                    <a:pt x="1" y="336"/>
                  </a:cubicBezTo>
                  <a:lnTo>
                    <a:pt x="1" y="1051"/>
                  </a:lnTo>
                  <a:lnTo>
                    <a:pt x="582" y="1051"/>
                  </a:lnTo>
                  <a:lnTo>
                    <a:pt x="582" y="336"/>
                  </a:lnTo>
                  <a:cubicBezTo>
                    <a:pt x="582" y="151"/>
                    <a:pt x="451" y="0"/>
                    <a:pt x="2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4810524" y="3763045"/>
              <a:ext cx="54992" cy="123367"/>
            </a:xfrm>
            <a:custGeom>
              <a:avLst/>
              <a:gdLst/>
              <a:ahLst/>
              <a:cxnLst/>
              <a:rect l="l" t="t" r="r" b="b"/>
              <a:pathLst>
                <a:path w="378" h="848" extrusionOk="0">
                  <a:moveTo>
                    <a:pt x="189" y="0"/>
                  </a:moveTo>
                  <a:cubicBezTo>
                    <a:pt x="85" y="0"/>
                    <a:pt x="0" y="105"/>
                    <a:pt x="0" y="236"/>
                  </a:cubicBezTo>
                  <a:lnTo>
                    <a:pt x="0" y="848"/>
                  </a:lnTo>
                  <a:lnTo>
                    <a:pt x="378" y="848"/>
                  </a:lnTo>
                  <a:lnTo>
                    <a:pt x="378" y="236"/>
                  </a:lnTo>
                  <a:cubicBezTo>
                    <a:pt x="378" y="106"/>
                    <a:pt x="293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4795686" y="3748206"/>
              <a:ext cx="84669" cy="152900"/>
            </a:xfrm>
            <a:custGeom>
              <a:avLst/>
              <a:gdLst/>
              <a:ahLst/>
              <a:cxnLst/>
              <a:rect l="l" t="t" r="r" b="b"/>
              <a:pathLst>
                <a:path w="582" h="1051" extrusionOk="0">
                  <a:moveTo>
                    <a:pt x="291" y="203"/>
                  </a:moveTo>
                  <a:cubicBezTo>
                    <a:pt x="332" y="203"/>
                    <a:pt x="378" y="258"/>
                    <a:pt x="378" y="336"/>
                  </a:cubicBezTo>
                  <a:lnTo>
                    <a:pt x="378" y="847"/>
                  </a:lnTo>
                  <a:lnTo>
                    <a:pt x="204" y="847"/>
                  </a:lnTo>
                  <a:lnTo>
                    <a:pt x="204" y="336"/>
                  </a:lnTo>
                  <a:cubicBezTo>
                    <a:pt x="204" y="258"/>
                    <a:pt x="251" y="203"/>
                    <a:pt x="291" y="203"/>
                  </a:cubicBezTo>
                  <a:close/>
                  <a:moveTo>
                    <a:pt x="291" y="0"/>
                  </a:moveTo>
                  <a:cubicBezTo>
                    <a:pt x="132" y="0"/>
                    <a:pt x="1" y="151"/>
                    <a:pt x="1" y="336"/>
                  </a:cubicBezTo>
                  <a:lnTo>
                    <a:pt x="1" y="1051"/>
                  </a:lnTo>
                  <a:lnTo>
                    <a:pt x="582" y="1051"/>
                  </a:lnTo>
                  <a:lnTo>
                    <a:pt x="582" y="336"/>
                  </a:lnTo>
                  <a:cubicBezTo>
                    <a:pt x="582" y="151"/>
                    <a:pt x="451" y="0"/>
                    <a:pt x="2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4635078" y="3631677"/>
              <a:ext cx="115220" cy="115220"/>
            </a:xfrm>
            <a:custGeom>
              <a:avLst/>
              <a:gdLst/>
              <a:ahLst/>
              <a:cxnLst/>
              <a:rect l="l" t="t" r="r" b="b"/>
              <a:pathLst>
                <a:path w="792" h="792" extrusionOk="0">
                  <a:moveTo>
                    <a:pt x="397" y="1"/>
                  </a:moveTo>
                  <a:cubicBezTo>
                    <a:pt x="178" y="1"/>
                    <a:pt x="1" y="178"/>
                    <a:pt x="1" y="397"/>
                  </a:cubicBezTo>
                  <a:cubicBezTo>
                    <a:pt x="1" y="614"/>
                    <a:pt x="178" y="792"/>
                    <a:pt x="397" y="792"/>
                  </a:cubicBezTo>
                  <a:cubicBezTo>
                    <a:pt x="615" y="792"/>
                    <a:pt x="792" y="614"/>
                    <a:pt x="792" y="397"/>
                  </a:cubicBezTo>
                  <a:cubicBezTo>
                    <a:pt x="792" y="178"/>
                    <a:pt x="615" y="1"/>
                    <a:pt x="3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4620238" y="3617129"/>
              <a:ext cx="144461" cy="144607"/>
            </a:xfrm>
            <a:custGeom>
              <a:avLst/>
              <a:gdLst/>
              <a:ahLst/>
              <a:cxnLst/>
              <a:rect l="l" t="t" r="r" b="b"/>
              <a:pathLst>
                <a:path w="993" h="994" extrusionOk="0">
                  <a:moveTo>
                    <a:pt x="497" y="203"/>
                  </a:moveTo>
                  <a:cubicBezTo>
                    <a:pt x="659" y="203"/>
                    <a:pt x="790" y="335"/>
                    <a:pt x="790" y="497"/>
                  </a:cubicBezTo>
                  <a:cubicBezTo>
                    <a:pt x="790" y="658"/>
                    <a:pt x="658" y="790"/>
                    <a:pt x="497" y="790"/>
                  </a:cubicBezTo>
                  <a:cubicBezTo>
                    <a:pt x="336" y="790"/>
                    <a:pt x="204" y="658"/>
                    <a:pt x="204" y="497"/>
                  </a:cubicBezTo>
                  <a:cubicBezTo>
                    <a:pt x="204" y="335"/>
                    <a:pt x="336" y="203"/>
                    <a:pt x="497" y="203"/>
                  </a:cubicBezTo>
                  <a:close/>
                  <a:moveTo>
                    <a:pt x="497" y="1"/>
                  </a:moveTo>
                  <a:cubicBezTo>
                    <a:pt x="224" y="1"/>
                    <a:pt x="1" y="223"/>
                    <a:pt x="1" y="497"/>
                  </a:cubicBezTo>
                  <a:cubicBezTo>
                    <a:pt x="1" y="770"/>
                    <a:pt x="224" y="993"/>
                    <a:pt x="497" y="993"/>
                  </a:cubicBezTo>
                  <a:cubicBezTo>
                    <a:pt x="772" y="993"/>
                    <a:pt x="993" y="770"/>
                    <a:pt x="993" y="497"/>
                  </a:cubicBezTo>
                  <a:cubicBezTo>
                    <a:pt x="993" y="223"/>
                    <a:pt x="771" y="1"/>
                    <a:pt x="4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4635950" y="3831564"/>
              <a:ext cx="113765" cy="148099"/>
            </a:xfrm>
            <a:custGeom>
              <a:avLst/>
              <a:gdLst/>
              <a:ahLst/>
              <a:cxnLst/>
              <a:rect l="l" t="t" r="r" b="b"/>
              <a:pathLst>
                <a:path w="782" h="1018" extrusionOk="0">
                  <a:moveTo>
                    <a:pt x="1" y="0"/>
                  </a:moveTo>
                  <a:lnTo>
                    <a:pt x="1" y="1017"/>
                  </a:lnTo>
                  <a:lnTo>
                    <a:pt x="782" y="1017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6134524" y="3269579"/>
              <a:ext cx="545987" cy="579301"/>
            </a:xfrm>
            <a:custGeom>
              <a:avLst/>
              <a:gdLst/>
              <a:ahLst/>
              <a:cxnLst/>
              <a:rect l="l" t="t" r="r" b="b"/>
              <a:pathLst>
                <a:path w="3753" h="3982" extrusionOk="0">
                  <a:moveTo>
                    <a:pt x="1877" y="1"/>
                  </a:moveTo>
                  <a:lnTo>
                    <a:pt x="0" y="3982"/>
                  </a:lnTo>
                  <a:lnTo>
                    <a:pt x="3752" y="3982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6135107" y="3270744"/>
              <a:ext cx="272775" cy="578137"/>
            </a:xfrm>
            <a:custGeom>
              <a:avLst/>
              <a:gdLst/>
              <a:ahLst/>
              <a:cxnLst/>
              <a:rect l="l" t="t" r="r" b="b"/>
              <a:pathLst>
                <a:path w="1875" h="3974" extrusionOk="0">
                  <a:moveTo>
                    <a:pt x="1873" y="1"/>
                  </a:moveTo>
                  <a:lnTo>
                    <a:pt x="0" y="3974"/>
                  </a:lnTo>
                  <a:lnTo>
                    <a:pt x="1875" y="3974"/>
                  </a:lnTo>
                  <a:lnTo>
                    <a:pt x="1875" y="8"/>
                  </a:lnTo>
                  <a:lnTo>
                    <a:pt x="1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5798033" y="3402402"/>
              <a:ext cx="546132" cy="579301"/>
            </a:xfrm>
            <a:custGeom>
              <a:avLst/>
              <a:gdLst/>
              <a:ahLst/>
              <a:cxnLst/>
              <a:rect l="l" t="t" r="r" b="b"/>
              <a:pathLst>
                <a:path w="3754" h="3982" extrusionOk="0">
                  <a:moveTo>
                    <a:pt x="1878" y="0"/>
                  </a:moveTo>
                  <a:lnTo>
                    <a:pt x="1" y="3981"/>
                  </a:lnTo>
                  <a:lnTo>
                    <a:pt x="3753" y="3981"/>
                  </a:lnTo>
                  <a:lnTo>
                    <a:pt x="18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5798761" y="3403857"/>
              <a:ext cx="272775" cy="577847"/>
            </a:xfrm>
            <a:custGeom>
              <a:avLst/>
              <a:gdLst/>
              <a:ahLst/>
              <a:cxnLst/>
              <a:rect l="l" t="t" r="r" b="b"/>
              <a:pathLst>
                <a:path w="1875" h="3972" extrusionOk="0">
                  <a:moveTo>
                    <a:pt x="1873" y="0"/>
                  </a:moveTo>
                  <a:lnTo>
                    <a:pt x="0" y="3971"/>
                  </a:lnTo>
                  <a:lnTo>
                    <a:pt x="1875" y="3971"/>
                  </a:lnTo>
                  <a:lnTo>
                    <a:pt x="1875" y="7"/>
                  </a:lnTo>
                  <a:lnTo>
                    <a:pt x="18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6488911" y="3402402"/>
              <a:ext cx="546132" cy="579301"/>
            </a:xfrm>
            <a:custGeom>
              <a:avLst/>
              <a:gdLst/>
              <a:ahLst/>
              <a:cxnLst/>
              <a:rect l="l" t="t" r="r" b="b"/>
              <a:pathLst>
                <a:path w="3754" h="3982" extrusionOk="0">
                  <a:moveTo>
                    <a:pt x="1877" y="0"/>
                  </a:moveTo>
                  <a:lnTo>
                    <a:pt x="1" y="3981"/>
                  </a:lnTo>
                  <a:lnTo>
                    <a:pt x="3754" y="3981"/>
                  </a:lnTo>
                  <a:lnTo>
                    <a:pt x="18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6489492" y="3403857"/>
              <a:ext cx="272920" cy="577847"/>
            </a:xfrm>
            <a:custGeom>
              <a:avLst/>
              <a:gdLst/>
              <a:ahLst/>
              <a:cxnLst/>
              <a:rect l="l" t="t" r="r" b="b"/>
              <a:pathLst>
                <a:path w="1876" h="3972" extrusionOk="0">
                  <a:moveTo>
                    <a:pt x="1873" y="0"/>
                  </a:moveTo>
                  <a:lnTo>
                    <a:pt x="1" y="3971"/>
                  </a:lnTo>
                  <a:lnTo>
                    <a:pt x="1875" y="3971"/>
                  </a:lnTo>
                  <a:lnTo>
                    <a:pt x="1875" y="7"/>
                  </a:lnTo>
                  <a:lnTo>
                    <a:pt x="18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5908306" y="4565653"/>
              <a:ext cx="173557" cy="291105"/>
            </a:xfrm>
            <a:custGeom>
              <a:avLst/>
              <a:gdLst/>
              <a:ahLst/>
              <a:cxnLst/>
              <a:rect l="l" t="t" r="r" b="b"/>
              <a:pathLst>
                <a:path w="1193" h="2001" extrusionOk="0">
                  <a:moveTo>
                    <a:pt x="596" y="0"/>
                  </a:moveTo>
                  <a:lnTo>
                    <a:pt x="0" y="2001"/>
                  </a:lnTo>
                  <a:lnTo>
                    <a:pt x="1192" y="200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5976535" y="4691202"/>
              <a:ext cx="36952" cy="235532"/>
            </a:xfrm>
            <a:custGeom>
              <a:avLst/>
              <a:gdLst/>
              <a:ahLst/>
              <a:cxnLst/>
              <a:rect l="l" t="t" r="r" b="b"/>
              <a:pathLst>
                <a:path w="254" h="1619" extrusionOk="0">
                  <a:moveTo>
                    <a:pt x="127" y="0"/>
                  </a:moveTo>
                  <a:lnTo>
                    <a:pt x="1" y="1619"/>
                  </a:lnTo>
                  <a:lnTo>
                    <a:pt x="254" y="1619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6136707" y="4565653"/>
              <a:ext cx="173703" cy="291105"/>
            </a:xfrm>
            <a:custGeom>
              <a:avLst/>
              <a:gdLst/>
              <a:ahLst/>
              <a:cxnLst/>
              <a:rect l="l" t="t" r="r" b="b"/>
              <a:pathLst>
                <a:path w="1194" h="2001" extrusionOk="0">
                  <a:moveTo>
                    <a:pt x="596" y="0"/>
                  </a:moveTo>
                  <a:lnTo>
                    <a:pt x="1" y="2001"/>
                  </a:lnTo>
                  <a:lnTo>
                    <a:pt x="1194" y="200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6205081" y="4691202"/>
              <a:ext cx="36952" cy="235532"/>
            </a:xfrm>
            <a:custGeom>
              <a:avLst/>
              <a:gdLst/>
              <a:ahLst/>
              <a:cxnLst/>
              <a:rect l="l" t="t" r="r" b="b"/>
              <a:pathLst>
                <a:path w="254" h="1619" extrusionOk="0">
                  <a:moveTo>
                    <a:pt x="126" y="0"/>
                  </a:moveTo>
                  <a:lnTo>
                    <a:pt x="0" y="1619"/>
                  </a:lnTo>
                  <a:lnTo>
                    <a:pt x="253" y="1619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6365254" y="4565653"/>
              <a:ext cx="173703" cy="291105"/>
            </a:xfrm>
            <a:custGeom>
              <a:avLst/>
              <a:gdLst/>
              <a:ahLst/>
              <a:cxnLst/>
              <a:rect l="l" t="t" r="r" b="b"/>
              <a:pathLst>
                <a:path w="1194" h="2001" extrusionOk="0">
                  <a:moveTo>
                    <a:pt x="598" y="0"/>
                  </a:moveTo>
                  <a:lnTo>
                    <a:pt x="0" y="2001"/>
                  </a:lnTo>
                  <a:lnTo>
                    <a:pt x="1193" y="2001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6433484" y="4691202"/>
              <a:ext cx="37097" cy="235532"/>
            </a:xfrm>
            <a:custGeom>
              <a:avLst/>
              <a:gdLst/>
              <a:ahLst/>
              <a:cxnLst/>
              <a:rect l="l" t="t" r="r" b="b"/>
              <a:pathLst>
                <a:path w="255" h="1619" extrusionOk="0">
                  <a:moveTo>
                    <a:pt x="129" y="0"/>
                  </a:moveTo>
                  <a:lnTo>
                    <a:pt x="1" y="1619"/>
                  </a:lnTo>
                  <a:lnTo>
                    <a:pt x="255" y="1619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6593655" y="4565653"/>
              <a:ext cx="173703" cy="291105"/>
            </a:xfrm>
            <a:custGeom>
              <a:avLst/>
              <a:gdLst/>
              <a:ahLst/>
              <a:cxnLst/>
              <a:rect l="l" t="t" r="r" b="b"/>
              <a:pathLst>
                <a:path w="1194" h="2001" extrusionOk="0">
                  <a:moveTo>
                    <a:pt x="598" y="0"/>
                  </a:moveTo>
                  <a:lnTo>
                    <a:pt x="1" y="2001"/>
                  </a:lnTo>
                  <a:lnTo>
                    <a:pt x="1194" y="2001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6662175" y="4691202"/>
              <a:ext cx="36952" cy="235532"/>
            </a:xfrm>
            <a:custGeom>
              <a:avLst/>
              <a:gdLst/>
              <a:ahLst/>
              <a:cxnLst/>
              <a:rect l="l" t="t" r="r" b="b"/>
              <a:pathLst>
                <a:path w="254" h="1619" extrusionOk="0">
                  <a:moveTo>
                    <a:pt x="127" y="0"/>
                  </a:moveTo>
                  <a:lnTo>
                    <a:pt x="1" y="1619"/>
                  </a:lnTo>
                  <a:lnTo>
                    <a:pt x="253" y="1619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6822347" y="4565653"/>
              <a:ext cx="173703" cy="291105"/>
            </a:xfrm>
            <a:custGeom>
              <a:avLst/>
              <a:gdLst/>
              <a:ahLst/>
              <a:cxnLst/>
              <a:rect l="l" t="t" r="r" b="b"/>
              <a:pathLst>
                <a:path w="1194" h="2001" extrusionOk="0">
                  <a:moveTo>
                    <a:pt x="597" y="0"/>
                  </a:moveTo>
                  <a:lnTo>
                    <a:pt x="1" y="2001"/>
                  </a:lnTo>
                  <a:lnTo>
                    <a:pt x="1194" y="2001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rgbClr val="B3DC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6890723" y="4691202"/>
              <a:ext cx="36807" cy="235532"/>
            </a:xfrm>
            <a:custGeom>
              <a:avLst/>
              <a:gdLst/>
              <a:ahLst/>
              <a:cxnLst/>
              <a:rect l="l" t="t" r="r" b="b"/>
              <a:pathLst>
                <a:path w="253" h="1619" extrusionOk="0">
                  <a:moveTo>
                    <a:pt x="127" y="0"/>
                  </a:moveTo>
                  <a:lnTo>
                    <a:pt x="0" y="1619"/>
                  </a:lnTo>
                  <a:lnTo>
                    <a:pt x="253" y="1619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4973606" y="3611456"/>
              <a:ext cx="173703" cy="291105"/>
            </a:xfrm>
            <a:custGeom>
              <a:avLst/>
              <a:gdLst/>
              <a:ahLst/>
              <a:cxnLst/>
              <a:rect l="l" t="t" r="r" b="b"/>
              <a:pathLst>
                <a:path w="1194" h="2001" extrusionOk="0">
                  <a:moveTo>
                    <a:pt x="598" y="1"/>
                  </a:moveTo>
                  <a:lnTo>
                    <a:pt x="1" y="2000"/>
                  </a:lnTo>
                  <a:lnTo>
                    <a:pt x="1194" y="2000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5042125" y="3737003"/>
              <a:ext cx="36952" cy="235677"/>
            </a:xfrm>
            <a:custGeom>
              <a:avLst/>
              <a:gdLst/>
              <a:ahLst/>
              <a:cxnLst/>
              <a:rect l="l" t="t" r="r" b="b"/>
              <a:pathLst>
                <a:path w="254" h="1620" extrusionOk="0">
                  <a:moveTo>
                    <a:pt x="127" y="0"/>
                  </a:moveTo>
                  <a:lnTo>
                    <a:pt x="0" y="1619"/>
                  </a:lnTo>
                  <a:lnTo>
                    <a:pt x="254" y="1619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8007998" y="5108872"/>
              <a:ext cx="173703" cy="290960"/>
            </a:xfrm>
            <a:custGeom>
              <a:avLst/>
              <a:gdLst/>
              <a:ahLst/>
              <a:cxnLst/>
              <a:rect l="l" t="t" r="r" b="b"/>
              <a:pathLst>
                <a:path w="1194" h="2000" extrusionOk="0">
                  <a:moveTo>
                    <a:pt x="597" y="0"/>
                  </a:moveTo>
                  <a:lnTo>
                    <a:pt x="0" y="1999"/>
                  </a:lnTo>
                  <a:lnTo>
                    <a:pt x="1193" y="1999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8076227" y="5234130"/>
              <a:ext cx="36952" cy="235823"/>
            </a:xfrm>
            <a:custGeom>
              <a:avLst/>
              <a:gdLst/>
              <a:ahLst/>
              <a:cxnLst/>
              <a:rect l="l" t="t" r="r" b="b"/>
              <a:pathLst>
                <a:path w="254" h="1621" extrusionOk="0">
                  <a:moveTo>
                    <a:pt x="128" y="1"/>
                  </a:moveTo>
                  <a:lnTo>
                    <a:pt x="1" y="1620"/>
                  </a:lnTo>
                  <a:lnTo>
                    <a:pt x="254" y="1620"/>
                  </a:lnTo>
                  <a:lnTo>
                    <a:pt x="1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4626494" y="2148079"/>
              <a:ext cx="173703" cy="291251"/>
            </a:xfrm>
            <a:custGeom>
              <a:avLst/>
              <a:gdLst/>
              <a:ahLst/>
              <a:cxnLst/>
              <a:rect l="l" t="t" r="r" b="b"/>
              <a:pathLst>
                <a:path w="1194" h="2002" extrusionOk="0">
                  <a:moveTo>
                    <a:pt x="597" y="1"/>
                  </a:moveTo>
                  <a:lnTo>
                    <a:pt x="0" y="2001"/>
                  </a:lnTo>
                  <a:lnTo>
                    <a:pt x="1194" y="2001"/>
                  </a:lnTo>
                  <a:lnTo>
                    <a:pt x="5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4695014" y="2273483"/>
              <a:ext cx="36807" cy="235823"/>
            </a:xfrm>
            <a:custGeom>
              <a:avLst/>
              <a:gdLst/>
              <a:ahLst/>
              <a:cxnLst/>
              <a:rect l="l" t="t" r="r" b="b"/>
              <a:pathLst>
                <a:path w="253" h="1621" extrusionOk="0">
                  <a:moveTo>
                    <a:pt x="126" y="0"/>
                  </a:moveTo>
                  <a:lnTo>
                    <a:pt x="0" y="1620"/>
                  </a:lnTo>
                  <a:lnTo>
                    <a:pt x="253" y="162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6662175" y="1722697"/>
              <a:ext cx="173703" cy="290960"/>
            </a:xfrm>
            <a:custGeom>
              <a:avLst/>
              <a:gdLst/>
              <a:ahLst/>
              <a:cxnLst/>
              <a:rect l="l" t="t" r="r" b="b"/>
              <a:pathLst>
                <a:path w="1194" h="2000" extrusionOk="0">
                  <a:moveTo>
                    <a:pt x="596" y="1"/>
                  </a:moveTo>
                  <a:lnTo>
                    <a:pt x="1" y="2000"/>
                  </a:lnTo>
                  <a:lnTo>
                    <a:pt x="1194" y="2000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6730551" y="1848247"/>
              <a:ext cx="36807" cy="235532"/>
            </a:xfrm>
            <a:custGeom>
              <a:avLst/>
              <a:gdLst/>
              <a:ahLst/>
              <a:cxnLst/>
              <a:rect l="l" t="t" r="r" b="b"/>
              <a:pathLst>
                <a:path w="253" h="1619" extrusionOk="0">
                  <a:moveTo>
                    <a:pt x="126" y="0"/>
                  </a:moveTo>
                  <a:lnTo>
                    <a:pt x="0" y="1619"/>
                  </a:lnTo>
                  <a:lnTo>
                    <a:pt x="253" y="1619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6884321" y="1722697"/>
              <a:ext cx="173848" cy="290960"/>
            </a:xfrm>
            <a:custGeom>
              <a:avLst/>
              <a:gdLst/>
              <a:ahLst/>
              <a:cxnLst/>
              <a:rect l="l" t="t" r="r" b="b"/>
              <a:pathLst>
                <a:path w="1195" h="2000" extrusionOk="0">
                  <a:moveTo>
                    <a:pt x="598" y="1"/>
                  </a:moveTo>
                  <a:lnTo>
                    <a:pt x="0" y="2000"/>
                  </a:lnTo>
                  <a:lnTo>
                    <a:pt x="1194" y="2000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6952697" y="1848247"/>
              <a:ext cx="37097" cy="235532"/>
            </a:xfrm>
            <a:custGeom>
              <a:avLst/>
              <a:gdLst/>
              <a:ahLst/>
              <a:cxnLst/>
              <a:rect l="l" t="t" r="r" b="b"/>
              <a:pathLst>
                <a:path w="255" h="1619" extrusionOk="0">
                  <a:moveTo>
                    <a:pt x="128" y="0"/>
                  </a:moveTo>
                  <a:lnTo>
                    <a:pt x="1" y="1619"/>
                  </a:lnTo>
                  <a:lnTo>
                    <a:pt x="255" y="1619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7106613" y="1722697"/>
              <a:ext cx="173703" cy="290960"/>
            </a:xfrm>
            <a:custGeom>
              <a:avLst/>
              <a:gdLst/>
              <a:ahLst/>
              <a:cxnLst/>
              <a:rect l="l" t="t" r="r" b="b"/>
              <a:pathLst>
                <a:path w="1194" h="2000" extrusionOk="0">
                  <a:moveTo>
                    <a:pt x="597" y="1"/>
                  </a:moveTo>
                  <a:lnTo>
                    <a:pt x="1" y="2000"/>
                  </a:lnTo>
                  <a:lnTo>
                    <a:pt x="1194" y="2000"/>
                  </a:lnTo>
                  <a:lnTo>
                    <a:pt x="5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7174987" y="1848247"/>
              <a:ext cx="36952" cy="235532"/>
            </a:xfrm>
            <a:custGeom>
              <a:avLst/>
              <a:gdLst/>
              <a:ahLst/>
              <a:cxnLst/>
              <a:rect l="l" t="t" r="r" b="b"/>
              <a:pathLst>
                <a:path w="254" h="1619" extrusionOk="0">
                  <a:moveTo>
                    <a:pt x="127" y="0"/>
                  </a:moveTo>
                  <a:lnTo>
                    <a:pt x="0" y="1619"/>
                  </a:lnTo>
                  <a:lnTo>
                    <a:pt x="253" y="1619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6392022" y="5565823"/>
              <a:ext cx="1922519" cy="360500"/>
            </a:xfrm>
            <a:custGeom>
              <a:avLst/>
              <a:gdLst/>
              <a:ahLst/>
              <a:cxnLst/>
              <a:rect l="l" t="t" r="r" b="b"/>
              <a:pathLst>
                <a:path w="13215" h="2478" extrusionOk="0">
                  <a:moveTo>
                    <a:pt x="27" y="0"/>
                  </a:moveTo>
                  <a:cubicBezTo>
                    <a:pt x="12" y="0"/>
                    <a:pt x="1" y="12"/>
                    <a:pt x="1" y="27"/>
                  </a:cubicBezTo>
                  <a:lnTo>
                    <a:pt x="1" y="2451"/>
                  </a:lnTo>
                  <a:cubicBezTo>
                    <a:pt x="1" y="2466"/>
                    <a:pt x="12" y="2477"/>
                    <a:pt x="27" y="2477"/>
                  </a:cubicBezTo>
                  <a:lnTo>
                    <a:pt x="13188" y="2477"/>
                  </a:lnTo>
                  <a:cubicBezTo>
                    <a:pt x="13202" y="2477"/>
                    <a:pt x="13215" y="2465"/>
                    <a:pt x="13215" y="2451"/>
                  </a:cubicBezTo>
                  <a:lnTo>
                    <a:pt x="13215" y="27"/>
                  </a:lnTo>
                  <a:cubicBezTo>
                    <a:pt x="13215" y="12"/>
                    <a:pt x="13204" y="0"/>
                    <a:pt x="131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4211152" y="4063604"/>
              <a:ext cx="42189" cy="180541"/>
            </a:xfrm>
            <a:custGeom>
              <a:avLst/>
              <a:gdLst/>
              <a:ahLst/>
              <a:cxnLst/>
              <a:rect l="l" t="t" r="r" b="b"/>
              <a:pathLst>
                <a:path w="290" h="1241" extrusionOk="0">
                  <a:moveTo>
                    <a:pt x="1" y="0"/>
                  </a:moveTo>
                  <a:lnTo>
                    <a:pt x="1" y="1240"/>
                  </a:lnTo>
                  <a:lnTo>
                    <a:pt x="289" y="124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4102917" y="4063604"/>
              <a:ext cx="42335" cy="180541"/>
            </a:xfrm>
            <a:custGeom>
              <a:avLst/>
              <a:gdLst/>
              <a:ahLst/>
              <a:cxnLst/>
              <a:rect l="l" t="t" r="r" b="b"/>
              <a:pathLst>
                <a:path w="291" h="1241" extrusionOk="0">
                  <a:moveTo>
                    <a:pt x="1" y="0"/>
                  </a:moveTo>
                  <a:lnTo>
                    <a:pt x="1" y="1240"/>
                  </a:lnTo>
                  <a:lnTo>
                    <a:pt x="290" y="124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4006901" y="4063604"/>
              <a:ext cx="42335" cy="180541"/>
            </a:xfrm>
            <a:custGeom>
              <a:avLst/>
              <a:gdLst/>
              <a:ahLst/>
              <a:cxnLst/>
              <a:rect l="l" t="t" r="r" b="b"/>
              <a:pathLst>
                <a:path w="291" h="1241" extrusionOk="0">
                  <a:moveTo>
                    <a:pt x="1" y="0"/>
                  </a:moveTo>
                  <a:lnTo>
                    <a:pt x="1" y="1240"/>
                  </a:lnTo>
                  <a:lnTo>
                    <a:pt x="291" y="124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904921" y="4063604"/>
              <a:ext cx="42044" cy="180541"/>
            </a:xfrm>
            <a:custGeom>
              <a:avLst/>
              <a:gdLst/>
              <a:ahLst/>
              <a:cxnLst/>
              <a:rect l="l" t="t" r="r" b="b"/>
              <a:pathLst>
                <a:path w="289" h="1241" extrusionOk="0">
                  <a:moveTo>
                    <a:pt x="0" y="0"/>
                  </a:moveTo>
                  <a:lnTo>
                    <a:pt x="0" y="1240"/>
                  </a:lnTo>
                  <a:lnTo>
                    <a:pt x="289" y="124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922814" y="4129943"/>
              <a:ext cx="300561" cy="54264"/>
            </a:xfrm>
            <a:custGeom>
              <a:avLst/>
              <a:gdLst/>
              <a:ahLst/>
              <a:cxnLst/>
              <a:rect l="l" t="t" r="r" b="b"/>
              <a:pathLst>
                <a:path w="2066" h="373" extrusionOk="0">
                  <a:moveTo>
                    <a:pt x="1" y="1"/>
                  </a:moveTo>
                  <a:lnTo>
                    <a:pt x="1" y="372"/>
                  </a:lnTo>
                  <a:lnTo>
                    <a:pt x="2066" y="372"/>
                  </a:lnTo>
                  <a:lnTo>
                    <a:pt x="2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6637590" y="5685697"/>
              <a:ext cx="241205" cy="36371"/>
            </a:xfrm>
            <a:custGeom>
              <a:avLst/>
              <a:gdLst/>
              <a:ahLst/>
              <a:cxnLst/>
              <a:rect l="l" t="t" r="r" b="b"/>
              <a:pathLst>
                <a:path w="1658" h="250" extrusionOk="0">
                  <a:moveTo>
                    <a:pt x="84" y="1"/>
                  </a:moveTo>
                  <a:cubicBezTo>
                    <a:pt x="38" y="1"/>
                    <a:pt x="1" y="38"/>
                    <a:pt x="1" y="84"/>
                  </a:cubicBezTo>
                  <a:cubicBezTo>
                    <a:pt x="1" y="130"/>
                    <a:pt x="38" y="168"/>
                    <a:pt x="84" y="168"/>
                  </a:cubicBezTo>
                  <a:cubicBezTo>
                    <a:pt x="138" y="168"/>
                    <a:pt x="159" y="179"/>
                    <a:pt x="192" y="198"/>
                  </a:cubicBezTo>
                  <a:cubicBezTo>
                    <a:pt x="235" y="221"/>
                    <a:pt x="286" y="250"/>
                    <a:pt x="381" y="250"/>
                  </a:cubicBezTo>
                  <a:cubicBezTo>
                    <a:pt x="478" y="250"/>
                    <a:pt x="530" y="221"/>
                    <a:pt x="571" y="198"/>
                  </a:cubicBezTo>
                  <a:cubicBezTo>
                    <a:pt x="604" y="180"/>
                    <a:pt x="627" y="168"/>
                    <a:pt x="680" y="168"/>
                  </a:cubicBezTo>
                  <a:cubicBezTo>
                    <a:pt x="733" y="168"/>
                    <a:pt x="755" y="179"/>
                    <a:pt x="789" y="198"/>
                  </a:cubicBezTo>
                  <a:cubicBezTo>
                    <a:pt x="831" y="221"/>
                    <a:pt x="882" y="250"/>
                    <a:pt x="978" y="250"/>
                  </a:cubicBezTo>
                  <a:cubicBezTo>
                    <a:pt x="1074" y="250"/>
                    <a:pt x="1126" y="221"/>
                    <a:pt x="1167" y="198"/>
                  </a:cubicBezTo>
                  <a:cubicBezTo>
                    <a:pt x="1200" y="180"/>
                    <a:pt x="1223" y="168"/>
                    <a:pt x="1276" y="168"/>
                  </a:cubicBezTo>
                  <a:cubicBezTo>
                    <a:pt x="1328" y="168"/>
                    <a:pt x="1351" y="179"/>
                    <a:pt x="1384" y="198"/>
                  </a:cubicBezTo>
                  <a:cubicBezTo>
                    <a:pt x="1427" y="221"/>
                    <a:pt x="1478" y="250"/>
                    <a:pt x="1573" y="250"/>
                  </a:cubicBezTo>
                  <a:cubicBezTo>
                    <a:pt x="1619" y="250"/>
                    <a:pt x="1657" y="212"/>
                    <a:pt x="1657" y="166"/>
                  </a:cubicBezTo>
                  <a:cubicBezTo>
                    <a:pt x="1657" y="120"/>
                    <a:pt x="1619" y="83"/>
                    <a:pt x="1573" y="83"/>
                  </a:cubicBezTo>
                  <a:cubicBezTo>
                    <a:pt x="1521" y="83"/>
                    <a:pt x="1499" y="72"/>
                    <a:pt x="1465" y="52"/>
                  </a:cubicBezTo>
                  <a:cubicBezTo>
                    <a:pt x="1423" y="30"/>
                    <a:pt x="1372" y="1"/>
                    <a:pt x="1276" y="1"/>
                  </a:cubicBezTo>
                  <a:cubicBezTo>
                    <a:pt x="1179" y="1"/>
                    <a:pt x="1127" y="30"/>
                    <a:pt x="1086" y="52"/>
                  </a:cubicBezTo>
                  <a:cubicBezTo>
                    <a:pt x="1054" y="71"/>
                    <a:pt x="1030" y="83"/>
                    <a:pt x="978" y="83"/>
                  </a:cubicBezTo>
                  <a:cubicBezTo>
                    <a:pt x="924" y="83"/>
                    <a:pt x="902" y="72"/>
                    <a:pt x="869" y="52"/>
                  </a:cubicBezTo>
                  <a:cubicBezTo>
                    <a:pt x="826" y="30"/>
                    <a:pt x="775" y="1"/>
                    <a:pt x="680" y="1"/>
                  </a:cubicBezTo>
                  <a:cubicBezTo>
                    <a:pt x="584" y="1"/>
                    <a:pt x="532" y="30"/>
                    <a:pt x="491" y="52"/>
                  </a:cubicBezTo>
                  <a:cubicBezTo>
                    <a:pt x="457" y="71"/>
                    <a:pt x="435" y="83"/>
                    <a:pt x="381" y="83"/>
                  </a:cubicBezTo>
                  <a:cubicBezTo>
                    <a:pt x="328" y="83"/>
                    <a:pt x="307" y="72"/>
                    <a:pt x="273" y="52"/>
                  </a:cubicBezTo>
                  <a:cubicBezTo>
                    <a:pt x="231" y="30"/>
                    <a:pt x="180" y="1"/>
                    <a:pt x="84" y="1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7052203" y="5763821"/>
              <a:ext cx="241060" cy="36079"/>
            </a:xfrm>
            <a:custGeom>
              <a:avLst/>
              <a:gdLst/>
              <a:ahLst/>
              <a:cxnLst/>
              <a:rect l="l" t="t" r="r" b="b"/>
              <a:pathLst>
                <a:path w="1657" h="248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6"/>
                    <a:pt x="83" y="166"/>
                  </a:cubicBezTo>
                  <a:cubicBezTo>
                    <a:pt x="137" y="166"/>
                    <a:pt x="159" y="178"/>
                    <a:pt x="192" y="197"/>
                  </a:cubicBezTo>
                  <a:cubicBezTo>
                    <a:pt x="235" y="220"/>
                    <a:pt x="286" y="248"/>
                    <a:pt x="381" y="248"/>
                  </a:cubicBezTo>
                  <a:cubicBezTo>
                    <a:pt x="477" y="248"/>
                    <a:pt x="529" y="220"/>
                    <a:pt x="570" y="197"/>
                  </a:cubicBezTo>
                  <a:cubicBezTo>
                    <a:pt x="604" y="179"/>
                    <a:pt x="627" y="166"/>
                    <a:pt x="680" y="166"/>
                  </a:cubicBezTo>
                  <a:cubicBezTo>
                    <a:pt x="733" y="166"/>
                    <a:pt x="754" y="178"/>
                    <a:pt x="788" y="197"/>
                  </a:cubicBezTo>
                  <a:cubicBezTo>
                    <a:pt x="830" y="220"/>
                    <a:pt x="881" y="248"/>
                    <a:pt x="977" y="248"/>
                  </a:cubicBezTo>
                  <a:cubicBezTo>
                    <a:pt x="1074" y="248"/>
                    <a:pt x="1126" y="220"/>
                    <a:pt x="1167" y="197"/>
                  </a:cubicBezTo>
                  <a:cubicBezTo>
                    <a:pt x="1200" y="179"/>
                    <a:pt x="1223" y="166"/>
                    <a:pt x="1275" y="166"/>
                  </a:cubicBezTo>
                  <a:cubicBezTo>
                    <a:pt x="1327" y="166"/>
                    <a:pt x="1351" y="178"/>
                    <a:pt x="1384" y="197"/>
                  </a:cubicBezTo>
                  <a:cubicBezTo>
                    <a:pt x="1427" y="220"/>
                    <a:pt x="1478" y="248"/>
                    <a:pt x="1573" y="248"/>
                  </a:cubicBezTo>
                  <a:cubicBezTo>
                    <a:pt x="1619" y="248"/>
                    <a:pt x="1657" y="211"/>
                    <a:pt x="1657" y="165"/>
                  </a:cubicBezTo>
                  <a:cubicBezTo>
                    <a:pt x="1657" y="119"/>
                    <a:pt x="1619" y="82"/>
                    <a:pt x="1573" y="82"/>
                  </a:cubicBezTo>
                  <a:cubicBezTo>
                    <a:pt x="1521" y="82"/>
                    <a:pt x="1498" y="71"/>
                    <a:pt x="1465" y="51"/>
                  </a:cubicBezTo>
                  <a:cubicBezTo>
                    <a:pt x="1423" y="28"/>
                    <a:pt x="1371" y="0"/>
                    <a:pt x="1275" y="0"/>
                  </a:cubicBezTo>
                  <a:cubicBezTo>
                    <a:pt x="1179" y="0"/>
                    <a:pt x="1127" y="28"/>
                    <a:pt x="1086" y="51"/>
                  </a:cubicBezTo>
                  <a:cubicBezTo>
                    <a:pt x="1053" y="69"/>
                    <a:pt x="1030" y="82"/>
                    <a:pt x="977" y="82"/>
                  </a:cubicBezTo>
                  <a:cubicBezTo>
                    <a:pt x="923" y="82"/>
                    <a:pt x="902" y="71"/>
                    <a:pt x="869" y="51"/>
                  </a:cubicBezTo>
                  <a:cubicBezTo>
                    <a:pt x="826" y="28"/>
                    <a:pt x="775" y="0"/>
                    <a:pt x="680" y="0"/>
                  </a:cubicBezTo>
                  <a:cubicBezTo>
                    <a:pt x="584" y="0"/>
                    <a:pt x="531" y="28"/>
                    <a:pt x="490" y="51"/>
                  </a:cubicBezTo>
                  <a:cubicBezTo>
                    <a:pt x="457" y="69"/>
                    <a:pt x="434" y="82"/>
                    <a:pt x="381" y="82"/>
                  </a:cubicBezTo>
                  <a:cubicBezTo>
                    <a:pt x="328" y="82"/>
                    <a:pt x="306" y="71"/>
                    <a:pt x="273" y="51"/>
                  </a:cubicBezTo>
                  <a:cubicBezTo>
                    <a:pt x="231" y="28"/>
                    <a:pt x="179" y="0"/>
                    <a:pt x="83" y="0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916122" y="1768670"/>
              <a:ext cx="241205" cy="36369"/>
            </a:xfrm>
            <a:custGeom>
              <a:avLst/>
              <a:gdLst/>
              <a:ahLst/>
              <a:cxnLst/>
              <a:rect l="l" t="t" r="r" b="b"/>
              <a:pathLst>
                <a:path w="1658" h="250" extrusionOk="0">
                  <a:moveTo>
                    <a:pt x="85" y="1"/>
                  </a:moveTo>
                  <a:cubicBezTo>
                    <a:pt x="39" y="1"/>
                    <a:pt x="1" y="38"/>
                    <a:pt x="1" y="84"/>
                  </a:cubicBezTo>
                  <a:cubicBezTo>
                    <a:pt x="1" y="130"/>
                    <a:pt x="39" y="168"/>
                    <a:pt x="85" y="168"/>
                  </a:cubicBezTo>
                  <a:cubicBezTo>
                    <a:pt x="138" y="168"/>
                    <a:pt x="159" y="179"/>
                    <a:pt x="193" y="198"/>
                  </a:cubicBezTo>
                  <a:cubicBezTo>
                    <a:pt x="235" y="221"/>
                    <a:pt x="286" y="249"/>
                    <a:pt x="382" y="249"/>
                  </a:cubicBezTo>
                  <a:cubicBezTo>
                    <a:pt x="479" y="249"/>
                    <a:pt x="531" y="221"/>
                    <a:pt x="572" y="198"/>
                  </a:cubicBezTo>
                  <a:cubicBezTo>
                    <a:pt x="605" y="180"/>
                    <a:pt x="628" y="168"/>
                    <a:pt x="680" y="168"/>
                  </a:cubicBezTo>
                  <a:cubicBezTo>
                    <a:pt x="734" y="168"/>
                    <a:pt x="756" y="179"/>
                    <a:pt x="789" y="198"/>
                  </a:cubicBezTo>
                  <a:cubicBezTo>
                    <a:pt x="832" y="221"/>
                    <a:pt x="883" y="249"/>
                    <a:pt x="978" y="249"/>
                  </a:cubicBezTo>
                  <a:cubicBezTo>
                    <a:pt x="1074" y="249"/>
                    <a:pt x="1126" y="221"/>
                    <a:pt x="1167" y="198"/>
                  </a:cubicBezTo>
                  <a:cubicBezTo>
                    <a:pt x="1201" y="180"/>
                    <a:pt x="1224" y="168"/>
                    <a:pt x="1277" y="168"/>
                  </a:cubicBezTo>
                  <a:cubicBezTo>
                    <a:pt x="1329" y="168"/>
                    <a:pt x="1351" y="179"/>
                    <a:pt x="1385" y="198"/>
                  </a:cubicBezTo>
                  <a:cubicBezTo>
                    <a:pt x="1427" y="221"/>
                    <a:pt x="1478" y="249"/>
                    <a:pt x="1574" y="249"/>
                  </a:cubicBezTo>
                  <a:cubicBezTo>
                    <a:pt x="1621" y="249"/>
                    <a:pt x="1657" y="212"/>
                    <a:pt x="1657" y="166"/>
                  </a:cubicBezTo>
                  <a:cubicBezTo>
                    <a:pt x="1657" y="119"/>
                    <a:pt x="1621" y="83"/>
                    <a:pt x="1574" y="83"/>
                  </a:cubicBezTo>
                  <a:cubicBezTo>
                    <a:pt x="1522" y="83"/>
                    <a:pt x="1499" y="71"/>
                    <a:pt x="1466" y="52"/>
                  </a:cubicBezTo>
                  <a:cubicBezTo>
                    <a:pt x="1423" y="29"/>
                    <a:pt x="1372" y="1"/>
                    <a:pt x="1277" y="1"/>
                  </a:cubicBezTo>
                  <a:cubicBezTo>
                    <a:pt x="1181" y="1"/>
                    <a:pt x="1128" y="29"/>
                    <a:pt x="1087" y="52"/>
                  </a:cubicBezTo>
                  <a:cubicBezTo>
                    <a:pt x="1054" y="70"/>
                    <a:pt x="1031" y="83"/>
                    <a:pt x="978" y="83"/>
                  </a:cubicBezTo>
                  <a:cubicBezTo>
                    <a:pt x="925" y="83"/>
                    <a:pt x="903" y="71"/>
                    <a:pt x="870" y="52"/>
                  </a:cubicBezTo>
                  <a:cubicBezTo>
                    <a:pt x="828" y="29"/>
                    <a:pt x="776" y="1"/>
                    <a:pt x="680" y="1"/>
                  </a:cubicBezTo>
                  <a:cubicBezTo>
                    <a:pt x="584" y="1"/>
                    <a:pt x="532" y="29"/>
                    <a:pt x="491" y="52"/>
                  </a:cubicBezTo>
                  <a:cubicBezTo>
                    <a:pt x="458" y="70"/>
                    <a:pt x="435" y="83"/>
                    <a:pt x="382" y="83"/>
                  </a:cubicBezTo>
                  <a:cubicBezTo>
                    <a:pt x="328" y="83"/>
                    <a:pt x="307" y="71"/>
                    <a:pt x="274" y="52"/>
                  </a:cubicBezTo>
                  <a:cubicBezTo>
                    <a:pt x="231" y="29"/>
                    <a:pt x="180" y="1"/>
                    <a:pt x="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4024358" y="2141241"/>
              <a:ext cx="241060" cy="36224"/>
            </a:xfrm>
            <a:custGeom>
              <a:avLst/>
              <a:gdLst/>
              <a:ahLst/>
              <a:cxnLst/>
              <a:rect l="l" t="t" r="r" b="b"/>
              <a:pathLst>
                <a:path w="1657" h="249" extrusionOk="0">
                  <a:moveTo>
                    <a:pt x="84" y="1"/>
                  </a:moveTo>
                  <a:cubicBezTo>
                    <a:pt x="38" y="1"/>
                    <a:pt x="1" y="38"/>
                    <a:pt x="1" y="84"/>
                  </a:cubicBezTo>
                  <a:cubicBezTo>
                    <a:pt x="1" y="130"/>
                    <a:pt x="38" y="167"/>
                    <a:pt x="84" y="167"/>
                  </a:cubicBezTo>
                  <a:cubicBezTo>
                    <a:pt x="137" y="167"/>
                    <a:pt x="159" y="178"/>
                    <a:pt x="192" y="197"/>
                  </a:cubicBezTo>
                  <a:cubicBezTo>
                    <a:pt x="234" y="221"/>
                    <a:pt x="285" y="248"/>
                    <a:pt x="381" y="248"/>
                  </a:cubicBezTo>
                  <a:cubicBezTo>
                    <a:pt x="477" y="248"/>
                    <a:pt x="530" y="221"/>
                    <a:pt x="571" y="197"/>
                  </a:cubicBezTo>
                  <a:cubicBezTo>
                    <a:pt x="604" y="180"/>
                    <a:pt x="627" y="167"/>
                    <a:pt x="679" y="167"/>
                  </a:cubicBezTo>
                  <a:cubicBezTo>
                    <a:pt x="733" y="167"/>
                    <a:pt x="755" y="178"/>
                    <a:pt x="789" y="197"/>
                  </a:cubicBezTo>
                  <a:cubicBezTo>
                    <a:pt x="830" y="221"/>
                    <a:pt x="882" y="248"/>
                    <a:pt x="978" y="248"/>
                  </a:cubicBezTo>
                  <a:cubicBezTo>
                    <a:pt x="1073" y="248"/>
                    <a:pt x="1126" y="221"/>
                    <a:pt x="1167" y="197"/>
                  </a:cubicBezTo>
                  <a:cubicBezTo>
                    <a:pt x="1200" y="180"/>
                    <a:pt x="1223" y="167"/>
                    <a:pt x="1276" y="167"/>
                  </a:cubicBezTo>
                  <a:cubicBezTo>
                    <a:pt x="1328" y="167"/>
                    <a:pt x="1351" y="178"/>
                    <a:pt x="1384" y="197"/>
                  </a:cubicBezTo>
                  <a:cubicBezTo>
                    <a:pt x="1426" y="221"/>
                    <a:pt x="1477" y="248"/>
                    <a:pt x="1573" y="248"/>
                  </a:cubicBezTo>
                  <a:cubicBezTo>
                    <a:pt x="1619" y="248"/>
                    <a:pt x="1656" y="212"/>
                    <a:pt x="1656" y="166"/>
                  </a:cubicBezTo>
                  <a:cubicBezTo>
                    <a:pt x="1656" y="119"/>
                    <a:pt x="1619" y="83"/>
                    <a:pt x="1573" y="83"/>
                  </a:cubicBezTo>
                  <a:cubicBezTo>
                    <a:pt x="1521" y="83"/>
                    <a:pt x="1498" y="70"/>
                    <a:pt x="1465" y="52"/>
                  </a:cubicBezTo>
                  <a:cubicBezTo>
                    <a:pt x="1423" y="28"/>
                    <a:pt x="1372" y="1"/>
                    <a:pt x="1276" y="1"/>
                  </a:cubicBezTo>
                  <a:cubicBezTo>
                    <a:pt x="1179" y="1"/>
                    <a:pt x="1127" y="28"/>
                    <a:pt x="1086" y="52"/>
                  </a:cubicBezTo>
                  <a:cubicBezTo>
                    <a:pt x="1053" y="69"/>
                    <a:pt x="1030" y="83"/>
                    <a:pt x="978" y="83"/>
                  </a:cubicBezTo>
                  <a:cubicBezTo>
                    <a:pt x="924" y="83"/>
                    <a:pt x="902" y="70"/>
                    <a:pt x="868" y="52"/>
                  </a:cubicBezTo>
                  <a:cubicBezTo>
                    <a:pt x="826" y="28"/>
                    <a:pt x="775" y="1"/>
                    <a:pt x="679" y="1"/>
                  </a:cubicBezTo>
                  <a:cubicBezTo>
                    <a:pt x="584" y="1"/>
                    <a:pt x="531" y="28"/>
                    <a:pt x="490" y="52"/>
                  </a:cubicBezTo>
                  <a:cubicBezTo>
                    <a:pt x="457" y="69"/>
                    <a:pt x="433" y="83"/>
                    <a:pt x="381" y="83"/>
                  </a:cubicBezTo>
                  <a:cubicBezTo>
                    <a:pt x="328" y="83"/>
                    <a:pt x="306" y="70"/>
                    <a:pt x="273" y="52"/>
                  </a:cubicBezTo>
                  <a:cubicBezTo>
                    <a:pt x="231" y="28"/>
                    <a:pt x="180" y="1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4330737" y="1846793"/>
              <a:ext cx="241060" cy="36369"/>
            </a:xfrm>
            <a:custGeom>
              <a:avLst/>
              <a:gdLst/>
              <a:ahLst/>
              <a:cxnLst/>
              <a:rect l="l" t="t" r="r" b="b"/>
              <a:pathLst>
                <a:path w="1657" h="250" extrusionOk="0">
                  <a:moveTo>
                    <a:pt x="84" y="1"/>
                  </a:moveTo>
                  <a:cubicBezTo>
                    <a:pt x="38" y="1"/>
                    <a:pt x="0" y="38"/>
                    <a:pt x="0" y="84"/>
                  </a:cubicBezTo>
                  <a:cubicBezTo>
                    <a:pt x="0" y="130"/>
                    <a:pt x="38" y="168"/>
                    <a:pt x="84" y="168"/>
                  </a:cubicBezTo>
                  <a:cubicBezTo>
                    <a:pt x="138" y="168"/>
                    <a:pt x="159" y="179"/>
                    <a:pt x="193" y="198"/>
                  </a:cubicBezTo>
                  <a:cubicBezTo>
                    <a:pt x="235" y="221"/>
                    <a:pt x="286" y="250"/>
                    <a:pt x="382" y="250"/>
                  </a:cubicBezTo>
                  <a:cubicBezTo>
                    <a:pt x="478" y="250"/>
                    <a:pt x="530" y="221"/>
                    <a:pt x="571" y="198"/>
                  </a:cubicBezTo>
                  <a:cubicBezTo>
                    <a:pt x="604" y="180"/>
                    <a:pt x="628" y="168"/>
                    <a:pt x="680" y="168"/>
                  </a:cubicBezTo>
                  <a:cubicBezTo>
                    <a:pt x="734" y="168"/>
                    <a:pt x="756" y="179"/>
                    <a:pt x="788" y="198"/>
                  </a:cubicBezTo>
                  <a:cubicBezTo>
                    <a:pt x="831" y="221"/>
                    <a:pt x="882" y="250"/>
                    <a:pt x="978" y="250"/>
                  </a:cubicBezTo>
                  <a:cubicBezTo>
                    <a:pt x="1074" y="250"/>
                    <a:pt x="1126" y="221"/>
                    <a:pt x="1167" y="198"/>
                  </a:cubicBezTo>
                  <a:cubicBezTo>
                    <a:pt x="1201" y="180"/>
                    <a:pt x="1223" y="168"/>
                    <a:pt x="1276" y="168"/>
                  </a:cubicBezTo>
                  <a:cubicBezTo>
                    <a:pt x="1329" y="168"/>
                    <a:pt x="1351" y="179"/>
                    <a:pt x="1385" y="198"/>
                  </a:cubicBezTo>
                  <a:cubicBezTo>
                    <a:pt x="1427" y="221"/>
                    <a:pt x="1478" y="250"/>
                    <a:pt x="1574" y="250"/>
                  </a:cubicBezTo>
                  <a:cubicBezTo>
                    <a:pt x="1620" y="250"/>
                    <a:pt x="1657" y="212"/>
                    <a:pt x="1657" y="166"/>
                  </a:cubicBezTo>
                  <a:cubicBezTo>
                    <a:pt x="1657" y="120"/>
                    <a:pt x="1620" y="83"/>
                    <a:pt x="1574" y="83"/>
                  </a:cubicBezTo>
                  <a:cubicBezTo>
                    <a:pt x="1522" y="83"/>
                    <a:pt x="1498" y="72"/>
                    <a:pt x="1466" y="52"/>
                  </a:cubicBezTo>
                  <a:cubicBezTo>
                    <a:pt x="1423" y="30"/>
                    <a:pt x="1371" y="1"/>
                    <a:pt x="1276" y="1"/>
                  </a:cubicBezTo>
                  <a:cubicBezTo>
                    <a:pt x="1180" y="1"/>
                    <a:pt x="1128" y="30"/>
                    <a:pt x="1087" y="52"/>
                  </a:cubicBezTo>
                  <a:cubicBezTo>
                    <a:pt x="1053" y="71"/>
                    <a:pt x="1031" y="83"/>
                    <a:pt x="978" y="83"/>
                  </a:cubicBezTo>
                  <a:cubicBezTo>
                    <a:pt x="924" y="83"/>
                    <a:pt x="903" y="72"/>
                    <a:pt x="869" y="52"/>
                  </a:cubicBezTo>
                  <a:cubicBezTo>
                    <a:pt x="827" y="30"/>
                    <a:pt x="776" y="1"/>
                    <a:pt x="680" y="1"/>
                  </a:cubicBezTo>
                  <a:cubicBezTo>
                    <a:pt x="584" y="1"/>
                    <a:pt x="531" y="30"/>
                    <a:pt x="491" y="52"/>
                  </a:cubicBezTo>
                  <a:cubicBezTo>
                    <a:pt x="458" y="71"/>
                    <a:pt x="434" y="83"/>
                    <a:pt x="382" y="83"/>
                  </a:cubicBezTo>
                  <a:cubicBezTo>
                    <a:pt x="328" y="83"/>
                    <a:pt x="306" y="72"/>
                    <a:pt x="274" y="52"/>
                  </a:cubicBezTo>
                  <a:cubicBezTo>
                    <a:pt x="231" y="30"/>
                    <a:pt x="179" y="1"/>
                    <a:pt x="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7400624" y="5685697"/>
              <a:ext cx="241205" cy="36371"/>
            </a:xfrm>
            <a:custGeom>
              <a:avLst/>
              <a:gdLst/>
              <a:ahLst/>
              <a:cxnLst/>
              <a:rect l="l" t="t" r="r" b="b"/>
              <a:pathLst>
                <a:path w="1658" h="250" extrusionOk="0">
                  <a:moveTo>
                    <a:pt x="84" y="1"/>
                  </a:moveTo>
                  <a:cubicBezTo>
                    <a:pt x="37" y="1"/>
                    <a:pt x="1" y="38"/>
                    <a:pt x="1" y="84"/>
                  </a:cubicBezTo>
                  <a:cubicBezTo>
                    <a:pt x="1" y="130"/>
                    <a:pt x="37" y="168"/>
                    <a:pt x="84" y="168"/>
                  </a:cubicBezTo>
                  <a:cubicBezTo>
                    <a:pt x="138" y="168"/>
                    <a:pt x="159" y="179"/>
                    <a:pt x="193" y="198"/>
                  </a:cubicBezTo>
                  <a:cubicBezTo>
                    <a:pt x="235" y="221"/>
                    <a:pt x="286" y="250"/>
                    <a:pt x="382" y="250"/>
                  </a:cubicBezTo>
                  <a:cubicBezTo>
                    <a:pt x="477" y="250"/>
                    <a:pt x="531" y="221"/>
                    <a:pt x="572" y="198"/>
                  </a:cubicBezTo>
                  <a:cubicBezTo>
                    <a:pt x="604" y="180"/>
                    <a:pt x="628" y="168"/>
                    <a:pt x="680" y="168"/>
                  </a:cubicBezTo>
                  <a:cubicBezTo>
                    <a:pt x="733" y="168"/>
                    <a:pt x="756" y="179"/>
                    <a:pt x="788" y="198"/>
                  </a:cubicBezTo>
                  <a:cubicBezTo>
                    <a:pt x="830" y="221"/>
                    <a:pt x="882" y="250"/>
                    <a:pt x="978" y="250"/>
                  </a:cubicBezTo>
                  <a:cubicBezTo>
                    <a:pt x="1074" y="250"/>
                    <a:pt x="1126" y="221"/>
                    <a:pt x="1167" y="198"/>
                  </a:cubicBezTo>
                  <a:cubicBezTo>
                    <a:pt x="1201" y="180"/>
                    <a:pt x="1223" y="168"/>
                    <a:pt x="1276" y="168"/>
                  </a:cubicBezTo>
                  <a:cubicBezTo>
                    <a:pt x="1329" y="168"/>
                    <a:pt x="1351" y="179"/>
                    <a:pt x="1385" y="198"/>
                  </a:cubicBezTo>
                  <a:cubicBezTo>
                    <a:pt x="1427" y="221"/>
                    <a:pt x="1478" y="250"/>
                    <a:pt x="1574" y="250"/>
                  </a:cubicBezTo>
                  <a:cubicBezTo>
                    <a:pt x="1620" y="250"/>
                    <a:pt x="1656" y="212"/>
                    <a:pt x="1657" y="166"/>
                  </a:cubicBezTo>
                  <a:cubicBezTo>
                    <a:pt x="1657" y="120"/>
                    <a:pt x="1620" y="83"/>
                    <a:pt x="1574" y="83"/>
                  </a:cubicBezTo>
                  <a:cubicBezTo>
                    <a:pt x="1521" y="83"/>
                    <a:pt x="1499" y="72"/>
                    <a:pt x="1465" y="52"/>
                  </a:cubicBezTo>
                  <a:cubicBezTo>
                    <a:pt x="1423" y="30"/>
                    <a:pt x="1372" y="1"/>
                    <a:pt x="1276" y="1"/>
                  </a:cubicBezTo>
                  <a:cubicBezTo>
                    <a:pt x="1180" y="1"/>
                    <a:pt x="1127" y="30"/>
                    <a:pt x="1086" y="52"/>
                  </a:cubicBezTo>
                  <a:cubicBezTo>
                    <a:pt x="1053" y="71"/>
                    <a:pt x="1030" y="83"/>
                    <a:pt x="978" y="83"/>
                  </a:cubicBezTo>
                  <a:cubicBezTo>
                    <a:pt x="925" y="83"/>
                    <a:pt x="902" y="72"/>
                    <a:pt x="869" y="52"/>
                  </a:cubicBezTo>
                  <a:cubicBezTo>
                    <a:pt x="827" y="30"/>
                    <a:pt x="776" y="1"/>
                    <a:pt x="680" y="1"/>
                  </a:cubicBezTo>
                  <a:cubicBezTo>
                    <a:pt x="584" y="1"/>
                    <a:pt x="532" y="30"/>
                    <a:pt x="491" y="52"/>
                  </a:cubicBezTo>
                  <a:cubicBezTo>
                    <a:pt x="457" y="71"/>
                    <a:pt x="434" y="83"/>
                    <a:pt x="382" y="83"/>
                  </a:cubicBezTo>
                  <a:cubicBezTo>
                    <a:pt x="328" y="83"/>
                    <a:pt x="307" y="72"/>
                    <a:pt x="273" y="52"/>
                  </a:cubicBezTo>
                  <a:cubicBezTo>
                    <a:pt x="231" y="30"/>
                    <a:pt x="180" y="1"/>
                    <a:pt x="84" y="1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7815239" y="5763821"/>
              <a:ext cx="241060" cy="36079"/>
            </a:xfrm>
            <a:custGeom>
              <a:avLst/>
              <a:gdLst/>
              <a:ahLst/>
              <a:cxnLst/>
              <a:rect l="l" t="t" r="r" b="b"/>
              <a:pathLst>
                <a:path w="1657" h="248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6"/>
                    <a:pt x="83" y="166"/>
                  </a:cubicBezTo>
                  <a:cubicBezTo>
                    <a:pt x="137" y="166"/>
                    <a:pt x="159" y="178"/>
                    <a:pt x="193" y="197"/>
                  </a:cubicBezTo>
                  <a:cubicBezTo>
                    <a:pt x="235" y="220"/>
                    <a:pt x="286" y="248"/>
                    <a:pt x="382" y="248"/>
                  </a:cubicBezTo>
                  <a:cubicBezTo>
                    <a:pt x="477" y="248"/>
                    <a:pt x="530" y="220"/>
                    <a:pt x="571" y="197"/>
                  </a:cubicBezTo>
                  <a:cubicBezTo>
                    <a:pt x="604" y="179"/>
                    <a:pt x="627" y="166"/>
                    <a:pt x="680" y="166"/>
                  </a:cubicBezTo>
                  <a:cubicBezTo>
                    <a:pt x="733" y="166"/>
                    <a:pt x="755" y="178"/>
                    <a:pt x="788" y="197"/>
                  </a:cubicBezTo>
                  <a:cubicBezTo>
                    <a:pt x="830" y="220"/>
                    <a:pt x="881" y="248"/>
                    <a:pt x="977" y="248"/>
                  </a:cubicBezTo>
                  <a:cubicBezTo>
                    <a:pt x="1074" y="248"/>
                    <a:pt x="1126" y="220"/>
                    <a:pt x="1167" y="197"/>
                  </a:cubicBezTo>
                  <a:cubicBezTo>
                    <a:pt x="1200" y="179"/>
                    <a:pt x="1223" y="166"/>
                    <a:pt x="1275" y="166"/>
                  </a:cubicBezTo>
                  <a:cubicBezTo>
                    <a:pt x="1328" y="166"/>
                    <a:pt x="1351" y="178"/>
                    <a:pt x="1385" y="197"/>
                  </a:cubicBezTo>
                  <a:cubicBezTo>
                    <a:pt x="1427" y="220"/>
                    <a:pt x="1478" y="248"/>
                    <a:pt x="1574" y="248"/>
                  </a:cubicBezTo>
                  <a:cubicBezTo>
                    <a:pt x="1618" y="248"/>
                    <a:pt x="1657" y="211"/>
                    <a:pt x="1657" y="165"/>
                  </a:cubicBezTo>
                  <a:cubicBezTo>
                    <a:pt x="1657" y="119"/>
                    <a:pt x="1620" y="82"/>
                    <a:pt x="1574" y="82"/>
                  </a:cubicBezTo>
                  <a:cubicBezTo>
                    <a:pt x="1521" y="82"/>
                    <a:pt x="1498" y="71"/>
                    <a:pt x="1464" y="51"/>
                  </a:cubicBezTo>
                  <a:cubicBezTo>
                    <a:pt x="1422" y="28"/>
                    <a:pt x="1371" y="0"/>
                    <a:pt x="1275" y="0"/>
                  </a:cubicBezTo>
                  <a:cubicBezTo>
                    <a:pt x="1180" y="0"/>
                    <a:pt x="1127" y="28"/>
                    <a:pt x="1086" y="51"/>
                  </a:cubicBezTo>
                  <a:cubicBezTo>
                    <a:pt x="1053" y="69"/>
                    <a:pt x="1030" y="82"/>
                    <a:pt x="977" y="82"/>
                  </a:cubicBezTo>
                  <a:cubicBezTo>
                    <a:pt x="924" y="82"/>
                    <a:pt x="902" y="71"/>
                    <a:pt x="869" y="51"/>
                  </a:cubicBezTo>
                  <a:cubicBezTo>
                    <a:pt x="827" y="28"/>
                    <a:pt x="776" y="0"/>
                    <a:pt x="680" y="0"/>
                  </a:cubicBezTo>
                  <a:cubicBezTo>
                    <a:pt x="583" y="0"/>
                    <a:pt x="531" y="28"/>
                    <a:pt x="490" y="51"/>
                  </a:cubicBezTo>
                  <a:cubicBezTo>
                    <a:pt x="457" y="69"/>
                    <a:pt x="434" y="82"/>
                    <a:pt x="382" y="82"/>
                  </a:cubicBezTo>
                  <a:cubicBezTo>
                    <a:pt x="328" y="82"/>
                    <a:pt x="306" y="71"/>
                    <a:pt x="272" y="51"/>
                  </a:cubicBezTo>
                  <a:cubicBezTo>
                    <a:pt x="230" y="28"/>
                    <a:pt x="179" y="0"/>
                    <a:pt x="83" y="0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7953735" y="2207581"/>
              <a:ext cx="150427" cy="1171551"/>
            </a:xfrm>
            <a:custGeom>
              <a:avLst/>
              <a:gdLst/>
              <a:ahLst/>
              <a:cxnLst/>
              <a:rect l="l" t="t" r="r" b="b"/>
              <a:pathLst>
                <a:path w="1034" h="8053" extrusionOk="0">
                  <a:moveTo>
                    <a:pt x="1" y="0"/>
                  </a:moveTo>
                  <a:lnTo>
                    <a:pt x="1" y="8053"/>
                  </a:lnTo>
                  <a:lnTo>
                    <a:pt x="1033" y="8053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7917947" y="2279447"/>
              <a:ext cx="228404" cy="1099683"/>
            </a:xfrm>
            <a:custGeom>
              <a:avLst/>
              <a:gdLst/>
              <a:ahLst/>
              <a:cxnLst/>
              <a:rect l="l" t="t" r="r" b="b"/>
              <a:pathLst>
                <a:path w="1570" h="7559" extrusionOk="0">
                  <a:moveTo>
                    <a:pt x="0" y="0"/>
                  </a:moveTo>
                  <a:lnTo>
                    <a:pt x="0" y="7559"/>
                  </a:lnTo>
                  <a:lnTo>
                    <a:pt x="1570" y="7559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7857719" y="2369499"/>
              <a:ext cx="342605" cy="1009340"/>
            </a:xfrm>
            <a:custGeom>
              <a:avLst/>
              <a:gdLst/>
              <a:ahLst/>
              <a:cxnLst/>
              <a:rect l="l" t="t" r="r" b="b"/>
              <a:pathLst>
                <a:path w="2355" h="6938" extrusionOk="0">
                  <a:moveTo>
                    <a:pt x="1" y="0"/>
                  </a:moveTo>
                  <a:lnTo>
                    <a:pt x="1" y="6938"/>
                  </a:lnTo>
                  <a:lnTo>
                    <a:pt x="2354" y="6938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7917947" y="2489810"/>
              <a:ext cx="36224" cy="42044"/>
            </a:xfrm>
            <a:custGeom>
              <a:avLst/>
              <a:gdLst/>
              <a:ahLst/>
              <a:cxnLst/>
              <a:rect l="l" t="t" r="r" b="b"/>
              <a:pathLst>
                <a:path w="249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9" y="28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7978030" y="2489810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89" y="28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8044076" y="2489810"/>
              <a:ext cx="36224" cy="42044"/>
            </a:xfrm>
            <a:custGeom>
              <a:avLst/>
              <a:gdLst/>
              <a:ahLst/>
              <a:cxnLst/>
              <a:rect l="l" t="t" r="r" b="b"/>
              <a:pathLst>
                <a:path w="249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8104159" y="2489810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7917947" y="2555857"/>
              <a:ext cx="36224" cy="48008"/>
            </a:xfrm>
            <a:custGeom>
              <a:avLst/>
              <a:gdLst/>
              <a:ahLst/>
              <a:cxnLst/>
              <a:rect l="l" t="t" r="r" b="b"/>
              <a:pathLst>
                <a:path w="249" h="330" extrusionOk="0">
                  <a:moveTo>
                    <a:pt x="0" y="0"/>
                  </a:moveTo>
                  <a:lnTo>
                    <a:pt x="0" y="330"/>
                  </a:lnTo>
                  <a:lnTo>
                    <a:pt x="249" y="33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7978030" y="2555857"/>
              <a:ext cx="42189" cy="48008"/>
            </a:xfrm>
            <a:custGeom>
              <a:avLst/>
              <a:gdLst/>
              <a:ahLst/>
              <a:cxnLst/>
              <a:rect l="l" t="t" r="r" b="b"/>
              <a:pathLst>
                <a:path w="290" h="330" extrusionOk="0">
                  <a:moveTo>
                    <a:pt x="1" y="0"/>
                  </a:moveTo>
                  <a:lnTo>
                    <a:pt x="1" y="330"/>
                  </a:lnTo>
                  <a:lnTo>
                    <a:pt x="289" y="33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8044076" y="2555857"/>
              <a:ext cx="36224" cy="48008"/>
            </a:xfrm>
            <a:custGeom>
              <a:avLst/>
              <a:gdLst/>
              <a:ahLst/>
              <a:cxnLst/>
              <a:rect l="l" t="t" r="r" b="b"/>
              <a:pathLst>
                <a:path w="249" h="330" extrusionOk="0">
                  <a:moveTo>
                    <a:pt x="1" y="0"/>
                  </a:moveTo>
                  <a:lnTo>
                    <a:pt x="1" y="330"/>
                  </a:lnTo>
                  <a:lnTo>
                    <a:pt x="248" y="33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8104159" y="2555857"/>
              <a:ext cx="42189" cy="48008"/>
            </a:xfrm>
            <a:custGeom>
              <a:avLst/>
              <a:gdLst/>
              <a:ahLst/>
              <a:cxnLst/>
              <a:rect l="l" t="t" r="r" b="b"/>
              <a:pathLst>
                <a:path w="290" h="330" extrusionOk="0">
                  <a:moveTo>
                    <a:pt x="0" y="0"/>
                  </a:moveTo>
                  <a:lnTo>
                    <a:pt x="0" y="330"/>
                  </a:lnTo>
                  <a:lnTo>
                    <a:pt x="290" y="33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7917947" y="2628015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0" y="1"/>
                  </a:moveTo>
                  <a:lnTo>
                    <a:pt x="0" y="289"/>
                  </a:lnTo>
                  <a:lnTo>
                    <a:pt x="249" y="289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7978030" y="2628015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" y="1"/>
                  </a:moveTo>
                  <a:lnTo>
                    <a:pt x="1" y="289"/>
                  </a:lnTo>
                  <a:lnTo>
                    <a:pt x="289" y="289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8044076" y="2628015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1" y="1"/>
                  </a:moveTo>
                  <a:lnTo>
                    <a:pt x="1" y="289"/>
                  </a:lnTo>
                  <a:lnTo>
                    <a:pt x="248" y="289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616F8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8104159" y="2628015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0" y="1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7917947" y="2693918"/>
              <a:ext cx="36224" cy="48300"/>
            </a:xfrm>
            <a:custGeom>
              <a:avLst/>
              <a:gdLst/>
              <a:ahLst/>
              <a:cxnLst/>
              <a:rect l="l" t="t" r="r" b="b"/>
              <a:pathLst>
                <a:path w="249" h="332" extrusionOk="0">
                  <a:moveTo>
                    <a:pt x="0" y="1"/>
                  </a:moveTo>
                  <a:lnTo>
                    <a:pt x="0" y="331"/>
                  </a:lnTo>
                  <a:lnTo>
                    <a:pt x="249" y="331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7978030" y="2693918"/>
              <a:ext cx="42189" cy="48300"/>
            </a:xfrm>
            <a:custGeom>
              <a:avLst/>
              <a:gdLst/>
              <a:ahLst/>
              <a:cxnLst/>
              <a:rect l="l" t="t" r="r" b="b"/>
              <a:pathLst>
                <a:path w="290" h="332" extrusionOk="0">
                  <a:moveTo>
                    <a:pt x="1" y="1"/>
                  </a:moveTo>
                  <a:lnTo>
                    <a:pt x="1" y="331"/>
                  </a:lnTo>
                  <a:lnTo>
                    <a:pt x="289" y="331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8044076" y="2693918"/>
              <a:ext cx="36224" cy="48300"/>
            </a:xfrm>
            <a:custGeom>
              <a:avLst/>
              <a:gdLst/>
              <a:ahLst/>
              <a:cxnLst/>
              <a:rect l="l" t="t" r="r" b="b"/>
              <a:pathLst>
                <a:path w="249" h="332" extrusionOk="0">
                  <a:moveTo>
                    <a:pt x="1" y="1"/>
                  </a:moveTo>
                  <a:lnTo>
                    <a:pt x="1" y="331"/>
                  </a:lnTo>
                  <a:lnTo>
                    <a:pt x="248" y="331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8104159" y="2693918"/>
              <a:ext cx="42189" cy="48300"/>
            </a:xfrm>
            <a:custGeom>
              <a:avLst/>
              <a:gdLst/>
              <a:ahLst/>
              <a:cxnLst/>
              <a:rect l="l" t="t" r="r" b="b"/>
              <a:pathLst>
                <a:path w="290" h="332" extrusionOk="0">
                  <a:moveTo>
                    <a:pt x="0" y="1"/>
                  </a:moveTo>
                  <a:lnTo>
                    <a:pt x="0" y="331"/>
                  </a:lnTo>
                  <a:lnTo>
                    <a:pt x="290" y="331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7917947" y="2766075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49" y="29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7978030" y="2766075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89" y="29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8044076" y="2766075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8104159" y="2766075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90" y="29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7917947" y="2838232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49" y="29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7978030" y="2838232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89" y="29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8044076" y="2838232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8104159" y="2838232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90" y="29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7917947" y="2904281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9" y="33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7978030" y="2904281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89" y="33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8044076" y="2904281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8104159" y="2904281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90" y="33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7917947" y="2976292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0" y="1"/>
                  </a:moveTo>
                  <a:lnTo>
                    <a:pt x="0" y="289"/>
                  </a:lnTo>
                  <a:lnTo>
                    <a:pt x="249" y="289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7978030" y="2976292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" y="1"/>
                  </a:moveTo>
                  <a:lnTo>
                    <a:pt x="1" y="289"/>
                  </a:lnTo>
                  <a:lnTo>
                    <a:pt x="289" y="289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8044076" y="2976292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1" y="1"/>
                  </a:moveTo>
                  <a:lnTo>
                    <a:pt x="1" y="289"/>
                  </a:lnTo>
                  <a:lnTo>
                    <a:pt x="248" y="289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8104159" y="2976292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0" y="1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7917947" y="3042631"/>
              <a:ext cx="36224" cy="48008"/>
            </a:xfrm>
            <a:custGeom>
              <a:avLst/>
              <a:gdLst/>
              <a:ahLst/>
              <a:cxnLst/>
              <a:rect l="l" t="t" r="r" b="b"/>
              <a:pathLst>
                <a:path w="249" h="330" extrusionOk="0">
                  <a:moveTo>
                    <a:pt x="0" y="0"/>
                  </a:moveTo>
                  <a:lnTo>
                    <a:pt x="0" y="330"/>
                  </a:lnTo>
                  <a:lnTo>
                    <a:pt x="249" y="33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7978030" y="3042631"/>
              <a:ext cx="42189" cy="48008"/>
            </a:xfrm>
            <a:custGeom>
              <a:avLst/>
              <a:gdLst/>
              <a:ahLst/>
              <a:cxnLst/>
              <a:rect l="l" t="t" r="r" b="b"/>
              <a:pathLst>
                <a:path w="290" h="330" extrusionOk="0">
                  <a:moveTo>
                    <a:pt x="1" y="0"/>
                  </a:moveTo>
                  <a:lnTo>
                    <a:pt x="1" y="330"/>
                  </a:lnTo>
                  <a:lnTo>
                    <a:pt x="289" y="33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8044076" y="3042631"/>
              <a:ext cx="36224" cy="48008"/>
            </a:xfrm>
            <a:custGeom>
              <a:avLst/>
              <a:gdLst/>
              <a:ahLst/>
              <a:cxnLst/>
              <a:rect l="l" t="t" r="r" b="b"/>
              <a:pathLst>
                <a:path w="249" h="330" extrusionOk="0">
                  <a:moveTo>
                    <a:pt x="1" y="0"/>
                  </a:moveTo>
                  <a:lnTo>
                    <a:pt x="1" y="330"/>
                  </a:lnTo>
                  <a:lnTo>
                    <a:pt x="248" y="33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8104159" y="3042631"/>
              <a:ext cx="42189" cy="48008"/>
            </a:xfrm>
            <a:custGeom>
              <a:avLst/>
              <a:gdLst/>
              <a:ahLst/>
              <a:cxnLst/>
              <a:rect l="l" t="t" r="r" b="b"/>
              <a:pathLst>
                <a:path w="290" h="330" extrusionOk="0">
                  <a:moveTo>
                    <a:pt x="0" y="0"/>
                  </a:moveTo>
                  <a:lnTo>
                    <a:pt x="0" y="330"/>
                  </a:lnTo>
                  <a:lnTo>
                    <a:pt x="290" y="33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917947" y="3114498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49" y="29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978030" y="3114498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89" y="29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8044076" y="3114498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8104159" y="3114498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90" y="29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7917947" y="3186655"/>
              <a:ext cx="36224" cy="42335"/>
            </a:xfrm>
            <a:custGeom>
              <a:avLst/>
              <a:gdLst/>
              <a:ahLst/>
              <a:cxnLst/>
              <a:rect l="l" t="t" r="r" b="b"/>
              <a:pathLst>
                <a:path w="249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9" y="29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7978030" y="3186655"/>
              <a:ext cx="42189" cy="42335"/>
            </a:xfrm>
            <a:custGeom>
              <a:avLst/>
              <a:gdLst/>
              <a:ahLst/>
              <a:cxnLst/>
              <a:rect l="l" t="t" r="r" b="b"/>
              <a:pathLst>
                <a:path w="290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89" y="29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8044076" y="3186655"/>
              <a:ext cx="36224" cy="42335"/>
            </a:xfrm>
            <a:custGeom>
              <a:avLst/>
              <a:gdLst/>
              <a:ahLst/>
              <a:cxnLst/>
              <a:rect l="l" t="t" r="r" b="b"/>
              <a:pathLst>
                <a:path w="249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8104159" y="3186655"/>
              <a:ext cx="42189" cy="42335"/>
            </a:xfrm>
            <a:custGeom>
              <a:avLst/>
              <a:gdLst/>
              <a:ahLst/>
              <a:cxnLst/>
              <a:rect l="l" t="t" r="r" b="b"/>
              <a:pathLst>
                <a:path w="29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90" y="29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7917947" y="3252704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9" y="33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7978030" y="3252704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89" y="33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8044076" y="3252704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8104159" y="3252704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90" y="33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7570544" y="2906171"/>
              <a:ext cx="115365" cy="472664"/>
            </a:xfrm>
            <a:custGeom>
              <a:avLst/>
              <a:gdLst/>
              <a:ahLst/>
              <a:cxnLst/>
              <a:rect l="l" t="t" r="r" b="b"/>
              <a:pathLst>
                <a:path w="793" h="3249" extrusionOk="0">
                  <a:moveTo>
                    <a:pt x="0" y="1"/>
                  </a:moveTo>
                  <a:lnTo>
                    <a:pt x="0" y="3249"/>
                  </a:lnTo>
                  <a:lnTo>
                    <a:pt x="792" y="3249"/>
                  </a:lnTo>
                  <a:lnTo>
                    <a:pt x="7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7500859" y="2969746"/>
              <a:ext cx="254591" cy="409381"/>
            </a:xfrm>
            <a:custGeom>
              <a:avLst/>
              <a:gdLst/>
              <a:ahLst/>
              <a:cxnLst/>
              <a:rect l="l" t="t" r="r" b="b"/>
              <a:pathLst>
                <a:path w="1750" h="2814" extrusionOk="0">
                  <a:moveTo>
                    <a:pt x="0" y="1"/>
                  </a:moveTo>
                  <a:lnTo>
                    <a:pt x="0" y="2814"/>
                  </a:lnTo>
                  <a:lnTo>
                    <a:pt x="1750" y="2814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7235362" y="3068673"/>
              <a:ext cx="555297" cy="310164"/>
            </a:xfrm>
            <a:custGeom>
              <a:avLst/>
              <a:gdLst/>
              <a:ahLst/>
              <a:cxnLst/>
              <a:rect l="l" t="t" r="r" b="b"/>
              <a:pathLst>
                <a:path w="3817" h="2132" extrusionOk="0">
                  <a:moveTo>
                    <a:pt x="1" y="0"/>
                  </a:moveTo>
                  <a:lnTo>
                    <a:pt x="1" y="2132"/>
                  </a:lnTo>
                  <a:lnTo>
                    <a:pt x="3816" y="2132"/>
                  </a:lnTo>
                  <a:lnTo>
                    <a:pt x="3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7713549" y="3240774"/>
              <a:ext cx="36224" cy="42044"/>
            </a:xfrm>
            <a:custGeom>
              <a:avLst/>
              <a:gdLst/>
              <a:ahLst/>
              <a:cxnLst/>
              <a:rect l="l" t="t" r="r" b="b"/>
              <a:pathLst>
                <a:path w="249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9" y="28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7647647" y="3240774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89" y="28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7587419" y="3240774"/>
              <a:ext cx="36224" cy="42044"/>
            </a:xfrm>
            <a:custGeom>
              <a:avLst/>
              <a:gdLst/>
              <a:ahLst/>
              <a:cxnLst/>
              <a:rect l="l" t="t" r="r" b="b"/>
              <a:pathLst>
                <a:path w="249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7521372" y="3240774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7713549" y="3168617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9" y="33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647647" y="3168617"/>
              <a:ext cx="42044" cy="48153"/>
            </a:xfrm>
            <a:custGeom>
              <a:avLst/>
              <a:gdLst/>
              <a:ahLst/>
              <a:cxnLst/>
              <a:rect l="l" t="t" r="r" b="b"/>
              <a:pathLst>
                <a:path w="289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89" y="33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587419" y="3168617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521372" y="3168617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90" y="33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7713549" y="3102569"/>
              <a:ext cx="36224" cy="42335"/>
            </a:xfrm>
            <a:custGeom>
              <a:avLst/>
              <a:gdLst/>
              <a:ahLst/>
              <a:cxnLst/>
              <a:rect l="l" t="t" r="r" b="b"/>
              <a:pathLst>
                <a:path w="249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9" y="29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7647647" y="3102569"/>
              <a:ext cx="42044" cy="42335"/>
            </a:xfrm>
            <a:custGeom>
              <a:avLst/>
              <a:gdLst/>
              <a:ahLst/>
              <a:cxnLst/>
              <a:rect l="l" t="t" r="r" b="b"/>
              <a:pathLst>
                <a:path w="289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89" y="29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7587419" y="3102569"/>
              <a:ext cx="36224" cy="42335"/>
            </a:xfrm>
            <a:custGeom>
              <a:avLst/>
              <a:gdLst/>
              <a:ahLst/>
              <a:cxnLst/>
              <a:rect l="l" t="t" r="r" b="b"/>
              <a:pathLst>
                <a:path w="249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7521372" y="3102569"/>
              <a:ext cx="42189" cy="42335"/>
            </a:xfrm>
            <a:custGeom>
              <a:avLst/>
              <a:gdLst/>
              <a:ahLst/>
              <a:cxnLst/>
              <a:rect l="l" t="t" r="r" b="b"/>
              <a:pathLst>
                <a:path w="29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90" y="29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7461435" y="3240774"/>
              <a:ext cx="36079" cy="42044"/>
            </a:xfrm>
            <a:custGeom>
              <a:avLst/>
              <a:gdLst/>
              <a:ahLst/>
              <a:cxnLst/>
              <a:rect l="l" t="t" r="r" b="b"/>
              <a:pathLst>
                <a:path w="248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7395241" y="3240774"/>
              <a:ext cx="36224" cy="42044"/>
            </a:xfrm>
            <a:custGeom>
              <a:avLst/>
              <a:gdLst/>
              <a:ahLst/>
              <a:cxnLst/>
              <a:rect l="l" t="t" r="r" b="b"/>
              <a:pathLst>
                <a:path w="249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7335159" y="3240774"/>
              <a:ext cx="36371" cy="42044"/>
            </a:xfrm>
            <a:custGeom>
              <a:avLst/>
              <a:gdLst/>
              <a:ahLst/>
              <a:cxnLst/>
              <a:rect l="l" t="t" r="r" b="b"/>
              <a:pathLst>
                <a:path w="250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9" y="28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7269112" y="3240774"/>
              <a:ext cx="36224" cy="42044"/>
            </a:xfrm>
            <a:custGeom>
              <a:avLst/>
              <a:gdLst/>
              <a:ahLst/>
              <a:cxnLst/>
              <a:rect l="l" t="t" r="r" b="b"/>
              <a:pathLst>
                <a:path w="249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9" y="28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7461435" y="3168617"/>
              <a:ext cx="36079" cy="48153"/>
            </a:xfrm>
            <a:custGeom>
              <a:avLst/>
              <a:gdLst/>
              <a:ahLst/>
              <a:cxnLst/>
              <a:rect l="l" t="t" r="r" b="b"/>
              <a:pathLst>
                <a:path w="248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7395241" y="3168617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7335159" y="3168617"/>
              <a:ext cx="36371" cy="48153"/>
            </a:xfrm>
            <a:custGeom>
              <a:avLst/>
              <a:gdLst/>
              <a:ahLst/>
              <a:cxnLst/>
              <a:rect l="l" t="t" r="r" b="b"/>
              <a:pathLst>
                <a:path w="250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9" y="33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7269112" y="3168617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9" y="33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7461435" y="3102569"/>
              <a:ext cx="36079" cy="42335"/>
            </a:xfrm>
            <a:custGeom>
              <a:avLst/>
              <a:gdLst/>
              <a:ahLst/>
              <a:cxnLst/>
              <a:rect l="l" t="t" r="r" b="b"/>
              <a:pathLst>
                <a:path w="248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7395241" y="3102569"/>
              <a:ext cx="36224" cy="42335"/>
            </a:xfrm>
            <a:custGeom>
              <a:avLst/>
              <a:gdLst/>
              <a:ahLst/>
              <a:cxnLst/>
              <a:rect l="l" t="t" r="r" b="b"/>
              <a:pathLst>
                <a:path w="249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7335159" y="3102569"/>
              <a:ext cx="36371" cy="42335"/>
            </a:xfrm>
            <a:custGeom>
              <a:avLst/>
              <a:gdLst/>
              <a:ahLst/>
              <a:cxnLst/>
              <a:rect l="l" t="t" r="r" b="b"/>
              <a:pathLst>
                <a:path w="25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9" y="29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7269112" y="3102569"/>
              <a:ext cx="36224" cy="42335"/>
            </a:xfrm>
            <a:custGeom>
              <a:avLst/>
              <a:gdLst/>
              <a:ahLst/>
              <a:cxnLst/>
              <a:rect l="l" t="t" r="r" b="b"/>
              <a:pathLst>
                <a:path w="249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9" y="29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7645029" y="4493641"/>
              <a:ext cx="555297" cy="450407"/>
            </a:xfrm>
            <a:custGeom>
              <a:avLst/>
              <a:gdLst/>
              <a:ahLst/>
              <a:cxnLst/>
              <a:rect l="l" t="t" r="r" b="b"/>
              <a:pathLst>
                <a:path w="3817" h="3096" extrusionOk="0">
                  <a:moveTo>
                    <a:pt x="1" y="0"/>
                  </a:moveTo>
                  <a:lnTo>
                    <a:pt x="1" y="3095"/>
                  </a:lnTo>
                  <a:lnTo>
                    <a:pt x="3816" y="3095"/>
                  </a:lnTo>
                  <a:lnTo>
                    <a:pt x="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7881868" y="4748520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1" y="1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7815821" y="4748520"/>
              <a:ext cx="36079" cy="42189"/>
            </a:xfrm>
            <a:custGeom>
              <a:avLst/>
              <a:gdLst/>
              <a:ahLst/>
              <a:cxnLst/>
              <a:rect l="l" t="t" r="r" b="b"/>
              <a:pathLst>
                <a:path w="248" h="290" extrusionOk="0">
                  <a:moveTo>
                    <a:pt x="0" y="1"/>
                  </a:moveTo>
                  <a:lnTo>
                    <a:pt x="0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7755592" y="4748520"/>
              <a:ext cx="36371" cy="42189"/>
            </a:xfrm>
            <a:custGeom>
              <a:avLst/>
              <a:gdLst/>
              <a:ahLst/>
              <a:cxnLst/>
              <a:rect l="l" t="t" r="r" b="b"/>
              <a:pathLst>
                <a:path w="250" h="290" extrusionOk="0">
                  <a:moveTo>
                    <a:pt x="1" y="1"/>
                  </a:moveTo>
                  <a:lnTo>
                    <a:pt x="1" y="290"/>
                  </a:lnTo>
                  <a:lnTo>
                    <a:pt x="250" y="290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7689545" y="4748520"/>
              <a:ext cx="36371" cy="42189"/>
            </a:xfrm>
            <a:custGeom>
              <a:avLst/>
              <a:gdLst/>
              <a:ahLst/>
              <a:cxnLst/>
              <a:rect l="l" t="t" r="r" b="b"/>
              <a:pathLst>
                <a:path w="250" h="290" extrusionOk="0">
                  <a:moveTo>
                    <a:pt x="1" y="1"/>
                  </a:moveTo>
                  <a:lnTo>
                    <a:pt x="1" y="290"/>
                  </a:lnTo>
                  <a:lnTo>
                    <a:pt x="249" y="29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7881868" y="4676509"/>
              <a:ext cx="36224" cy="42335"/>
            </a:xfrm>
            <a:custGeom>
              <a:avLst/>
              <a:gdLst/>
              <a:ahLst/>
              <a:cxnLst/>
              <a:rect l="l" t="t" r="r" b="b"/>
              <a:pathLst>
                <a:path w="249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7815821" y="4676509"/>
              <a:ext cx="36079" cy="42335"/>
            </a:xfrm>
            <a:custGeom>
              <a:avLst/>
              <a:gdLst/>
              <a:ahLst/>
              <a:cxnLst/>
              <a:rect l="l" t="t" r="r" b="b"/>
              <a:pathLst>
                <a:path w="248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7755592" y="4676509"/>
              <a:ext cx="36371" cy="42335"/>
            </a:xfrm>
            <a:custGeom>
              <a:avLst/>
              <a:gdLst/>
              <a:ahLst/>
              <a:cxnLst/>
              <a:rect l="l" t="t" r="r" b="b"/>
              <a:pathLst>
                <a:path w="250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50" y="290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7689545" y="4676509"/>
              <a:ext cx="36371" cy="42335"/>
            </a:xfrm>
            <a:custGeom>
              <a:avLst/>
              <a:gdLst/>
              <a:ahLst/>
              <a:cxnLst/>
              <a:rect l="l" t="t" r="r" b="b"/>
              <a:pathLst>
                <a:path w="250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49" y="29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7881868" y="4604352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1" y="1"/>
                  </a:moveTo>
                  <a:lnTo>
                    <a:pt x="1" y="331"/>
                  </a:lnTo>
                  <a:lnTo>
                    <a:pt x="248" y="331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7815821" y="4604352"/>
              <a:ext cx="36079" cy="48153"/>
            </a:xfrm>
            <a:custGeom>
              <a:avLst/>
              <a:gdLst/>
              <a:ahLst/>
              <a:cxnLst/>
              <a:rect l="l" t="t" r="r" b="b"/>
              <a:pathLst>
                <a:path w="248" h="331" extrusionOk="0">
                  <a:moveTo>
                    <a:pt x="0" y="1"/>
                  </a:moveTo>
                  <a:lnTo>
                    <a:pt x="0" y="331"/>
                  </a:lnTo>
                  <a:lnTo>
                    <a:pt x="248" y="331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7755592" y="4604352"/>
              <a:ext cx="36371" cy="48153"/>
            </a:xfrm>
            <a:custGeom>
              <a:avLst/>
              <a:gdLst/>
              <a:ahLst/>
              <a:cxnLst/>
              <a:rect l="l" t="t" r="r" b="b"/>
              <a:pathLst>
                <a:path w="250" h="331" extrusionOk="0">
                  <a:moveTo>
                    <a:pt x="1" y="1"/>
                  </a:moveTo>
                  <a:lnTo>
                    <a:pt x="1" y="331"/>
                  </a:lnTo>
                  <a:lnTo>
                    <a:pt x="250" y="331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7689545" y="4604352"/>
              <a:ext cx="36371" cy="48153"/>
            </a:xfrm>
            <a:custGeom>
              <a:avLst/>
              <a:gdLst/>
              <a:ahLst/>
              <a:cxnLst/>
              <a:rect l="l" t="t" r="r" b="b"/>
              <a:pathLst>
                <a:path w="250" h="331" extrusionOk="0">
                  <a:moveTo>
                    <a:pt x="1" y="1"/>
                  </a:moveTo>
                  <a:lnTo>
                    <a:pt x="1" y="331"/>
                  </a:lnTo>
                  <a:lnTo>
                    <a:pt x="249" y="331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7881868" y="4538303"/>
              <a:ext cx="36224" cy="42189"/>
            </a:xfrm>
            <a:custGeom>
              <a:avLst/>
              <a:gdLst/>
              <a:ahLst/>
              <a:cxnLst/>
              <a:rect l="l" t="t" r="r" b="b"/>
              <a:pathLst>
                <a:path w="249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7815821" y="4538303"/>
              <a:ext cx="36079" cy="42189"/>
            </a:xfrm>
            <a:custGeom>
              <a:avLst/>
              <a:gdLst/>
              <a:ahLst/>
              <a:cxnLst/>
              <a:rect l="l" t="t" r="r" b="b"/>
              <a:pathLst>
                <a:path w="248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48" y="29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7755592" y="4538303"/>
              <a:ext cx="36371" cy="42189"/>
            </a:xfrm>
            <a:custGeom>
              <a:avLst/>
              <a:gdLst/>
              <a:ahLst/>
              <a:cxnLst/>
              <a:rect l="l" t="t" r="r" b="b"/>
              <a:pathLst>
                <a:path w="250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50" y="290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7689545" y="4538303"/>
              <a:ext cx="36371" cy="42189"/>
            </a:xfrm>
            <a:custGeom>
              <a:avLst/>
              <a:gdLst/>
              <a:ahLst/>
              <a:cxnLst/>
              <a:rect l="l" t="t" r="r" b="b"/>
              <a:pathLst>
                <a:path w="250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49" y="29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928779" y="4820823"/>
              <a:ext cx="342605" cy="1105503"/>
            </a:xfrm>
            <a:custGeom>
              <a:avLst/>
              <a:gdLst/>
              <a:ahLst/>
              <a:cxnLst/>
              <a:rect l="l" t="t" r="r" b="b"/>
              <a:pathLst>
                <a:path w="2355" h="7599" extrusionOk="0">
                  <a:moveTo>
                    <a:pt x="1" y="0"/>
                  </a:moveTo>
                  <a:lnTo>
                    <a:pt x="1" y="7598"/>
                  </a:lnTo>
                  <a:lnTo>
                    <a:pt x="2354" y="7598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4175219" y="5799754"/>
              <a:ext cx="42189" cy="48300"/>
            </a:xfrm>
            <a:custGeom>
              <a:avLst/>
              <a:gdLst/>
              <a:ahLst/>
              <a:cxnLst/>
              <a:rect l="l" t="t" r="r" b="b"/>
              <a:pathLst>
                <a:path w="290" h="332" extrusionOk="0">
                  <a:moveTo>
                    <a:pt x="0" y="1"/>
                  </a:moveTo>
                  <a:lnTo>
                    <a:pt x="0" y="331"/>
                  </a:lnTo>
                  <a:lnTo>
                    <a:pt x="290" y="331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4114991" y="5799754"/>
              <a:ext cx="36371" cy="48300"/>
            </a:xfrm>
            <a:custGeom>
              <a:avLst/>
              <a:gdLst/>
              <a:ahLst/>
              <a:cxnLst/>
              <a:rect l="l" t="t" r="r" b="b"/>
              <a:pathLst>
                <a:path w="250" h="332" extrusionOk="0">
                  <a:moveTo>
                    <a:pt x="1" y="1"/>
                  </a:moveTo>
                  <a:lnTo>
                    <a:pt x="1" y="331"/>
                  </a:lnTo>
                  <a:lnTo>
                    <a:pt x="249" y="331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4049090" y="5799754"/>
              <a:ext cx="42189" cy="48300"/>
            </a:xfrm>
            <a:custGeom>
              <a:avLst/>
              <a:gdLst/>
              <a:ahLst/>
              <a:cxnLst/>
              <a:rect l="l" t="t" r="r" b="b"/>
              <a:pathLst>
                <a:path w="290" h="332" extrusionOk="0">
                  <a:moveTo>
                    <a:pt x="1" y="1"/>
                  </a:moveTo>
                  <a:lnTo>
                    <a:pt x="1" y="331"/>
                  </a:lnTo>
                  <a:lnTo>
                    <a:pt x="289" y="331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989007" y="5799754"/>
              <a:ext cx="36079" cy="48300"/>
            </a:xfrm>
            <a:custGeom>
              <a:avLst/>
              <a:gdLst/>
              <a:ahLst/>
              <a:cxnLst/>
              <a:rect l="l" t="t" r="r" b="b"/>
              <a:pathLst>
                <a:path w="248" h="332" extrusionOk="0">
                  <a:moveTo>
                    <a:pt x="0" y="1"/>
                  </a:moveTo>
                  <a:lnTo>
                    <a:pt x="0" y="331"/>
                  </a:lnTo>
                  <a:lnTo>
                    <a:pt x="248" y="331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4175219" y="5733851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4114991" y="5733851"/>
              <a:ext cx="36371" cy="42044"/>
            </a:xfrm>
            <a:custGeom>
              <a:avLst/>
              <a:gdLst/>
              <a:ahLst/>
              <a:cxnLst/>
              <a:rect l="l" t="t" r="r" b="b"/>
              <a:pathLst>
                <a:path w="250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49" y="28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4049090" y="5733851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89" y="28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989007" y="5733851"/>
              <a:ext cx="36079" cy="42044"/>
            </a:xfrm>
            <a:custGeom>
              <a:avLst/>
              <a:gdLst/>
              <a:ahLst/>
              <a:cxnLst/>
              <a:rect l="l" t="t" r="r" b="b"/>
              <a:pathLst>
                <a:path w="248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4175219" y="5661839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4114991" y="5661839"/>
              <a:ext cx="36371" cy="42044"/>
            </a:xfrm>
            <a:custGeom>
              <a:avLst/>
              <a:gdLst/>
              <a:ahLst/>
              <a:cxnLst/>
              <a:rect l="l" t="t" r="r" b="b"/>
              <a:pathLst>
                <a:path w="250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49" y="28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4049090" y="5661839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89" y="28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989007" y="5661839"/>
              <a:ext cx="36079" cy="42044"/>
            </a:xfrm>
            <a:custGeom>
              <a:avLst/>
              <a:gdLst/>
              <a:ahLst/>
              <a:cxnLst/>
              <a:rect l="l" t="t" r="r" b="b"/>
              <a:pathLst>
                <a:path w="248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4175219" y="5589536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90" y="33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4114991" y="5589536"/>
              <a:ext cx="36371" cy="48153"/>
            </a:xfrm>
            <a:custGeom>
              <a:avLst/>
              <a:gdLst/>
              <a:ahLst/>
              <a:cxnLst/>
              <a:rect l="l" t="t" r="r" b="b"/>
              <a:pathLst>
                <a:path w="250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49" y="33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4049090" y="5589536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89" y="33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989007" y="5589536"/>
              <a:ext cx="36079" cy="48153"/>
            </a:xfrm>
            <a:custGeom>
              <a:avLst/>
              <a:gdLst/>
              <a:ahLst/>
              <a:cxnLst/>
              <a:rect l="l" t="t" r="r" b="b"/>
              <a:pathLst>
                <a:path w="248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4175219" y="5523489"/>
              <a:ext cx="42189" cy="42335"/>
            </a:xfrm>
            <a:custGeom>
              <a:avLst/>
              <a:gdLst/>
              <a:ahLst/>
              <a:cxnLst/>
              <a:rect l="l" t="t" r="r" b="b"/>
              <a:pathLst>
                <a:path w="29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90" y="29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4114991" y="5523489"/>
              <a:ext cx="36371" cy="42335"/>
            </a:xfrm>
            <a:custGeom>
              <a:avLst/>
              <a:gdLst/>
              <a:ahLst/>
              <a:cxnLst/>
              <a:rect l="l" t="t" r="r" b="b"/>
              <a:pathLst>
                <a:path w="250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49" y="29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4049090" y="5523489"/>
              <a:ext cx="42189" cy="42335"/>
            </a:xfrm>
            <a:custGeom>
              <a:avLst/>
              <a:gdLst/>
              <a:ahLst/>
              <a:cxnLst/>
              <a:rect l="l" t="t" r="r" b="b"/>
              <a:pathLst>
                <a:path w="290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89" y="29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989007" y="5523489"/>
              <a:ext cx="36079" cy="42335"/>
            </a:xfrm>
            <a:custGeom>
              <a:avLst/>
              <a:gdLst/>
              <a:ahLst/>
              <a:cxnLst/>
              <a:rect l="l" t="t" r="r" b="b"/>
              <a:pathLst>
                <a:path w="248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4175219" y="5451477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0" y="0"/>
                  </a:moveTo>
                  <a:lnTo>
                    <a:pt x="0" y="331"/>
                  </a:lnTo>
                  <a:lnTo>
                    <a:pt x="290" y="331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4114991" y="5451477"/>
              <a:ext cx="36371" cy="48153"/>
            </a:xfrm>
            <a:custGeom>
              <a:avLst/>
              <a:gdLst/>
              <a:ahLst/>
              <a:cxnLst/>
              <a:rect l="l" t="t" r="r" b="b"/>
              <a:pathLst>
                <a:path w="250" h="331" extrusionOk="0">
                  <a:moveTo>
                    <a:pt x="1" y="0"/>
                  </a:moveTo>
                  <a:lnTo>
                    <a:pt x="1" y="331"/>
                  </a:lnTo>
                  <a:lnTo>
                    <a:pt x="249" y="331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4049090" y="5451477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1" y="0"/>
                  </a:moveTo>
                  <a:lnTo>
                    <a:pt x="1" y="331"/>
                  </a:lnTo>
                  <a:lnTo>
                    <a:pt x="289" y="331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989007" y="5451477"/>
              <a:ext cx="36079" cy="48153"/>
            </a:xfrm>
            <a:custGeom>
              <a:avLst/>
              <a:gdLst/>
              <a:ahLst/>
              <a:cxnLst/>
              <a:rect l="l" t="t" r="r" b="b"/>
              <a:pathLst>
                <a:path w="248" h="331" extrusionOk="0">
                  <a:moveTo>
                    <a:pt x="0" y="0"/>
                  </a:moveTo>
                  <a:lnTo>
                    <a:pt x="0" y="331"/>
                  </a:lnTo>
                  <a:lnTo>
                    <a:pt x="248" y="33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4175219" y="5385574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4114991" y="5385574"/>
              <a:ext cx="36371" cy="42044"/>
            </a:xfrm>
            <a:custGeom>
              <a:avLst/>
              <a:gdLst/>
              <a:ahLst/>
              <a:cxnLst/>
              <a:rect l="l" t="t" r="r" b="b"/>
              <a:pathLst>
                <a:path w="250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49" y="28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4049090" y="5385574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89" y="28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989007" y="5385574"/>
              <a:ext cx="36079" cy="42044"/>
            </a:xfrm>
            <a:custGeom>
              <a:avLst/>
              <a:gdLst/>
              <a:ahLst/>
              <a:cxnLst/>
              <a:rect l="l" t="t" r="r" b="b"/>
              <a:pathLst>
                <a:path w="248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4175219" y="5313271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0" y="1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4114991" y="5313271"/>
              <a:ext cx="36371" cy="42189"/>
            </a:xfrm>
            <a:custGeom>
              <a:avLst/>
              <a:gdLst/>
              <a:ahLst/>
              <a:cxnLst/>
              <a:rect l="l" t="t" r="r" b="b"/>
              <a:pathLst>
                <a:path w="250" h="290" extrusionOk="0">
                  <a:moveTo>
                    <a:pt x="1" y="1"/>
                  </a:moveTo>
                  <a:lnTo>
                    <a:pt x="1" y="289"/>
                  </a:lnTo>
                  <a:lnTo>
                    <a:pt x="249" y="289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4049090" y="5313271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" y="1"/>
                  </a:moveTo>
                  <a:lnTo>
                    <a:pt x="1" y="289"/>
                  </a:lnTo>
                  <a:lnTo>
                    <a:pt x="289" y="289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989007" y="5313271"/>
              <a:ext cx="36079" cy="42189"/>
            </a:xfrm>
            <a:custGeom>
              <a:avLst/>
              <a:gdLst/>
              <a:ahLst/>
              <a:cxnLst/>
              <a:rect l="l" t="t" r="r" b="b"/>
              <a:pathLst>
                <a:path w="248" h="290" extrusionOk="0">
                  <a:moveTo>
                    <a:pt x="0" y="1"/>
                  </a:moveTo>
                  <a:lnTo>
                    <a:pt x="0" y="289"/>
                  </a:lnTo>
                  <a:lnTo>
                    <a:pt x="248" y="289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4175219" y="5241260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90" y="33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4114991" y="5241260"/>
              <a:ext cx="36371" cy="48153"/>
            </a:xfrm>
            <a:custGeom>
              <a:avLst/>
              <a:gdLst/>
              <a:ahLst/>
              <a:cxnLst/>
              <a:rect l="l" t="t" r="r" b="b"/>
              <a:pathLst>
                <a:path w="250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49" y="33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4049090" y="5241260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89" y="33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989007" y="5241260"/>
              <a:ext cx="36079" cy="48153"/>
            </a:xfrm>
            <a:custGeom>
              <a:avLst/>
              <a:gdLst/>
              <a:ahLst/>
              <a:cxnLst/>
              <a:rect l="l" t="t" r="r" b="b"/>
              <a:pathLst>
                <a:path w="248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4175219" y="5175211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90" y="29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4114991" y="5175211"/>
              <a:ext cx="36371" cy="42189"/>
            </a:xfrm>
            <a:custGeom>
              <a:avLst/>
              <a:gdLst/>
              <a:ahLst/>
              <a:cxnLst/>
              <a:rect l="l" t="t" r="r" b="b"/>
              <a:pathLst>
                <a:path w="250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49" y="29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4049090" y="5175211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" y="0"/>
                  </a:moveTo>
                  <a:lnTo>
                    <a:pt x="1" y="290"/>
                  </a:lnTo>
                  <a:lnTo>
                    <a:pt x="289" y="29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989007" y="5175211"/>
              <a:ext cx="36079" cy="42189"/>
            </a:xfrm>
            <a:custGeom>
              <a:avLst/>
              <a:gdLst/>
              <a:ahLst/>
              <a:cxnLst/>
              <a:rect l="l" t="t" r="r" b="b"/>
              <a:pathLst>
                <a:path w="248" h="290" extrusionOk="0">
                  <a:moveTo>
                    <a:pt x="0" y="0"/>
                  </a:moveTo>
                  <a:lnTo>
                    <a:pt x="0" y="290"/>
                  </a:lnTo>
                  <a:lnTo>
                    <a:pt x="248" y="29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4175219" y="5103054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0" y="0"/>
                  </a:moveTo>
                  <a:lnTo>
                    <a:pt x="0" y="331"/>
                  </a:lnTo>
                  <a:lnTo>
                    <a:pt x="290" y="331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4114991" y="5103054"/>
              <a:ext cx="36371" cy="48153"/>
            </a:xfrm>
            <a:custGeom>
              <a:avLst/>
              <a:gdLst/>
              <a:ahLst/>
              <a:cxnLst/>
              <a:rect l="l" t="t" r="r" b="b"/>
              <a:pathLst>
                <a:path w="250" h="331" extrusionOk="0">
                  <a:moveTo>
                    <a:pt x="1" y="0"/>
                  </a:moveTo>
                  <a:lnTo>
                    <a:pt x="1" y="331"/>
                  </a:lnTo>
                  <a:lnTo>
                    <a:pt x="249" y="331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4049090" y="5103054"/>
              <a:ext cx="42189" cy="48153"/>
            </a:xfrm>
            <a:custGeom>
              <a:avLst/>
              <a:gdLst/>
              <a:ahLst/>
              <a:cxnLst/>
              <a:rect l="l" t="t" r="r" b="b"/>
              <a:pathLst>
                <a:path w="290" h="331" extrusionOk="0">
                  <a:moveTo>
                    <a:pt x="1" y="0"/>
                  </a:moveTo>
                  <a:lnTo>
                    <a:pt x="1" y="331"/>
                  </a:lnTo>
                  <a:lnTo>
                    <a:pt x="289" y="331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989007" y="5103054"/>
              <a:ext cx="36079" cy="48153"/>
            </a:xfrm>
            <a:custGeom>
              <a:avLst/>
              <a:gdLst/>
              <a:ahLst/>
              <a:cxnLst/>
              <a:rect l="l" t="t" r="r" b="b"/>
              <a:pathLst>
                <a:path w="248" h="331" extrusionOk="0">
                  <a:moveTo>
                    <a:pt x="0" y="0"/>
                  </a:moveTo>
                  <a:lnTo>
                    <a:pt x="0" y="331"/>
                  </a:lnTo>
                  <a:lnTo>
                    <a:pt x="248" y="33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4175219" y="5036861"/>
              <a:ext cx="42189" cy="42335"/>
            </a:xfrm>
            <a:custGeom>
              <a:avLst/>
              <a:gdLst/>
              <a:ahLst/>
              <a:cxnLst/>
              <a:rect l="l" t="t" r="r" b="b"/>
              <a:pathLst>
                <a:path w="29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90" y="29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4114991" y="5036861"/>
              <a:ext cx="36371" cy="42335"/>
            </a:xfrm>
            <a:custGeom>
              <a:avLst/>
              <a:gdLst/>
              <a:ahLst/>
              <a:cxnLst/>
              <a:rect l="l" t="t" r="r" b="b"/>
              <a:pathLst>
                <a:path w="250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49" y="290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4049090" y="5036861"/>
              <a:ext cx="42189" cy="42335"/>
            </a:xfrm>
            <a:custGeom>
              <a:avLst/>
              <a:gdLst/>
              <a:ahLst/>
              <a:cxnLst/>
              <a:rect l="l" t="t" r="r" b="b"/>
              <a:pathLst>
                <a:path w="290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89" y="29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989007" y="5036861"/>
              <a:ext cx="36079" cy="42335"/>
            </a:xfrm>
            <a:custGeom>
              <a:avLst/>
              <a:gdLst/>
              <a:ahLst/>
              <a:cxnLst/>
              <a:rect l="l" t="t" r="r" b="b"/>
              <a:pathLst>
                <a:path w="248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4175219" y="4964994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0" y="1"/>
                  </a:moveTo>
                  <a:lnTo>
                    <a:pt x="0" y="289"/>
                  </a:lnTo>
                  <a:lnTo>
                    <a:pt x="290" y="289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4114991" y="4964994"/>
              <a:ext cx="36371" cy="42189"/>
            </a:xfrm>
            <a:custGeom>
              <a:avLst/>
              <a:gdLst/>
              <a:ahLst/>
              <a:cxnLst/>
              <a:rect l="l" t="t" r="r" b="b"/>
              <a:pathLst>
                <a:path w="250" h="290" extrusionOk="0">
                  <a:moveTo>
                    <a:pt x="1" y="1"/>
                  </a:moveTo>
                  <a:lnTo>
                    <a:pt x="1" y="289"/>
                  </a:lnTo>
                  <a:lnTo>
                    <a:pt x="249" y="289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4049090" y="4964994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" y="1"/>
                  </a:moveTo>
                  <a:lnTo>
                    <a:pt x="1" y="289"/>
                  </a:lnTo>
                  <a:lnTo>
                    <a:pt x="289" y="289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989007" y="4964994"/>
              <a:ext cx="36079" cy="42189"/>
            </a:xfrm>
            <a:custGeom>
              <a:avLst/>
              <a:gdLst/>
              <a:ahLst/>
              <a:cxnLst/>
              <a:rect l="l" t="t" r="r" b="b"/>
              <a:pathLst>
                <a:path w="248" h="290" extrusionOk="0">
                  <a:moveTo>
                    <a:pt x="0" y="1"/>
                  </a:moveTo>
                  <a:lnTo>
                    <a:pt x="0" y="289"/>
                  </a:lnTo>
                  <a:lnTo>
                    <a:pt x="248" y="289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4175219" y="4892835"/>
              <a:ext cx="42189" cy="48008"/>
            </a:xfrm>
            <a:custGeom>
              <a:avLst/>
              <a:gdLst/>
              <a:ahLst/>
              <a:cxnLst/>
              <a:rect l="l" t="t" r="r" b="b"/>
              <a:pathLst>
                <a:path w="290" h="330" extrusionOk="0">
                  <a:moveTo>
                    <a:pt x="0" y="0"/>
                  </a:moveTo>
                  <a:lnTo>
                    <a:pt x="0" y="330"/>
                  </a:lnTo>
                  <a:lnTo>
                    <a:pt x="290" y="33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4114991" y="4892835"/>
              <a:ext cx="36371" cy="48008"/>
            </a:xfrm>
            <a:custGeom>
              <a:avLst/>
              <a:gdLst/>
              <a:ahLst/>
              <a:cxnLst/>
              <a:rect l="l" t="t" r="r" b="b"/>
              <a:pathLst>
                <a:path w="250" h="330" extrusionOk="0">
                  <a:moveTo>
                    <a:pt x="1" y="0"/>
                  </a:moveTo>
                  <a:lnTo>
                    <a:pt x="1" y="330"/>
                  </a:lnTo>
                  <a:lnTo>
                    <a:pt x="249" y="33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4049090" y="4892835"/>
              <a:ext cx="42189" cy="48008"/>
            </a:xfrm>
            <a:custGeom>
              <a:avLst/>
              <a:gdLst/>
              <a:ahLst/>
              <a:cxnLst/>
              <a:rect l="l" t="t" r="r" b="b"/>
              <a:pathLst>
                <a:path w="290" h="330" extrusionOk="0">
                  <a:moveTo>
                    <a:pt x="1" y="0"/>
                  </a:moveTo>
                  <a:lnTo>
                    <a:pt x="1" y="330"/>
                  </a:lnTo>
                  <a:lnTo>
                    <a:pt x="289" y="330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989007" y="4892835"/>
              <a:ext cx="36079" cy="48008"/>
            </a:xfrm>
            <a:custGeom>
              <a:avLst/>
              <a:gdLst/>
              <a:ahLst/>
              <a:cxnLst/>
              <a:rect l="l" t="t" r="r" b="b"/>
              <a:pathLst>
                <a:path w="248" h="330" extrusionOk="0">
                  <a:moveTo>
                    <a:pt x="0" y="0"/>
                  </a:moveTo>
                  <a:lnTo>
                    <a:pt x="0" y="330"/>
                  </a:lnTo>
                  <a:lnTo>
                    <a:pt x="248" y="330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4301350" y="5347313"/>
              <a:ext cx="342605" cy="578865"/>
            </a:xfrm>
            <a:custGeom>
              <a:avLst/>
              <a:gdLst/>
              <a:ahLst/>
              <a:cxnLst/>
              <a:rect l="l" t="t" r="r" b="b"/>
              <a:pathLst>
                <a:path w="2355" h="3979" extrusionOk="0">
                  <a:moveTo>
                    <a:pt x="1" y="0"/>
                  </a:moveTo>
                  <a:lnTo>
                    <a:pt x="1" y="3978"/>
                  </a:lnTo>
                  <a:lnTo>
                    <a:pt x="2354" y="3978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4547645" y="5799754"/>
              <a:ext cx="42044" cy="48300"/>
            </a:xfrm>
            <a:custGeom>
              <a:avLst/>
              <a:gdLst/>
              <a:ahLst/>
              <a:cxnLst/>
              <a:rect l="l" t="t" r="r" b="b"/>
              <a:pathLst>
                <a:path w="289" h="332" extrusionOk="0">
                  <a:moveTo>
                    <a:pt x="0" y="1"/>
                  </a:moveTo>
                  <a:lnTo>
                    <a:pt x="0" y="331"/>
                  </a:lnTo>
                  <a:lnTo>
                    <a:pt x="289" y="331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4487561" y="5799754"/>
              <a:ext cx="36224" cy="48300"/>
            </a:xfrm>
            <a:custGeom>
              <a:avLst/>
              <a:gdLst/>
              <a:ahLst/>
              <a:cxnLst/>
              <a:rect l="l" t="t" r="r" b="b"/>
              <a:pathLst>
                <a:path w="249" h="332" extrusionOk="0">
                  <a:moveTo>
                    <a:pt x="1" y="1"/>
                  </a:moveTo>
                  <a:lnTo>
                    <a:pt x="1" y="331"/>
                  </a:lnTo>
                  <a:lnTo>
                    <a:pt x="248" y="331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4421370" y="5799754"/>
              <a:ext cx="42335" cy="48300"/>
            </a:xfrm>
            <a:custGeom>
              <a:avLst/>
              <a:gdLst/>
              <a:ahLst/>
              <a:cxnLst/>
              <a:rect l="l" t="t" r="r" b="b"/>
              <a:pathLst>
                <a:path w="291" h="332" extrusionOk="0">
                  <a:moveTo>
                    <a:pt x="1" y="1"/>
                  </a:moveTo>
                  <a:lnTo>
                    <a:pt x="1" y="331"/>
                  </a:lnTo>
                  <a:lnTo>
                    <a:pt x="290" y="331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4361578" y="5799754"/>
              <a:ext cx="36079" cy="48300"/>
            </a:xfrm>
            <a:custGeom>
              <a:avLst/>
              <a:gdLst/>
              <a:ahLst/>
              <a:cxnLst/>
              <a:rect l="l" t="t" r="r" b="b"/>
              <a:pathLst>
                <a:path w="248" h="332" extrusionOk="0">
                  <a:moveTo>
                    <a:pt x="0" y="1"/>
                  </a:moveTo>
                  <a:lnTo>
                    <a:pt x="0" y="331"/>
                  </a:lnTo>
                  <a:lnTo>
                    <a:pt x="248" y="331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4547645" y="5733851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89" y="28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4487561" y="5733851"/>
              <a:ext cx="36224" cy="42044"/>
            </a:xfrm>
            <a:custGeom>
              <a:avLst/>
              <a:gdLst/>
              <a:ahLst/>
              <a:cxnLst/>
              <a:rect l="l" t="t" r="r" b="b"/>
              <a:pathLst>
                <a:path w="249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4421370" y="5733851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90" y="28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4361578" y="5733851"/>
              <a:ext cx="36079" cy="42044"/>
            </a:xfrm>
            <a:custGeom>
              <a:avLst/>
              <a:gdLst/>
              <a:ahLst/>
              <a:cxnLst/>
              <a:rect l="l" t="t" r="r" b="b"/>
              <a:pathLst>
                <a:path w="248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4547645" y="5661839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89" y="28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4487561" y="5661839"/>
              <a:ext cx="36224" cy="42044"/>
            </a:xfrm>
            <a:custGeom>
              <a:avLst/>
              <a:gdLst/>
              <a:ahLst/>
              <a:cxnLst/>
              <a:rect l="l" t="t" r="r" b="b"/>
              <a:pathLst>
                <a:path w="249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4421370" y="5661839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1" y="0"/>
                  </a:moveTo>
                  <a:lnTo>
                    <a:pt x="1" y="289"/>
                  </a:lnTo>
                  <a:lnTo>
                    <a:pt x="290" y="28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4361578" y="5661839"/>
              <a:ext cx="36079" cy="42044"/>
            </a:xfrm>
            <a:custGeom>
              <a:avLst/>
              <a:gdLst/>
              <a:ahLst/>
              <a:cxnLst/>
              <a:rect l="l" t="t" r="r" b="b"/>
              <a:pathLst>
                <a:path w="248" h="289" extrusionOk="0">
                  <a:moveTo>
                    <a:pt x="0" y="0"/>
                  </a:moveTo>
                  <a:lnTo>
                    <a:pt x="0" y="289"/>
                  </a:lnTo>
                  <a:lnTo>
                    <a:pt x="248" y="289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4547645" y="5589536"/>
              <a:ext cx="42044" cy="48153"/>
            </a:xfrm>
            <a:custGeom>
              <a:avLst/>
              <a:gdLst/>
              <a:ahLst/>
              <a:cxnLst/>
              <a:rect l="l" t="t" r="r" b="b"/>
              <a:pathLst>
                <a:path w="289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89" y="33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4487561" y="5589536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4421370" y="5589536"/>
              <a:ext cx="42335" cy="48153"/>
            </a:xfrm>
            <a:custGeom>
              <a:avLst/>
              <a:gdLst/>
              <a:ahLst/>
              <a:cxnLst/>
              <a:rect l="l" t="t" r="r" b="b"/>
              <a:pathLst>
                <a:path w="291" h="331" extrusionOk="0">
                  <a:moveTo>
                    <a:pt x="1" y="1"/>
                  </a:moveTo>
                  <a:lnTo>
                    <a:pt x="1" y="330"/>
                  </a:lnTo>
                  <a:lnTo>
                    <a:pt x="290" y="33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4361578" y="5589536"/>
              <a:ext cx="36079" cy="48153"/>
            </a:xfrm>
            <a:custGeom>
              <a:avLst/>
              <a:gdLst/>
              <a:ahLst/>
              <a:cxnLst/>
              <a:rect l="l" t="t" r="r" b="b"/>
              <a:pathLst>
                <a:path w="248" h="331" extrusionOk="0">
                  <a:moveTo>
                    <a:pt x="0" y="1"/>
                  </a:moveTo>
                  <a:lnTo>
                    <a:pt x="0" y="330"/>
                  </a:lnTo>
                  <a:lnTo>
                    <a:pt x="248" y="33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4547645" y="5523489"/>
              <a:ext cx="42044" cy="42335"/>
            </a:xfrm>
            <a:custGeom>
              <a:avLst/>
              <a:gdLst/>
              <a:ahLst/>
              <a:cxnLst/>
              <a:rect l="l" t="t" r="r" b="b"/>
              <a:pathLst>
                <a:path w="289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89" y="29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4487561" y="5523489"/>
              <a:ext cx="36224" cy="42335"/>
            </a:xfrm>
            <a:custGeom>
              <a:avLst/>
              <a:gdLst/>
              <a:ahLst/>
              <a:cxnLst/>
              <a:rect l="l" t="t" r="r" b="b"/>
              <a:pathLst>
                <a:path w="249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4421370" y="5523489"/>
              <a:ext cx="42335" cy="42335"/>
            </a:xfrm>
            <a:custGeom>
              <a:avLst/>
              <a:gdLst/>
              <a:ahLst/>
              <a:cxnLst/>
              <a:rect l="l" t="t" r="r" b="b"/>
              <a:pathLst>
                <a:path w="291" h="291" extrusionOk="0">
                  <a:moveTo>
                    <a:pt x="1" y="1"/>
                  </a:moveTo>
                  <a:lnTo>
                    <a:pt x="1" y="290"/>
                  </a:lnTo>
                  <a:lnTo>
                    <a:pt x="290" y="290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4361578" y="5523489"/>
              <a:ext cx="36079" cy="42335"/>
            </a:xfrm>
            <a:custGeom>
              <a:avLst/>
              <a:gdLst/>
              <a:ahLst/>
              <a:cxnLst/>
              <a:rect l="l" t="t" r="r" b="b"/>
              <a:pathLst>
                <a:path w="248" h="291" extrusionOk="0">
                  <a:moveTo>
                    <a:pt x="0" y="1"/>
                  </a:moveTo>
                  <a:lnTo>
                    <a:pt x="0" y="290"/>
                  </a:lnTo>
                  <a:lnTo>
                    <a:pt x="248" y="290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4547645" y="5451477"/>
              <a:ext cx="42044" cy="48153"/>
            </a:xfrm>
            <a:custGeom>
              <a:avLst/>
              <a:gdLst/>
              <a:ahLst/>
              <a:cxnLst/>
              <a:rect l="l" t="t" r="r" b="b"/>
              <a:pathLst>
                <a:path w="289" h="331" extrusionOk="0">
                  <a:moveTo>
                    <a:pt x="0" y="0"/>
                  </a:moveTo>
                  <a:lnTo>
                    <a:pt x="0" y="331"/>
                  </a:lnTo>
                  <a:lnTo>
                    <a:pt x="289" y="331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4487561" y="5451477"/>
              <a:ext cx="36224" cy="48153"/>
            </a:xfrm>
            <a:custGeom>
              <a:avLst/>
              <a:gdLst/>
              <a:ahLst/>
              <a:cxnLst/>
              <a:rect l="l" t="t" r="r" b="b"/>
              <a:pathLst>
                <a:path w="249" h="331" extrusionOk="0">
                  <a:moveTo>
                    <a:pt x="1" y="0"/>
                  </a:moveTo>
                  <a:lnTo>
                    <a:pt x="1" y="331"/>
                  </a:lnTo>
                  <a:lnTo>
                    <a:pt x="248" y="33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4421370" y="5451477"/>
              <a:ext cx="42335" cy="48153"/>
            </a:xfrm>
            <a:custGeom>
              <a:avLst/>
              <a:gdLst/>
              <a:ahLst/>
              <a:cxnLst/>
              <a:rect l="l" t="t" r="r" b="b"/>
              <a:pathLst>
                <a:path w="291" h="331" extrusionOk="0">
                  <a:moveTo>
                    <a:pt x="1" y="0"/>
                  </a:moveTo>
                  <a:lnTo>
                    <a:pt x="1" y="331"/>
                  </a:lnTo>
                  <a:lnTo>
                    <a:pt x="290" y="331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4361578" y="5451477"/>
              <a:ext cx="36079" cy="48153"/>
            </a:xfrm>
            <a:custGeom>
              <a:avLst/>
              <a:gdLst/>
              <a:ahLst/>
              <a:cxnLst/>
              <a:rect l="l" t="t" r="r" b="b"/>
              <a:pathLst>
                <a:path w="248" h="331" extrusionOk="0">
                  <a:moveTo>
                    <a:pt x="0" y="0"/>
                  </a:moveTo>
                  <a:lnTo>
                    <a:pt x="0" y="331"/>
                  </a:lnTo>
                  <a:lnTo>
                    <a:pt x="248" y="33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4583723" y="4484475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3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9" y="286"/>
                    <a:pt x="289" y="285"/>
                  </a:cubicBezTo>
                  <a:lnTo>
                    <a:pt x="289" y="5"/>
                  </a:lnTo>
                  <a:cubicBezTo>
                    <a:pt x="289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4685995" y="4484475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4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4" y="288"/>
                  </a:cubicBezTo>
                  <a:lnTo>
                    <a:pt x="284" y="288"/>
                  </a:lnTo>
                  <a:cubicBezTo>
                    <a:pt x="287" y="288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4788121" y="4484475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5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7" y="288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4896211" y="4484475"/>
              <a:ext cx="41899" cy="42044"/>
            </a:xfrm>
            <a:custGeom>
              <a:avLst/>
              <a:gdLst/>
              <a:ahLst/>
              <a:cxnLst/>
              <a:rect l="l" t="t" r="r" b="b"/>
              <a:pathLst>
                <a:path w="288" h="289" extrusionOk="0">
                  <a:moveTo>
                    <a:pt x="5" y="1"/>
                  </a:moveTo>
                  <a:cubicBezTo>
                    <a:pt x="2" y="1"/>
                    <a:pt x="0" y="2"/>
                    <a:pt x="0" y="5"/>
                  </a:cubicBezTo>
                  <a:lnTo>
                    <a:pt x="0" y="285"/>
                  </a:lnTo>
                  <a:cubicBezTo>
                    <a:pt x="0" y="287"/>
                    <a:pt x="2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4998338" y="4484475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4" y="1"/>
                  </a:moveTo>
                  <a:cubicBezTo>
                    <a:pt x="2" y="1"/>
                    <a:pt x="0" y="2"/>
                    <a:pt x="0" y="5"/>
                  </a:cubicBezTo>
                  <a:lnTo>
                    <a:pt x="0" y="285"/>
                  </a:lnTo>
                  <a:cubicBezTo>
                    <a:pt x="0" y="287"/>
                    <a:pt x="2" y="288"/>
                    <a:pt x="4" y="288"/>
                  </a:cubicBezTo>
                  <a:lnTo>
                    <a:pt x="285" y="288"/>
                  </a:lnTo>
                  <a:cubicBezTo>
                    <a:pt x="287" y="288"/>
                    <a:pt x="289" y="286"/>
                    <a:pt x="289" y="285"/>
                  </a:cubicBezTo>
                  <a:lnTo>
                    <a:pt x="289" y="5"/>
                  </a:lnTo>
                  <a:cubicBezTo>
                    <a:pt x="289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5100608" y="4484475"/>
              <a:ext cx="41899" cy="42044"/>
            </a:xfrm>
            <a:custGeom>
              <a:avLst/>
              <a:gdLst/>
              <a:ahLst/>
              <a:cxnLst/>
              <a:rect l="l" t="t" r="r" b="b"/>
              <a:pathLst>
                <a:path w="288" h="289" extrusionOk="0">
                  <a:moveTo>
                    <a:pt x="3" y="1"/>
                  </a:moveTo>
                  <a:cubicBezTo>
                    <a:pt x="1" y="1"/>
                    <a:pt x="0" y="2"/>
                    <a:pt x="0" y="5"/>
                  </a:cubicBezTo>
                  <a:lnTo>
                    <a:pt x="0" y="285"/>
                  </a:lnTo>
                  <a:cubicBezTo>
                    <a:pt x="0" y="287"/>
                    <a:pt x="1" y="288"/>
                    <a:pt x="3" y="288"/>
                  </a:cubicBezTo>
                  <a:lnTo>
                    <a:pt x="284" y="288"/>
                  </a:lnTo>
                  <a:cubicBezTo>
                    <a:pt x="285" y="288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4583723" y="4580493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3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9" y="287"/>
                    <a:pt x="289" y="285"/>
                  </a:cubicBezTo>
                  <a:lnTo>
                    <a:pt x="289" y="5"/>
                  </a:lnTo>
                  <a:cubicBezTo>
                    <a:pt x="289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4685995" y="4580493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4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4" y="288"/>
                  </a:cubicBezTo>
                  <a:lnTo>
                    <a:pt x="284" y="288"/>
                  </a:lnTo>
                  <a:cubicBezTo>
                    <a:pt x="287" y="288"/>
                    <a:pt x="288" y="287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4788121" y="4580493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5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7" y="288"/>
                    <a:pt x="288" y="287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4896211" y="4580493"/>
              <a:ext cx="41899" cy="42044"/>
            </a:xfrm>
            <a:custGeom>
              <a:avLst/>
              <a:gdLst/>
              <a:ahLst/>
              <a:cxnLst/>
              <a:rect l="l" t="t" r="r" b="b"/>
              <a:pathLst>
                <a:path w="288" h="289" extrusionOk="0">
                  <a:moveTo>
                    <a:pt x="5" y="1"/>
                  </a:moveTo>
                  <a:cubicBezTo>
                    <a:pt x="2" y="1"/>
                    <a:pt x="0" y="2"/>
                    <a:pt x="0" y="5"/>
                  </a:cubicBezTo>
                  <a:lnTo>
                    <a:pt x="0" y="285"/>
                  </a:lnTo>
                  <a:cubicBezTo>
                    <a:pt x="0" y="287"/>
                    <a:pt x="2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8" y="287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4998338" y="4580493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4" y="1"/>
                  </a:moveTo>
                  <a:cubicBezTo>
                    <a:pt x="2" y="1"/>
                    <a:pt x="0" y="2"/>
                    <a:pt x="0" y="5"/>
                  </a:cubicBezTo>
                  <a:lnTo>
                    <a:pt x="0" y="285"/>
                  </a:lnTo>
                  <a:cubicBezTo>
                    <a:pt x="0" y="287"/>
                    <a:pt x="2" y="288"/>
                    <a:pt x="4" y="288"/>
                  </a:cubicBezTo>
                  <a:lnTo>
                    <a:pt x="285" y="288"/>
                  </a:lnTo>
                  <a:cubicBezTo>
                    <a:pt x="287" y="288"/>
                    <a:pt x="289" y="287"/>
                    <a:pt x="289" y="285"/>
                  </a:cubicBezTo>
                  <a:lnTo>
                    <a:pt x="289" y="5"/>
                  </a:lnTo>
                  <a:cubicBezTo>
                    <a:pt x="289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5100608" y="4580493"/>
              <a:ext cx="41899" cy="42044"/>
            </a:xfrm>
            <a:custGeom>
              <a:avLst/>
              <a:gdLst/>
              <a:ahLst/>
              <a:cxnLst/>
              <a:rect l="l" t="t" r="r" b="b"/>
              <a:pathLst>
                <a:path w="288" h="289" extrusionOk="0">
                  <a:moveTo>
                    <a:pt x="3" y="1"/>
                  </a:moveTo>
                  <a:cubicBezTo>
                    <a:pt x="1" y="1"/>
                    <a:pt x="0" y="2"/>
                    <a:pt x="0" y="5"/>
                  </a:cubicBezTo>
                  <a:lnTo>
                    <a:pt x="0" y="285"/>
                  </a:lnTo>
                  <a:cubicBezTo>
                    <a:pt x="0" y="287"/>
                    <a:pt x="1" y="288"/>
                    <a:pt x="3" y="288"/>
                  </a:cubicBezTo>
                  <a:lnTo>
                    <a:pt x="284" y="288"/>
                  </a:lnTo>
                  <a:cubicBezTo>
                    <a:pt x="285" y="288"/>
                    <a:pt x="288" y="287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4583723" y="4676654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5" y="1"/>
                  </a:moveTo>
                  <a:cubicBezTo>
                    <a:pt x="3" y="1"/>
                    <a:pt x="1" y="3"/>
                    <a:pt x="1" y="5"/>
                  </a:cubicBezTo>
                  <a:lnTo>
                    <a:pt x="1" y="285"/>
                  </a:lnTo>
                  <a:cubicBezTo>
                    <a:pt x="1" y="287"/>
                    <a:pt x="3" y="289"/>
                    <a:pt x="5" y="289"/>
                  </a:cubicBezTo>
                  <a:lnTo>
                    <a:pt x="285" y="289"/>
                  </a:lnTo>
                  <a:cubicBezTo>
                    <a:pt x="287" y="289"/>
                    <a:pt x="289" y="286"/>
                    <a:pt x="289" y="285"/>
                  </a:cubicBezTo>
                  <a:lnTo>
                    <a:pt x="289" y="5"/>
                  </a:lnTo>
                  <a:cubicBezTo>
                    <a:pt x="289" y="3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4685995" y="4676654"/>
              <a:ext cx="42044" cy="42189"/>
            </a:xfrm>
            <a:custGeom>
              <a:avLst/>
              <a:gdLst/>
              <a:ahLst/>
              <a:cxnLst/>
              <a:rect l="l" t="t" r="r" b="b"/>
              <a:pathLst>
                <a:path w="289" h="290" extrusionOk="0">
                  <a:moveTo>
                    <a:pt x="4" y="1"/>
                  </a:moveTo>
                  <a:cubicBezTo>
                    <a:pt x="2" y="1"/>
                    <a:pt x="1" y="3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9"/>
                    <a:pt x="4" y="289"/>
                  </a:cubicBezTo>
                  <a:lnTo>
                    <a:pt x="284" y="289"/>
                  </a:lnTo>
                  <a:cubicBezTo>
                    <a:pt x="287" y="289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4788121" y="4676654"/>
              <a:ext cx="42044" cy="42189"/>
            </a:xfrm>
            <a:custGeom>
              <a:avLst/>
              <a:gdLst/>
              <a:ahLst/>
              <a:cxnLst/>
              <a:rect l="l" t="t" r="r" b="b"/>
              <a:pathLst>
                <a:path w="289" h="290" extrusionOk="0">
                  <a:moveTo>
                    <a:pt x="5" y="1"/>
                  </a:moveTo>
                  <a:cubicBezTo>
                    <a:pt x="2" y="1"/>
                    <a:pt x="1" y="3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9"/>
                    <a:pt x="5" y="289"/>
                  </a:cubicBezTo>
                  <a:lnTo>
                    <a:pt x="284" y="289"/>
                  </a:lnTo>
                  <a:cubicBezTo>
                    <a:pt x="287" y="289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4896211" y="4676654"/>
              <a:ext cx="41899" cy="42189"/>
            </a:xfrm>
            <a:custGeom>
              <a:avLst/>
              <a:gdLst/>
              <a:ahLst/>
              <a:cxnLst/>
              <a:rect l="l" t="t" r="r" b="b"/>
              <a:pathLst>
                <a:path w="288" h="290" extrusionOk="0">
                  <a:moveTo>
                    <a:pt x="5" y="1"/>
                  </a:moveTo>
                  <a:cubicBezTo>
                    <a:pt x="2" y="1"/>
                    <a:pt x="0" y="3"/>
                    <a:pt x="0" y="5"/>
                  </a:cubicBezTo>
                  <a:lnTo>
                    <a:pt x="0" y="285"/>
                  </a:lnTo>
                  <a:cubicBezTo>
                    <a:pt x="0" y="287"/>
                    <a:pt x="2" y="289"/>
                    <a:pt x="5" y="289"/>
                  </a:cubicBezTo>
                  <a:lnTo>
                    <a:pt x="285" y="289"/>
                  </a:lnTo>
                  <a:cubicBezTo>
                    <a:pt x="287" y="289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4998338" y="4676654"/>
              <a:ext cx="42044" cy="42189"/>
            </a:xfrm>
            <a:custGeom>
              <a:avLst/>
              <a:gdLst/>
              <a:ahLst/>
              <a:cxnLst/>
              <a:rect l="l" t="t" r="r" b="b"/>
              <a:pathLst>
                <a:path w="289" h="290" extrusionOk="0">
                  <a:moveTo>
                    <a:pt x="4" y="1"/>
                  </a:moveTo>
                  <a:cubicBezTo>
                    <a:pt x="2" y="1"/>
                    <a:pt x="0" y="3"/>
                    <a:pt x="0" y="5"/>
                  </a:cubicBezTo>
                  <a:lnTo>
                    <a:pt x="0" y="285"/>
                  </a:lnTo>
                  <a:cubicBezTo>
                    <a:pt x="0" y="287"/>
                    <a:pt x="2" y="289"/>
                    <a:pt x="4" y="289"/>
                  </a:cubicBezTo>
                  <a:lnTo>
                    <a:pt x="285" y="289"/>
                  </a:lnTo>
                  <a:cubicBezTo>
                    <a:pt x="287" y="289"/>
                    <a:pt x="289" y="286"/>
                    <a:pt x="289" y="285"/>
                  </a:cubicBezTo>
                  <a:lnTo>
                    <a:pt x="289" y="5"/>
                  </a:lnTo>
                  <a:cubicBezTo>
                    <a:pt x="289" y="3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5100608" y="4676654"/>
              <a:ext cx="41899" cy="42189"/>
            </a:xfrm>
            <a:custGeom>
              <a:avLst/>
              <a:gdLst/>
              <a:ahLst/>
              <a:cxnLst/>
              <a:rect l="l" t="t" r="r" b="b"/>
              <a:pathLst>
                <a:path w="288" h="290" extrusionOk="0">
                  <a:moveTo>
                    <a:pt x="3" y="1"/>
                  </a:moveTo>
                  <a:cubicBezTo>
                    <a:pt x="1" y="1"/>
                    <a:pt x="0" y="3"/>
                    <a:pt x="0" y="5"/>
                  </a:cubicBezTo>
                  <a:lnTo>
                    <a:pt x="0" y="285"/>
                  </a:lnTo>
                  <a:cubicBezTo>
                    <a:pt x="0" y="287"/>
                    <a:pt x="1" y="289"/>
                    <a:pt x="3" y="289"/>
                  </a:cubicBezTo>
                  <a:lnTo>
                    <a:pt x="284" y="289"/>
                  </a:lnTo>
                  <a:cubicBezTo>
                    <a:pt x="285" y="289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7461580" y="1846938"/>
              <a:ext cx="41899" cy="42189"/>
            </a:xfrm>
            <a:custGeom>
              <a:avLst/>
              <a:gdLst/>
              <a:ahLst/>
              <a:cxnLst/>
              <a:rect l="l" t="t" r="r" b="b"/>
              <a:pathLst>
                <a:path w="288" h="290" extrusionOk="0">
                  <a:moveTo>
                    <a:pt x="4" y="1"/>
                  </a:moveTo>
                  <a:cubicBezTo>
                    <a:pt x="1" y="1"/>
                    <a:pt x="0" y="3"/>
                    <a:pt x="0" y="5"/>
                  </a:cubicBezTo>
                  <a:lnTo>
                    <a:pt x="0" y="285"/>
                  </a:lnTo>
                  <a:cubicBezTo>
                    <a:pt x="0" y="287"/>
                    <a:pt x="1" y="290"/>
                    <a:pt x="4" y="290"/>
                  </a:cubicBezTo>
                  <a:lnTo>
                    <a:pt x="284" y="290"/>
                  </a:lnTo>
                  <a:cubicBezTo>
                    <a:pt x="286" y="290"/>
                    <a:pt x="288" y="287"/>
                    <a:pt x="288" y="285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7563415" y="1846938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5" y="1"/>
                  </a:moveTo>
                  <a:cubicBezTo>
                    <a:pt x="2" y="1"/>
                    <a:pt x="1" y="3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90"/>
                    <a:pt x="5" y="290"/>
                  </a:cubicBezTo>
                  <a:lnTo>
                    <a:pt x="284" y="290"/>
                  </a:lnTo>
                  <a:cubicBezTo>
                    <a:pt x="287" y="290"/>
                    <a:pt x="290" y="287"/>
                    <a:pt x="289" y="285"/>
                  </a:cubicBezTo>
                  <a:lnTo>
                    <a:pt x="289" y="5"/>
                  </a:lnTo>
                  <a:cubicBezTo>
                    <a:pt x="289" y="3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7665542" y="1846938"/>
              <a:ext cx="42335" cy="42189"/>
            </a:xfrm>
            <a:custGeom>
              <a:avLst/>
              <a:gdLst/>
              <a:ahLst/>
              <a:cxnLst/>
              <a:rect l="l" t="t" r="r" b="b"/>
              <a:pathLst>
                <a:path w="291" h="290" extrusionOk="0">
                  <a:moveTo>
                    <a:pt x="5" y="1"/>
                  </a:moveTo>
                  <a:cubicBezTo>
                    <a:pt x="2" y="1"/>
                    <a:pt x="1" y="3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90"/>
                    <a:pt x="5" y="290"/>
                  </a:cubicBezTo>
                  <a:lnTo>
                    <a:pt x="285" y="290"/>
                  </a:lnTo>
                  <a:cubicBezTo>
                    <a:pt x="287" y="290"/>
                    <a:pt x="290" y="287"/>
                    <a:pt x="288" y="285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7773633" y="1846938"/>
              <a:ext cx="42335" cy="42189"/>
            </a:xfrm>
            <a:custGeom>
              <a:avLst/>
              <a:gdLst/>
              <a:ahLst/>
              <a:cxnLst/>
              <a:rect l="l" t="t" r="r" b="b"/>
              <a:pathLst>
                <a:path w="291" h="290" extrusionOk="0">
                  <a:moveTo>
                    <a:pt x="5" y="1"/>
                  </a:moveTo>
                  <a:cubicBezTo>
                    <a:pt x="3" y="1"/>
                    <a:pt x="1" y="3"/>
                    <a:pt x="1" y="5"/>
                  </a:cubicBezTo>
                  <a:lnTo>
                    <a:pt x="1" y="285"/>
                  </a:lnTo>
                  <a:cubicBezTo>
                    <a:pt x="1" y="287"/>
                    <a:pt x="3" y="290"/>
                    <a:pt x="5" y="290"/>
                  </a:cubicBezTo>
                  <a:lnTo>
                    <a:pt x="285" y="290"/>
                  </a:lnTo>
                  <a:cubicBezTo>
                    <a:pt x="287" y="290"/>
                    <a:pt x="290" y="287"/>
                    <a:pt x="289" y="285"/>
                  </a:cubicBezTo>
                  <a:lnTo>
                    <a:pt x="289" y="5"/>
                  </a:lnTo>
                  <a:cubicBezTo>
                    <a:pt x="289" y="3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7875903" y="1846938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4" y="1"/>
                  </a:moveTo>
                  <a:cubicBezTo>
                    <a:pt x="2" y="1"/>
                    <a:pt x="1" y="3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90"/>
                    <a:pt x="4" y="290"/>
                  </a:cubicBezTo>
                  <a:lnTo>
                    <a:pt x="284" y="290"/>
                  </a:lnTo>
                  <a:cubicBezTo>
                    <a:pt x="287" y="290"/>
                    <a:pt x="289" y="287"/>
                    <a:pt x="288" y="285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7978030" y="1846938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5" y="1"/>
                  </a:moveTo>
                  <a:cubicBezTo>
                    <a:pt x="2" y="1"/>
                    <a:pt x="1" y="3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90"/>
                    <a:pt x="5" y="290"/>
                  </a:cubicBezTo>
                  <a:lnTo>
                    <a:pt x="284" y="290"/>
                  </a:lnTo>
                  <a:cubicBezTo>
                    <a:pt x="287" y="290"/>
                    <a:pt x="289" y="287"/>
                    <a:pt x="288" y="285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7461580" y="1943245"/>
              <a:ext cx="41899" cy="42044"/>
            </a:xfrm>
            <a:custGeom>
              <a:avLst/>
              <a:gdLst/>
              <a:ahLst/>
              <a:cxnLst/>
              <a:rect l="l" t="t" r="r" b="b"/>
              <a:pathLst>
                <a:path w="288" h="289" extrusionOk="0">
                  <a:moveTo>
                    <a:pt x="4" y="1"/>
                  </a:moveTo>
                  <a:cubicBezTo>
                    <a:pt x="1" y="1"/>
                    <a:pt x="0" y="2"/>
                    <a:pt x="0" y="4"/>
                  </a:cubicBezTo>
                  <a:lnTo>
                    <a:pt x="0" y="284"/>
                  </a:lnTo>
                  <a:cubicBezTo>
                    <a:pt x="0" y="287"/>
                    <a:pt x="1" y="288"/>
                    <a:pt x="4" y="288"/>
                  </a:cubicBezTo>
                  <a:lnTo>
                    <a:pt x="284" y="288"/>
                  </a:lnTo>
                  <a:cubicBezTo>
                    <a:pt x="286" y="288"/>
                    <a:pt x="288" y="287"/>
                    <a:pt x="288" y="284"/>
                  </a:cubicBezTo>
                  <a:lnTo>
                    <a:pt x="288" y="4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7563415" y="1943245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2" y="1"/>
                    <a:pt x="1" y="2"/>
                    <a:pt x="1" y="4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7" y="288"/>
                    <a:pt x="290" y="287"/>
                    <a:pt x="289" y="284"/>
                  </a:cubicBezTo>
                  <a:lnTo>
                    <a:pt x="289" y="4"/>
                  </a:lnTo>
                  <a:cubicBezTo>
                    <a:pt x="289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7665542" y="1943245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5" y="1"/>
                  </a:moveTo>
                  <a:cubicBezTo>
                    <a:pt x="2" y="1"/>
                    <a:pt x="1" y="2"/>
                    <a:pt x="1" y="4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90" y="287"/>
                    <a:pt x="288" y="284"/>
                  </a:cubicBezTo>
                  <a:lnTo>
                    <a:pt x="288" y="4"/>
                  </a:lnTo>
                  <a:cubicBezTo>
                    <a:pt x="288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7773633" y="1943245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5" y="1"/>
                  </a:moveTo>
                  <a:cubicBezTo>
                    <a:pt x="3" y="1"/>
                    <a:pt x="1" y="2"/>
                    <a:pt x="1" y="4"/>
                  </a:cubicBezTo>
                  <a:lnTo>
                    <a:pt x="1" y="284"/>
                  </a:lnTo>
                  <a:cubicBezTo>
                    <a:pt x="1" y="287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90" y="287"/>
                    <a:pt x="289" y="284"/>
                  </a:cubicBezTo>
                  <a:lnTo>
                    <a:pt x="289" y="4"/>
                  </a:lnTo>
                  <a:cubicBezTo>
                    <a:pt x="289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7875903" y="1943245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4" y="1"/>
                  </a:moveTo>
                  <a:cubicBezTo>
                    <a:pt x="2" y="1"/>
                    <a:pt x="1" y="2"/>
                    <a:pt x="1" y="4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4" y="288"/>
                  </a:cubicBezTo>
                  <a:lnTo>
                    <a:pt x="284" y="288"/>
                  </a:lnTo>
                  <a:cubicBezTo>
                    <a:pt x="287" y="288"/>
                    <a:pt x="289" y="287"/>
                    <a:pt x="288" y="284"/>
                  </a:cubicBezTo>
                  <a:lnTo>
                    <a:pt x="288" y="4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7978030" y="1943245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2" y="1"/>
                    <a:pt x="1" y="2"/>
                    <a:pt x="1" y="4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7" y="288"/>
                    <a:pt x="289" y="287"/>
                    <a:pt x="288" y="284"/>
                  </a:cubicBezTo>
                  <a:lnTo>
                    <a:pt x="288" y="4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7461580" y="2039406"/>
              <a:ext cx="41899" cy="42044"/>
            </a:xfrm>
            <a:custGeom>
              <a:avLst/>
              <a:gdLst/>
              <a:ahLst/>
              <a:cxnLst/>
              <a:rect l="l" t="t" r="r" b="b"/>
              <a:pathLst>
                <a:path w="288" h="289" extrusionOk="0">
                  <a:moveTo>
                    <a:pt x="4" y="1"/>
                  </a:moveTo>
                  <a:cubicBezTo>
                    <a:pt x="1" y="1"/>
                    <a:pt x="0" y="2"/>
                    <a:pt x="0" y="5"/>
                  </a:cubicBezTo>
                  <a:lnTo>
                    <a:pt x="0" y="284"/>
                  </a:lnTo>
                  <a:cubicBezTo>
                    <a:pt x="0" y="287"/>
                    <a:pt x="1" y="288"/>
                    <a:pt x="4" y="288"/>
                  </a:cubicBezTo>
                  <a:lnTo>
                    <a:pt x="284" y="288"/>
                  </a:lnTo>
                  <a:cubicBezTo>
                    <a:pt x="286" y="288"/>
                    <a:pt x="288" y="286"/>
                    <a:pt x="288" y="284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7563415" y="2039406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7" y="288"/>
                    <a:pt x="290" y="286"/>
                    <a:pt x="289" y="284"/>
                  </a:cubicBezTo>
                  <a:lnTo>
                    <a:pt x="289" y="5"/>
                  </a:lnTo>
                  <a:cubicBezTo>
                    <a:pt x="289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7665542" y="2039406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5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90" y="286"/>
                    <a:pt x="288" y="284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7773633" y="2039406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5" y="1"/>
                  </a:moveTo>
                  <a:cubicBezTo>
                    <a:pt x="3" y="1"/>
                    <a:pt x="1" y="2"/>
                    <a:pt x="1" y="5"/>
                  </a:cubicBezTo>
                  <a:lnTo>
                    <a:pt x="1" y="284"/>
                  </a:lnTo>
                  <a:cubicBezTo>
                    <a:pt x="1" y="287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90" y="286"/>
                    <a:pt x="289" y="284"/>
                  </a:cubicBezTo>
                  <a:lnTo>
                    <a:pt x="289" y="5"/>
                  </a:lnTo>
                  <a:cubicBezTo>
                    <a:pt x="289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7875903" y="2039406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4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4" y="288"/>
                  </a:cubicBezTo>
                  <a:lnTo>
                    <a:pt x="284" y="288"/>
                  </a:lnTo>
                  <a:cubicBezTo>
                    <a:pt x="287" y="288"/>
                    <a:pt x="289" y="286"/>
                    <a:pt x="288" y="284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7978030" y="2039406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7" y="288"/>
                    <a:pt x="289" y="286"/>
                    <a:pt x="288" y="284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7647647" y="4039891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4" y="1"/>
                  </a:moveTo>
                  <a:cubicBezTo>
                    <a:pt x="1" y="1"/>
                    <a:pt x="0" y="2"/>
                    <a:pt x="0" y="4"/>
                  </a:cubicBezTo>
                  <a:lnTo>
                    <a:pt x="0" y="284"/>
                  </a:lnTo>
                  <a:cubicBezTo>
                    <a:pt x="0" y="287"/>
                    <a:pt x="1" y="288"/>
                    <a:pt x="4" y="288"/>
                  </a:cubicBezTo>
                  <a:lnTo>
                    <a:pt x="284" y="288"/>
                  </a:lnTo>
                  <a:cubicBezTo>
                    <a:pt x="287" y="288"/>
                    <a:pt x="289" y="287"/>
                    <a:pt x="288" y="285"/>
                  </a:cubicBezTo>
                  <a:lnTo>
                    <a:pt x="288" y="4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7749774" y="4039891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4" y="1"/>
                  </a:moveTo>
                  <a:cubicBezTo>
                    <a:pt x="3" y="1"/>
                    <a:pt x="0" y="2"/>
                    <a:pt x="0" y="4"/>
                  </a:cubicBezTo>
                  <a:lnTo>
                    <a:pt x="0" y="284"/>
                  </a:lnTo>
                  <a:cubicBezTo>
                    <a:pt x="0" y="285"/>
                    <a:pt x="1" y="288"/>
                    <a:pt x="4" y="288"/>
                  </a:cubicBezTo>
                  <a:lnTo>
                    <a:pt x="284" y="288"/>
                  </a:lnTo>
                  <a:cubicBezTo>
                    <a:pt x="286" y="288"/>
                    <a:pt x="290" y="287"/>
                    <a:pt x="288" y="285"/>
                  </a:cubicBezTo>
                  <a:lnTo>
                    <a:pt x="288" y="4"/>
                  </a:lnTo>
                  <a:cubicBezTo>
                    <a:pt x="288" y="2"/>
                    <a:pt x="286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7851754" y="4039891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4" y="1"/>
                    <a:pt x="1" y="2"/>
                    <a:pt x="1" y="4"/>
                  </a:cubicBezTo>
                  <a:lnTo>
                    <a:pt x="1" y="284"/>
                  </a:lnTo>
                  <a:cubicBezTo>
                    <a:pt x="1" y="285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9" y="287"/>
                    <a:pt x="289" y="285"/>
                  </a:cubicBezTo>
                  <a:lnTo>
                    <a:pt x="289" y="4"/>
                  </a:lnTo>
                  <a:cubicBezTo>
                    <a:pt x="289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7959990" y="4039601"/>
              <a:ext cx="42189" cy="42335"/>
            </a:xfrm>
            <a:custGeom>
              <a:avLst/>
              <a:gdLst/>
              <a:ahLst/>
              <a:cxnLst/>
              <a:rect l="l" t="t" r="r" b="b"/>
              <a:pathLst>
                <a:path w="290" h="291" extrusionOk="0">
                  <a:moveTo>
                    <a:pt x="6" y="1"/>
                  </a:moveTo>
                  <a:cubicBezTo>
                    <a:pt x="3" y="1"/>
                    <a:pt x="1" y="4"/>
                    <a:pt x="1" y="6"/>
                  </a:cubicBezTo>
                  <a:lnTo>
                    <a:pt x="1" y="286"/>
                  </a:lnTo>
                  <a:cubicBezTo>
                    <a:pt x="1" y="287"/>
                    <a:pt x="2" y="290"/>
                    <a:pt x="4" y="290"/>
                  </a:cubicBezTo>
                  <a:lnTo>
                    <a:pt x="284" y="290"/>
                  </a:lnTo>
                  <a:cubicBezTo>
                    <a:pt x="287" y="290"/>
                    <a:pt x="289" y="289"/>
                    <a:pt x="289" y="286"/>
                  </a:cubicBezTo>
                  <a:lnTo>
                    <a:pt x="289" y="5"/>
                  </a:lnTo>
                  <a:cubicBezTo>
                    <a:pt x="289" y="3"/>
                    <a:pt x="288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8061971" y="4039891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4" y="1"/>
                  </a:moveTo>
                  <a:cubicBezTo>
                    <a:pt x="2" y="1"/>
                    <a:pt x="1" y="2"/>
                    <a:pt x="1" y="4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4" y="288"/>
                  </a:cubicBezTo>
                  <a:lnTo>
                    <a:pt x="285" y="288"/>
                  </a:lnTo>
                  <a:cubicBezTo>
                    <a:pt x="288" y="288"/>
                    <a:pt x="290" y="287"/>
                    <a:pt x="289" y="285"/>
                  </a:cubicBezTo>
                  <a:lnTo>
                    <a:pt x="289" y="4"/>
                  </a:lnTo>
                  <a:cubicBezTo>
                    <a:pt x="289" y="2"/>
                    <a:pt x="288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8164242" y="4039601"/>
              <a:ext cx="42335" cy="42335"/>
            </a:xfrm>
            <a:custGeom>
              <a:avLst/>
              <a:gdLst/>
              <a:ahLst/>
              <a:cxnLst/>
              <a:rect l="l" t="t" r="r" b="b"/>
              <a:pathLst>
                <a:path w="291" h="291" extrusionOk="0">
                  <a:moveTo>
                    <a:pt x="6" y="1"/>
                  </a:moveTo>
                  <a:cubicBezTo>
                    <a:pt x="4" y="1"/>
                    <a:pt x="1" y="4"/>
                    <a:pt x="1" y="6"/>
                  </a:cubicBezTo>
                  <a:lnTo>
                    <a:pt x="1" y="286"/>
                  </a:lnTo>
                  <a:cubicBezTo>
                    <a:pt x="1" y="289"/>
                    <a:pt x="2" y="290"/>
                    <a:pt x="5" y="290"/>
                  </a:cubicBezTo>
                  <a:lnTo>
                    <a:pt x="285" y="290"/>
                  </a:lnTo>
                  <a:cubicBezTo>
                    <a:pt x="287" y="290"/>
                    <a:pt x="288" y="289"/>
                    <a:pt x="290" y="286"/>
                  </a:cubicBezTo>
                  <a:lnTo>
                    <a:pt x="290" y="5"/>
                  </a:lnTo>
                  <a:cubicBezTo>
                    <a:pt x="290" y="3"/>
                    <a:pt x="288" y="1"/>
                    <a:pt x="2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7647647" y="4136053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4" y="1"/>
                  </a:moveTo>
                  <a:cubicBezTo>
                    <a:pt x="2" y="1"/>
                    <a:pt x="0" y="2"/>
                    <a:pt x="0" y="5"/>
                  </a:cubicBezTo>
                  <a:lnTo>
                    <a:pt x="0" y="284"/>
                  </a:lnTo>
                  <a:cubicBezTo>
                    <a:pt x="0" y="287"/>
                    <a:pt x="1" y="288"/>
                    <a:pt x="4" y="288"/>
                  </a:cubicBezTo>
                  <a:lnTo>
                    <a:pt x="286" y="288"/>
                  </a:lnTo>
                  <a:cubicBezTo>
                    <a:pt x="287" y="288"/>
                    <a:pt x="289" y="287"/>
                    <a:pt x="288" y="286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7749483" y="4136053"/>
              <a:ext cx="42480" cy="42044"/>
            </a:xfrm>
            <a:custGeom>
              <a:avLst/>
              <a:gdLst/>
              <a:ahLst/>
              <a:cxnLst/>
              <a:rect l="l" t="t" r="r" b="b"/>
              <a:pathLst>
                <a:path w="292" h="289" extrusionOk="0">
                  <a:moveTo>
                    <a:pt x="5" y="1"/>
                  </a:moveTo>
                  <a:cubicBezTo>
                    <a:pt x="3" y="1"/>
                    <a:pt x="1" y="2"/>
                    <a:pt x="1" y="5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6" y="288"/>
                  </a:lnTo>
                  <a:cubicBezTo>
                    <a:pt x="288" y="288"/>
                    <a:pt x="292" y="287"/>
                    <a:pt x="288" y="286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7851754" y="4136053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4" y="1"/>
                    <a:pt x="1" y="2"/>
                    <a:pt x="1" y="5"/>
                  </a:cubicBezTo>
                  <a:lnTo>
                    <a:pt x="1" y="284"/>
                  </a:lnTo>
                  <a:cubicBezTo>
                    <a:pt x="1" y="286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9" y="287"/>
                    <a:pt x="289" y="284"/>
                  </a:cubicBezTo>
                  <a:lnTo>
                    <a:pt x="289" y="5"/>
                  </a:lnTo>
                  <a:cubicBezTo>
                    <a:pt x="289" y="3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7960135" y="4135907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6" y="1"/>
                  </a:moveTo>
                  <a:cubicBezTo>
                    <a:pt x="3" y="1"/>
                    <a:pt x="1" y="3"/>
                    <a:pt x="1" y="6"/>
                  </a:cubicBezTo>
                  <a:lnTo>
                    <a:pt x="1" y="285"/>
                  </a:lnTo>
                  <a:cubicBezTo>
                    <a:pt x="1" y="287"/>
                    <a:pt x="2" y="289"/>
                    <a:pt x="5" y="289"/>
                  </a:cubicBezTo>
                  <a:lnTo>
                    <a:pt x="284" y="289"/>
                  </a:lnTo>
                  <a:cubicBezTo>
                    <a:pt x="286" y="289"/>
                    <a:pt x="288" y="288"/>
                    <a:pt x="289" y="285"/>
                  </a:cubicBezTo>
                  <a:lnTo>
                    <a:pt x="289" y="4"/>
                  </a:lnTo>
                  <a:cubicBezTo>
                    <a:pt x="289" y="2"/>
                    <a:pt x="288" y="1"/>
                    <a:pt x="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8061971" y="4136053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4" y="1"/>
                  </a:moveTo>
                  <a:cubicBezTo>
                    <a:pt x="3" y="1"/>
                    <a:pt x="1" y="2"/>
                    <a:pt x="1" y="5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4" y="288"/>
                  </a:cubicBezTo>
                  <a:lnTo>
                    <a:pt x="285" y="288"/>
                  </a:lnTo>
                  <a:cubicBezTo>
                    <a:pt x="288" y="288"/>
                    <a:pt x="290" y="287"/>
                    <a:pt x="288" y="284"/>
                  </a:cubicBezTo>
                  <a:lnTo>
                    <a:pt x="288" y="5"/>
                  </a:lnTo>
                  <a:cubicBezTo>
                    <a:pt x="288" y="3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8164096" y="4135907"/>
              <a:ext cx="42189" cy="4218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6" y="1"/>
                  </a:moveTo>
                  <a:cubicBezTo>
                    <a:pt x="3" y="1"/>
                    <a:pt x="1" y="3"/>
                    <a:pt x="1" y="6"/>
                  </a:cubicBezTo>
                  <a:lnTo>
                    <a:pt x="1" y="285"/>
                  </a:lnTo>
                  <a:cubicBezTo>
                    <a:pt x="1" y="288"/>
                    <a:pt x="2" y="289"/>
                    <a:pt x="5" y="289"/>
                  </a:cubicBezTo>
                  <a:lnTo>
                    <a:pt x="286" y="289"/>
                  </a:lnTo>
                  <a:cubicBezTo>
                    <a:pt x="288" y="289"/>
                    <a:pt x="289" y="288"/>
                    <a:pt x="289" y="284"/>
                  </a:cubicBezTo>
                  <a:lnTo>
                    <a:pt x="289" y="4"/>
                  </a:lnTo>
                  <a:cubicBezTo>
                    <a:pt x="289" y="3"/>
                    <a:pt x="288" y="1"/>
                    <a:pt x="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7647647" y="4232215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4" y="1"/>
                  </a:moveTo>
                  <a:cubicBezTo>
                    <a:pt x="1" y="1"/>
                    <a:pt x="0" y="2"/>
                    <a:pt x="0" y="5"/>
                  </a:cubicBezTo>
                  <a:lnTo>
                    <a:pt x="0" y="285"/>
                  </a:lnTo>
                  <a:cubicBezTo>
                    <a:pt x="0" y="287"/>
                    <a:pt x="1" y="288"/>
                    <a:pt x="4" y="288"/>
                  </a:cubicBezTo>
                  <a:lnTo>
                    <a:pt x="284" y="288"/>
                  </a:lnTo>
                  <a:cubicBezTo>
                    <a:pt x="287" y="288"/>
                    <a:pt x="289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7749774" y="4232215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4" y="1"/>
                  </a:moveTo>
                  <a:cubicBezTo>
                    <a:pt x="1" y="1"/>
                    <a:pt x="0" y="2"/>
                    <a:pt x="0" y="5"/>
                  </a:cubicBezTo>
                  <a:lnTo>
                    <a:pt x="0" y="285"/>
                  </a:lnTo>
                  <a:cubicBezTo>
                    <a:pt x="0" y="287"/>
                    <a:pt x="1" y="288"/>
                    <a:pt x="4" y="288"/>
                  </a:cubicBezTo>
                  <a:lnTo>
                    <a:pt x="284" y="288"/>
                  </a:lnTo>
                  <a:cubicBezTo>
                    <a:pt x="286" y="288"/>
                    <a:pt x="290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6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7851754" y="4232215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3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9" y="286"/>
                    <a:pt x="289" y="285"/>
                  </a:cubicBezTo>
                  <a:lnTo>
                    <a:pt x="289" y="5"/>
                  </a:lnTo>
                  <a:cubicBezTo>
                    <a:pt x="289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7959990" y="4232215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4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4" y="288"/>
                  </a:cubicBezTo>
                  <a:lnTo>
                    <a:pt x="284" y="288"/>
                  </a:lnTo>
                  <a:cubicBezTo>
                    <a:pt x="287" y="288"/>
                    <a:pt x="289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8062116" y="4232215"/>
              <a:ext cx="42189" cy="42044"/>
            </a:xfrm>
            <a:custGeom>
              <a:avLst/>
              <a:gdLst/>
              <a:ahLst/>
              <a:cxnLst/>
              <a:rect l="l" t="t" r="r" b="b"/>
              <a:pathLst>
                <a:path w="290" h="289" extrusionOk="0">
                  <a:moveTo>
                    <a:pt x="5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7" y="288"/>
                    <a:pt x="289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8164242" y="4232215"/>
              <a:ext cx="42044" cy="42044"/>
            </a:xfrm>
            <a:custGeom>
              <a:avLst/>
              <a:gdLst/>
              <a:ahLst/>
              <a:cxnLst/>
              <a:rect l="l" t="t" r="r" b="b"/>
              <a:pathLst>
                <a:path w="289" h="289" extrusionOk="0">
                  <a:moveTo>
                    <a:pt x="5" y="1"/>
                  </a:moveTo>
                  <a:cubicBezTo>
                    <a:pt x="2" y="1"/>
                    <a:pt x="1" y="2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2"/>
                    <a:pt x="287" y="1"/>
                    <a:pt x="2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4364923" y="3763335"/>
              <a:ext cx="26623" cy="216475"/>
            </a:xfrm>
            <a:custGeom>
              <a:avLst/>
              <a:gdLst/>
              <a:ahLst/>
              <a:cxnLst/>
              <a:rect l="l" t="t" r="r" b="b"/>
              <a:pathLst>
                <a:path w="183" h="1488" extrusionOk="0">
                  <a:moveTo>
                    <a:pt x="1" y="0"/>
                  </a:moveTo>
                  <a:lnTo>
                    <a:pt x="1" y="1487"/>
                  </a:lnTo>
                  <a:lnTo>
                    <a:pt x="183" y="1487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4206934" y="3727256"/>
              <a:ext cx="184615" cy="120312"/>
            </a:xfrm>
            <a:custGeom>
              <a:avLst/>
              <a:gdLst/>
              <a:ahLst/>
              <a:cxnLst/>
              <a:rect l="l" t="t" r="r" b="b"/>
              <a:pathLst>
                <a:path w="1269" h="827" extrusionOk="0">
                  <a:moveTo>
                    <a:pt x="0" y="1"/>
                  </a:moveTo>
                  <a:lnTo>
                    <a:pt x="327" y="413"/>
                  </a:lnTo>
                  <a:lnTo>
                    <a:pt x="0" y="827"/>
                  </a:lnTo>
                  <a:lnTo>
                    <a:pt x="1269" y="827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5477398" y="2857292"/>
              <a:ext cx="215020" cy="96017"/>
            </a:xfrm>
            <a:custGeom>
              <a:avLst/>
              <a:gdLst/>
              <a:ahLst/>
              <a:cxnLst/>
              <a:rect l="l" t="t" r="r" b="b"/>
              <a:pathLst>
                <a:path w="1478" h="660" extrusionOk="0">
                  <a:moveTo>
                    <a:pt x="764" y="0"/>
                  </a:moveTo>
                  <a:cubicBezTo>
                    <a:pt x="546" y="0"/>
                    <a:pt x="435" y="167"/>
                    <a:pt x="431" y="338"/>
                  </a:cubicBezTo>
                  <a:cubicBezTo>
                    <a:pt x="396" y="324"/>
                    <a:pt x="357" y="315"/>
                    <a:pt x="313" y="315"/>
                  </a:cubicBezTo>
                  <a:cubicBezTo>
                    <a:pt x="99" y="315"/>
                    <a:pt x="0" y="495"/>
                    <a:pt x="16" y="659"/>
                  </a:cubicBezTo>
                  <a:lnTo>
                    <a:pt x="1478" y="659"/>
                  </a:lnTo>
                  <a:lnTo>
                    <a:pt x="1478" y="658"/>
                  </a:lnTo>
                  <a:cubicBezTo>
                    <a:pt x="1478" y="432"/>
                    <a:pt x="1300" y="251"/>
                    <a:pt x="1082" y="229"/>
                  </a:cubicBezTo>
                  <a:cubicBezTo>
                    <a:pt x="1043" y="103"/>
                    <a:pt x="937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>
                <a:solidFill>
                  <a:srgbClr val="B2E0FF"/>
                </a:solidFill>
              </a:endParaRPr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5730241" y="2872275"/>
              <a:ext cx="172831" cy="80887"/>
            </a:xfrm>
            <a:custGeom>
              <a:avLst/>
              <a:gdLst/>
              <a:ahLst/>
              <a:cxnLst/>
              <a:rect l="l" t="t" r="r" b="b"/>
              <a:pathLst>
                <a:path w="1188" h="556" extrusionOk="0">
                  <a:moveTo>
                    <a:pt x="591" y="1"/>
                  </a:moveTo>
                  <a:cubicBezTo>
                    <a:pt x="406" y="1"/>
                    <a:pt x="321" y="156"/>
                    <a:pt x="336" y="298"/>
                  </a:cubicBezTo>
                  <a:cubicBezTo>
                    <a:pt x="310" y="289"/>
                    <a:pt x="282" y="283"/>
                    <a:pt x="248" y="283"/>
                  </a:cubicBezTo>
                  <a:cubicBezTo>
                    <a:pt x="78" y="283"/>
                    <a:pt x="0" y="423"/>
                    <a:pt x="12" y="555"/>
                  </a:cubicBezTo>
                  <a:lnTo>
                    <a:pt x="1187" y="555"/>
                  </a:lnTo>
                  <a:cubicBezTo>
                    <a:pt x="1187" y="397"/>
                    <a:pt x="1085" y="240"/>
                    <a:pt x="881" y="240"/>
                  </a:cubicBezTo>
                  <a:cubicBezTo>
                    <a:pt x="870" y="240"/>
                    <a:pt x="858" y="241"/>
                    <a:pt x="847" y="241"/>
                  </a:cubicBezTo>
                  <a:cubicBezTo>
                    <a:pt x="836" y="116"/>
                    <a:pt x="752" y="1"/>
                    <a:pt x="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5952967" y="2857292"/>
              <a:ext cx="215020" cy="96017"/>
            </a:xfrm>
            <a:custGeom>
              <a:avLst/>
              <a:gdLst/>
              <a:ahLst/>
              <a:cxnLst/>
              <a:rect l="l" t="t" r="r" b="b"/>
              <a:pathLst>
                <a:path w="1478" h="660" extrusionOk="0">
                  <a:moveTo>
                    <a:pt x="764" y="0"/>
                  </a:moveTo>
                  <a:cubicBezTo>
                    <a:pt x="546" y="0"/>
                    <a:pt x="435" y="167"/>
                    <a:pt x="431" y="338"/>
                  </a:cubicBezTo>
                  <a:cubicBezTo>
                    <a:pt x="396" y="324"/>
                    <a:pt x="357" y="315"/>
                    <a:pt x="313" y="315"/>
                  </a:cubicBezTo>
                  <a:cubicBezTo>
                    <a:pt x="99" y="315"/>
                    <a:pt x="0" y="495"/>
                    <a:pt x="16" y="659"/>
                  </a:cubicBezTo>
                  <a:lnTo>
                    <a:pt x="1478" y="659"/>
                  </a:lnTo>
                  <a:lnTo>
                    <a:pt x="1478" y="658"/>
                  </a:lnTo>
                  <a:cubicBezTo>
                    <a:pt x="1478" y="432"/>
                    <a:pt x="1301" y="251"/>
                    <a:pt x="1082" y="229"/>
                  </a:cubicBezTo>
                  <a:cubicBezTo>
                    <a:pt x="1043" y="103"/>
                    <a:pt x="937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6205810" y="2872275"/>
              <a:ext cx="172831" cy="80887"/>
            </a:xfrm>
            <a:custGeom>
              <a:avLst/>
              <a:gdLst/>
              <a:ahLst/>
              <a:cxnLst/>
              <a:rect l="l" t="t" r="r" b="b"/>
              <a:pathLst>
                <a:path w="1188" h="556" extrusionOk="0">
                  <a:moveTo>
                    <a:pt x="591" y="1"/>
                  </a:moveTo>
                  <a:cubicBezTo>
                    <a:pt x="406" y="1"/>
                    <a:pt x="321" y="156"/>
                    <a:pt x="336" y="298"/>
                  </a:cubicBezTo>
                  <a:cubicBezTo>
                    <a:pt x="311" y="289"/>
                    <a:pt x="282" y="283"/>
                    <a:pt x="248" y="283"/>
                  </a:cubicBezTo>
                  <a:cubicBezTo>
                    <a:pt x="78" y="283"/>
                    <a:pt x="1" y="423"/>
                    <a:pt x="12" y="555"/>
                  </a:cubicBezTo>
                  <a:lnTo>
                    <a:pt x="1187" y="555"/>
                  </a:lnTo>
                  <a:cubicBezTo>
                    <a:pt x="1187" y="397"/>
                    <a:pt x="1085" y="240"/>
                    <a:pt x="881" y="240"/>
                  </a:cubicBezTo>
                  <a:cubicBezTo>
                    <a:pt x="870" y="240"/>
                    <a:pt x="858" y="241"/>
                    <a:pt x="847" y="241"/>
                  </a:cubicBezTo>
                  <a:cubicBezTo>
                    <a:pt x="836" y="116"/>
                    <a:pt x="753" y="1"/>
                    <a:pt x="5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6428391" y="2857292"/>
              <a:ext cx="215165" cy="96017"/>
            </a:xfrm>
            <a:custGeom>
              <a:avLst/>
              <a:gdLst/>
              <a:ahLst/>
              <a:cxnLst/>
              <a:rect l="l" t="t" r="r" b="b"/>
              <a:pathLst>
                <a:path w="1479" h="660" extrusionOk="0">
                  <a:moveTo>
                    <a:pt x="766" y="0"/>
                  </a:moveTo>
                  <a:cubicBezTo>
                    <a:pt x="548" y="0"/>
                    <a:pt x="436" y="167"/>
                    <a:pt x="432" y="338"/>
                  </a:cubicBezTo>
                  <a:cubicBezTo>
                    <a:pt x="397" y="324"/>
                    <a:pt x="358" y="315"/>
                    <a:pt x="313" y="315"/>
                  </a:cubicBezTo>
                  <a:cubicBezTo>
                    <a:pt x="99" y="315"/>
                    <a:pt x="0" y="495"/>
                    <a:pt x="17" y="659"/>
                  </a:cubicBezTo>
                  <a:lnTo>
                    <a:pt x="1479" y="659"/>
                  </a:lnTo>
                  <a:lnTo>
                    <a:pt x="1479" y="658"/>
                  </a:lnTo>
                  <a:cubicBezTo>
                    <a:pt x="1479" y="432"/>
                    <a:pt x="1302" y="251"/>
                    <a:pt x="1083" y="229"/>
                  </a:cubicBezTo>
                  <a:cubicBezTo>
                    <a:pt x="1044" y="103"/>
                    <a:pt x="938" y="0"/>
                    <a:pt x="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820689" y="5865946"/>
              <a:ext cx="172831" cy="80887"/>
            </a:xfrm>
            <a:custGeom>
              <a:avLst/>
              <a:gdLst/>
              <a:ahLst/>
              <a:cxnLst/>
              <a:rect l="l" t="t" r="r" b="b"/>
              <a:pathLst>
                <a:path w="1188" h="556" extrusionOk="0">
                  <a:moveTo>
                    <a:pt x="592" y="0"/>
                  </a:moveTo>
                  <a:cubicBezTo>
                    <a:pt x="406" y="0"/>
                    <a:pt x="322" y="157"/>
                    <a:pt x="338" y="298"/>
                  </a:cubicBezTo>
                  <a:cubicBezTo>
                    <a:pt x="312" y="289"/>
                    <a:pt x="282" y="282"/>
                    <a:pt x="250" y="282"/>
                  </a:cubicBezTo>
                  <a:cubicBezTo>
                    <a:pt x="79" y="282"/>
                    <a:pt x="1" y="424"/>
                    <a:pt x="12" y="555"/>
                  </a:cubicBezTo>
                  <a:lnTo>
                    <a:pt x="1188" y="555"/>
                  </a:lnTo>
                  <a:cubicBezTo>
                    <a:pt x="1187" y="396"/>
                    <a:pt x="1085" y="239"/>
                    <a:pt x="882" y="239"/>
                  </a:cubicBezTo>
                  <a:cubicBezTo>
                    <a:pt x="871" y="239"/>
                    <a:pt x="859" y="240"/>
                    <a:pt x="848" y="240"/>
                  </a:cubicBezTo>
                  <a:cubicBezTo>
                    <a:pt x="838" y="117"/>
                    <a:pt x="753" y="0"/>
                    <a:pt x="592" y="0"/>
                  </a:cubicBezTo>
                  <a:close/>
                  <a:moveTo>
                    <a:pt x="1188" y="555"/>
                  </a:moveTo>
                  <a:lnTo>
                    <a:pt x="1188" y="555"/>
                  </a:lnTo>
                  <a:cubicBezTo>
                    <a:pt x="1188" y="555"/>
                    <a:pt x="1188" y="555"/>
                    <a:pt x="1188" y="556"/>
                  </a:cubicBezTo>
                  <a:lnTo>
                    <a:pt x="1188" y="55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4043416" y="5850816"/>
              <a:ext cx="215165" cy="96163"/>
            </a:xfrm>
            <a:custGeom>
              <a:avLst/>
              <a:gdLst/>
              <a:ahLst/>
              <a:cxnLst/>
              <a:rect l="l" t="t" r="r" b="b"/>
              <a:pathLst>
                <a:path w="1479" h="661" extrusionOk="0">
                  <a:moveTo>
                    <a:pt x="766" y="1"/>
                  </a:moveTo>
                  <a:cubicBezTo>
                    <a:pt x="547" y="1"/>
                    <a:pt x="436" y="168"/>
                    <a:pt x="432" y="338"/>
                  </a:cubicBezTo>
                  <a:cubicBezTo>
                    <a:pt x="398" y="324"/>
                    <a:pt x="358" y="316"/>
                    <a:pt x="315" y="316"/>
                  </a:cubicBezTo>
                  <a:cubicBezTo>
                    <a:pt x="101" y="316"/>
                    <a:pt x="1" y="495"/>
                    <a:pt x="18" y="661"/>
                  </a:cubicBezTo>
                  <a:lnTo>
                    <a:pt x="1478" y="661"/>
                  </a:lnTo>
                  <a:lnTo>
                    <a:pt x="1478" y="660"/>
                  </a:lnTo>
                  <a:cubicBezTo>
                    <a:pt x="1478" y="432"/>
                    <a:pt x="1302" y="251"/>
                    <a:pt x="1083" y="230"/>
                  </a:cubicBezTo>
                  <a:cubicBezTo>
                    <a:pt x="1043" y="103"/>
                    <a:pt x="939" y="1"/>
                    <a:pt x="7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4296403" y="5865946"/>
              <a:ext cx="172685" cy="80887"/>
            </a:xfrm>
            <a:custGeom>
              <a:avLst/>
              <a:gdLst/>
              <a:ahLst/>
              <a:cxnLst/>
              <a:rect l="l" t="t" r="r" b="b"/>
              <a:pathLst>
                <a:path w="1187" h="556" extrusionOk="0">
                  <a:moveTo>
                    <a:pt x="591" y="0"/>
                  </a:moveTo>
                  <a:cubicBezTo>
                    <a:pt x="405" y="0"/>
                    <a:pt x="321" y="157"/>
                    <a:pt x="337" y="298"/>
                  </a:cubicBezTo>
                  <a:cubicBezTo>
                    <a:pt x="311" y="289"/>
                    <a:pt x="281" y="282"/>
                    <a:pt x="249" y="282"/>
                  </a:cubicBezTo>
                  <a:cubicBezTo>
                    <a:pt x="78" y="282"/>
                    <a:pt x="0" y="424"/>
                    <a:pt x="11" y="555"/>
                  </a:cubicBezTo>
                  <a:lnTo>
                    <a:pt x="1187" y="555"/>
                  </a:lnTo>
                  <a:cubicBezTo>
                    <a:pt x="1187" y="396"/>
                    <a:pt x="1084" y="239"/>
                    <a:pt x="881" y="239"/>
                  </a:cubicBezTo>
                  <a:cubicBezTo>
                    <a:pt x="870" y="239"/>
                    <a:pt x="859" y="240"/>
                    <a:pt x="847" y="240"/>
                  </a:cubicBezTo>
                  <a:cubicBezTo>
                    <a:pt x="837" y="117"/>
                    <a:pt x="752" y="0"/>
                    <a:pt x="591" y="0"/>
                  </a:cubicBezTo>
                  <a:close/>
                  <a:moveTo>
                    <a:pt x="1187" y="555"/>
                  </a:moveTo>
                  <a:lnTo>
                    <a:pt x="1187" y="555"/>
                  </a:lnTo>
                  <a:cubicBezTo>
                    <a:pt x="1187" y="555"/>
                    <a:pt x="1187" y="555"/>
                    <a:pt x="1187" y="556"/>
                  </a:cubicBezTo>
                  <a:lnTo>
                    <a:pt x="1187" y="55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4518694" y="5850816"/>
              <a:ext cx="215311" cy="96163"/>
            </a:xfrm>
            <a:custGeom>
              <a:avLst/>
              <a:gdLst/>
              <a:ahLst/>
              <a:cxnLst/>
              <a:rect l="l" t="t" r="r" b="b"/>
              <a:pathLst>
                <a:path w="1480" h="661" extrusionOk="0">
                  <a:moveTo>
                    <a:pt x="767" y="1"/>
                  </a:moveTo>
                  <a:cubicBezTo>
                    <a:pt x="548" y="1"/>
                    <a:pt x="437" y="168"/>
                    <a:pt x="432" y="338"/>
                  </a:cubicBezTo>
                  <a:cubicBezTo>
                    <a:pt x="399" y="324"/>
                    <a:pt x="359" y="316"/>
                    <a:pt x="314" y="316"/>
                  </a:cubicBezTo>
                  <a:cubicBezTo>
                    <a:pt x="100" y="316"/>
                    <a:pt x="1" y="495"/>
                    <a:pt x="17" y="661"/>
                  </a:cubicBezTo>
                  <a:lnTo>
                    <a:pt x="1479" y="661"/>
                  </a:lnTo>
                  <a:lnTo>
                    <a:pt x="1479" y="660"/>
                  </a:lnTo>
                  <a:cubicBezTo>
                    <a:pt x="1479" y="432"/>
                    <a:pt x="1302" y="251"/>
                    <a:pt x="1084" y="230"/>
                  </a:cubicBezTo>
                  <a:cubicBezTo>
                    <a:pt x="1044" y="103"/>
                    <a:pt x="939" y="1"/>
                    <a:pt x="7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7207576" y="3298965"/>
              <a:ext cx="214873" cy="96163"/>
            </a:xfrm>
            <a:custGeom>
              <a:avLst/>
              <a:gdLst/>
              <a:ahLst/>
              <a:cxnLst/>
              <a:rect l="l" t="t" r="r" b="b"/>
              <a:pathLst>
                <a:path w="1477" h="661" extrusionOk="0">
                  <a:moveTo>
                    <a:pt x="765" y="0"/>
                  </a:moveTo>
                  <a:cubicBezTo>
                    <a:pt x="546" y="0"/>
                    <a:pt x="435" y="168"/>
                    <a:pt x="431" y="338"/>
                  </a:cubicBezTo>
                  <a:cubicBezTo>
                    <a:pt x="397" y="323"/>
                    <a:pt x="357" y="316"/>
                    <a:pt x="314" y="316"/>
                  </a:cubicBezTo>
                  <a:cubicBezTo>
                    <a:pt x="100" y="316"/>
                    <a:pt x="1" y="495"/>
                    <a:pt x="17" y="660"/>
                  </a:cubicBezTo>
                  <a:lnTo>
                    <a:pt x="1477" y="660"/>
                  </a:lnTo>
                  <a:lnTo>
                    <a:pt x="1477" y="659"/>
                  </a:lnTo>
                  <a:cubicBezTo>
                    <a:pt x="1477" y="432"/>
                    <a:pt x="1301" y="251"/>
                    <a:pt x="1082" y="229"/>
                  </a:cubicBezTo>
                  <a:cubicBezTo>
                    <a:pt x="1042" y="102"/>
                    <a:pt x="938" y="0"/>
                    <a:pt x="7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7460562" y="3313949"/>
              <a:ext cx="172831" cy="81032"/>
            </a:xfrm>
            <a:custGeom>
              <a:avLst/>
              <a:gdLst/>
              <a:ahLst/>
              <a:cxnLst/>
              <a:rect l="l" t="t" r="r" b="b"/>
              <a:pathLst>
                <a:path w="1188" h="557" extrusionOk="0">
                  <a:moveTo>
                    <a:pt x="591" y="0"/>
                  </a:moveTo>
                  <a:cubicBezTo>
                    <a:pt x="406" y="0"/>
                    <a:pt x="321" y="157"/>
                    <a:pt x="337" y="299"/>
                  </a:cubicBezTo>
                  <a:cubicBezTo>
                    <a:pt x="311" y="290"/>
                    <a:pt x="282" y="283"/>
                    <a:pt x="249" y="283"/>
                  </a:cubicBezTo>
                  <a:cubicBezTo>
                    <a:pt x="79" y="283"/>
                    <a:pt x="1" y="424"/>
                    <a:pt x="12" y="556"/>
                  </a:cubicBezTo>
                  <a:lnTo>
                    <a:pt x="1188" y="556"/>
                  </a:lnTo>
                  <a:cubicBezTo>
                    <a:pt x="1188" y="397"/>
                    <a:pt x="1086" y="240"/>
                    <a:pt x="882" y="240"/>
                  </a:cubicBezTo>
                  <a:cubicBezTo>
                    <a:pt x="871" y="240"/>
                    <a:pt x="858" y="241"/>
                    <a:pt x="847" y="241"/>
                  </a:cubicBezTo>
                  <a:cubicBezTo>
                    <a:pt x="837" y="117"/>
                    <a:pt x="753" y="0"/>
                    <a:pt x="5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7683145" y="3298965"/>
              <a:ext cx="215020" cy="96163"/>
            </a:xfrm>
            <a:custGeom>
              <a:avLst/>
              <a:gdLst/>
              <a:ahLst/>
              <a:cxnLst/>
              <a:rect l="l" t="t" r="r" b="b"/>
              <a:pathLst>
                <a:path w="1478" h="661" extrusionOk="0">
                  <a:moveTo>
                    <a:pt x="765" y="0"/>
                  </a:moveTo>
                  <a:cubicBezTo>
                    <a:pt x="546" y="0"/>
                    <a:pt x="435" y="168"/>
                    <a:pt x="431" y="338"/>
                  </a:cubicBezTo>
                  <a:cubicBezTo>
                    <a:pt x="397" y="323"/>
                    <a:pt x="357" y="316"/>
                    <a:pt x="314" y="316"/>
                  </a:cubicBezTo>
                  <a:cubicBezTo>
                    <a:pt x="100" y="316"/>
                    <a:pt x="1" y="495"/>
                    <a:pt x="17" y="660"/>
                  </a:cubicBezTo>
                  <a:lnTo>
                    <a:pt x="1477" y="660"/>
                  </a:lnTo>
                  <a:lnTo>
                    <a:pt x="1477" y="659"/>
                  </a:lnTo>
                  <a:cubicBezTo>
                    <a:pt x="1477" y="432"/>
                    <a:pt x="1301" y="251"/>
                    <a:pt x="1082" y="229"/>
                  </a:cubicBezTo>
                  <a:cubicBezTo>
                    <a:pt x="1042" y="102"/>
                    <a:pt x="938" y="0"/>
                    <a:pt x="7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7936276" y="3313949"/>
              <a:ext cx="172685" cy="81032"/>
            </a:xfrm>
            <a:custGeom>
              <a:avLst/>
              <a:gdLst/>
              <a:ahLst/>
              <a:cxnLst/>
              <a:rect l="l" t="t" r="r" b="b"/>
              <a:pathLst>
                <a:path w="1187" h="557" extrusionOk="0">
                  <a:moveTo>
                    <a:pt x="590" y="0"/>
                  </a:moveTo>
                  <a:cubicBezTo>
                    <a:pt x="405" y="0"/>
                    <a:pt x="320" y="157"/>
                    <a:pt x="336" y="299"/>
                  </a:cubicBezTo>
                  <a:cubicBezTo>
                    <a:pt x="310" y="290"/>
                    <a:pt x="281" y="283"/>
                    <a:pt x="248" y="283"/>
                  </a:cubicBezTo>
                  <a:cubicBezTo>
                    <a:pt x="78" y="283"/>
                    <a:pt x="0" y="424"/>
                    <a:pt x="11" y="556"/>
                  </a:cubicBezTo>
                  <a:lnTo>
                    <a:pt x="1187" y="556"/>
                  </a:lnTo>
                  <a:cubicBezTo>
                    <a:pt x="1187" y="397"/>
                    <a:pt x="1085" y="240"/>
                    <a:pt x="881" y="240"/>
                  </a:cubicBezTo>
                  <a:cubicBezTo>
                    <a:pt x="870" y="240"/>
                    <a:pt x="857" y="241"/>
                    <a:pt x="846" y="241"/>
                  </a:cubicBezTo>
                  <a:cubicBezTo>
                    <a:pt x="836" y="117"/>
                    <a:pt x="752" y="0"/>
                    <a:pt x="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8158423" y="3298965"/>
              <a:ext cx="215311" cy="96163"/>
            </a:xfrm>
            <a:custGeom>
              <a:avLst/>
              <a:gdLst/>
              <a:ahLst/>
              <a:cxnLst/>
              <a:rect l="l" t="t" r="r" b="b"/>
              <a:pathLst>
                <a:path w="1480" h="661" extrusionOk="0">
                  <a:moveTo>
                    <a:pt x="767" y="0"/>
                  </a:moveTo>
                  <a:cubicBezTo>
                    <a:pt x="548" y="0"/>
                    <a:pt x="438" y="168"/>
                    <a:pt x="433" y="338"/>
                  </a:cubicBezTo>
                  <a:cubicBezTo>
                    <a:pt x="399" y="323"/>
                    <a:pt x="359" y="316"/>
                    <a:pt x="315" y="316"/>
                  </a:cubicBezTo>
                  <a:cubicBezTo>
                    <a:pt x="101" y="316"/>
                    <a:pt x="1" y="495"/>
                    <a:pt x="18" y="660"/>
                  </a:cubicBezTo>
                  <a:lnTo>
                    <a:pt x="1479" y="660"/>
                  </a:lnTo>
                  <a:lnTo>
                    <a:pt x="1479" y="659"/>
                  </a:lnTo>
                  <a:cubicBezTo>
                    <a:pt x="1479" y="432"/>
                    <a:pt x="1303" y="251"/>
                    <a:pt x="1084" y="229"/>
                  </a:cubicBezTo>
                  <a:cubicBezTo>
                    <a:pt x="1044" y="102"/>
                    <a:pt x="940" y="0"/>
                    <a:pt x="7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7631499" y="4868977"/>
              <a:ext cx="215165" cy="96163"/>
            </a:xfrm>
            <a:custGeom>
              <a:avLst/>
              <a:gdLst/>
              <a:ahLst/>
              <a:cxnLst/>
              <a:rect l="l" t="t" r="r" b="b"/>
              <a:pathLst>
                <a:path w="1479" h="661" extrusionOk="0">
                  <a:moveTo>
                    <a:pt x="766" y="1"/>
                  </a:moveTo>
                  <a:cubicBezTo>
                    <a:pt x="547" y="1"/>
                    <a:pt x="435" y="168"/>
                    <a:pt x="432" y="338"/>
                  </a:cubicBezTo>
                  <a:cubicBezTo>
                    <a:pt x="398" y="324"/>
                    <a:pt x="358" y="316"/>
                    <a:pt x="315" y="316"/>
                  </a:cubicBezTo>
                  <a:cubicBezTo>
                    <a:pt x="101" y="316"/>
                    <a:pt x="1" y="495"/>
                    <a:pt x="18" y="661"/>
                  </a:cubicBezTo>
                  <a:lnTo>
                    <a:pt x="1478" y="661"/>
                  </a:lnTo>
                  <a:lnTo>
                    <a:pt x="1478" y="659"/>
                  </a:lnTo>
                  <a:cubicBezTo>
                    <a:pt x="1478" y="433"/>
                    <a:pt x="1302" y="251"/>
                    <a:pt x="1083" y="229"/>
                  </a:cubicBezTo>
                  <a:cubicBezTo>
                    <a:pt x="1043" y="103"/>
                    <a:pt x="939" y="1"/>
                    <a:pt x="7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7884632" y="4884107"/>
              <a:ext cx="172685" cy="80741"/>
            </a:xfrm>
            <a:custGeom>
              <a:avLst/>
              <a:gdLst/>
              <a:ahLst/>
              <a:cxnLst/>
              <a:rect l="l" t="t" r="r" b="b"/>
              <a:pathLst>
                <a:path w="1187" h="555" extrusionOk="0">
                  <a:moveTo>
                    <a:pt x="591" y="0"/>
                  </a:moveTo>
                  <a:cubicBezTo>
                    <a:pt x="406" y="0"/>
                    <a:pt x="321" y="156"/>
                    <a:pt x="337" y="298"/>
                  </a:cubicBezTo>
                  <a:cubicBezTo>
                    <a:pt x="311" y="289"/>
                    <a:pt x="281" y="282"/>
                    <a:pt x="249" y="282"/>
                  </a:cubicBezTo>
                  <a:cubicBezTo>
                    <a:pt x="79" y="282"/>
                    <a:pt x="0" y="424"/>
                    <a:pt x="12" y="555"/>
                  </a:cubicBezTo>
                  <a:lnTo>
                    <a:pt x="1187" y="555"/>
                  </a:lnTo>
                  <a:cubicBezTo>
                    <a:pt x="1187" y="396"/>
                    <a:pt x="1085" y="240"/>
                    <a:pt x="882" y="240"/>
                  </a:cubicBezTo>
                  <a:cubicBezTo>
                    <a:pt x="870" y="240"/>
                    <a:pt x="858" y="241"/>
                    <a:pt x="847" y="241"/>
                  </a:cubicBezTo>
                  <a:cubicBezTo>
                    <a:pt x="837" y="117"/>
                    <a:pt x="752" y="0"/>
                    <a:pt x="5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8107068" y="4868977"/>
              <a:ext cx="215165" cy="96163"/>
            </a:xfrm>
            <a:custGeom>
              <a:avLst/>
              <a:gdLst/>
              <a:ahLst/>
              <a:cxnLst/>
              <a:rect l="l" t="t" r="r" b="b"/>
              <a:pathLst>
                <a:path w="1479" h="661" extrusionOk="0">
                  <a:moveTo>
                    <a:pt x="766" y="1"/>
                  </a:moveTo>
                  <a:cubicBezTo>
                    <a:pt x="547" y="1"/>
                    <a:pt x="436" y="168"/>
                    <a:pt x="432" y="338"/>
                  </a:cubicBezTo>
                  <a:cubicBezTo>
                    <a:pt x="398" y="324"/>
                    <a:pt x="358" y="316"/>
                    <a:pt x="315" y="316"/>
                  </a:cubicBezTo>
                  <a:cubicBezTo>
                    <a:pt x="101" y="316"/>
                    <a:pt x="1" y="495"/>
                    <a:pt x="18" y="661"/>
                  </a:cubicBezTo>
                  <a:lnTo>
                    <a:pt x="1478" y="661"/>
                  </a:lnTo>
                  <a:lnTo>
                    <a:pt x="1478" y="659"/>
                  </a:lnTo>
                  <a:cubicBezTo>
                    <a:pt x="1478" y="433"/>
                    <a:pt x="1302" y="251"/>
                    <a:pt x="1083" y="229"/>
                  </a:cubicBezTo>
                  <a:cubicBezTo>
                    <a:pt x="1043" y="103"/>
                    <a:pt x="939" y="1"/>
                    <a:pt x="7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4036433" y="3886264"/>
              <a:ext cx="215311" cy="96163"/>
            </a:xfrm>
            <a:custGeom>
              <a:avLst/>
              <a:gdLst/>
              <a:ahLst/>
              <a:cxnLst/>
              <a:rect l="l" t="t" r="r" b="b"/>
              <a:pathLst>
                <a:path w="1480" h="661" extrusionOk="0">
                  <a:moveTo>
                    <a:pt x="767" y="1"/>
                  </a:moveTo>
                  <a:cubicBezTo>
                    <a:pt x="548" y="1"/>
                    <a:pt x="436" y="168"/>
                    <a:pt x="432" y="338"/>
                  </a:cubicBezTo>
                  <a:cubicBezTo>
                    <a:pt x="399" y="325"/>
                    <a:pt x="359" y="317"/>
                    <a:pt x="314" y="317"/>
                  </a:cubicBezTo>
                  <a:cubicBezTo>
                    <a:pt x="100" y="317"/>
                    <a:pt x="1" y="496"/>
                    <a:pt x="17" y="661"/>
                  </a:cubicBezTo>
                  <a:lnTo>
                    <a:pt x="1479" y="661"/>
                  </a:lnTo>
                  <a:lnTo>
                    <a:pt x="1479" y="660"/>
                  </a:lnTo>
                  <a:cubicBezTo>
                    <a:pt x="1479" y="433"/>
                    <a:pt x="1302" y="251"/>
                    <a:pt x="1084" y="230"/>
                  </a:cubicBezTo>
                  <a:cubicBezTo>
                    <a:pt x="1044" y="103"/>
                    <a:pt x="939" y="1"/>
                    <a:pt x="7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4944219" y="4892836"/>
              <a:ext cx="474701" cy="216329"/>
            </a:xfrm>
            <a:custGeom>
              <a:avLst/>
              <a:gdLst/>
              <a:ahLst/>
              <a:cxnLst/>
              <a:rect l="l" t="t" r="r" b="b"/>
              <a:pathLst>
                <a:path w="3263" h="1487" extrusionOk="0">
                  <a:moveTo>
                    <a:pt x="1062" y="0"/>
                  </a:moveTo>
                  <a:cubicBezTo>
                    <a:pt x="810" y="0"/>
                    <a:pt x="620" y="210"/>
                    <a:pt x="620" y="462"/>
                  </a:cubicBezTo>
                  <a:lnTo>
                    <a:pt x="620" y="579"/>
                  </a:lnTo>
                  <a:lnTo>
                    <a:pt x="456" y="579"/>
                  </a:lnTo>
                  <a:cubicBezTo>
                    <a:pt x="207" y="579"/>
                    <a:pt x="6" y="781"/>
                    <a:pt x="1" y="1029"/>
                  </a:cubicBezTo>
                  <a:lnTo>
                    <a:pt x="1" y="1029"/>
                  </a:lnTo>
                  <a:cubicBezTo>
                    <a:pt x="1" y="1025"/>
                    <a:pt x="1" y="1022"/>
                    <a:pt x="1" y="1019"/>
                  </a:cubicBezTo>
                  <a:lnTo>
                    <a:pt x="1" y="1039"/>
                  </a:lnTo>
                  <a:cubicBezTo>
                    <a:pt x="1" y="1036"/>
                    <a:pt x="1" y="1032"/>
                    <a:pt x="1" y="1029"/>
                  </a:cubicBezTo>
                  <a:lnTo>
                    <a:pt x="1" y="1029"/>
                  </a:lnTo>
                  <a:cubicBezTo>
                    <a:pt x="6" y="1276"/>
                    <a:pt x="207" y="1486"/>
                    <a:pt x="456" y="1486"/>
                  </a:cubicBezTo>
                  <a:lnTo>
                    <a:pt x="2764" y="1486"/>
                  </a:lnTo>
                  <a:cubicBezTo>
                    <a:pt x="3012" y="1486"/>
                    <a:pt x="3256" y="1275"/>
                    <a:pt x="3263" y="1029"/>
                  </a:cubicBezTo>
                  <a:lnTo>
                    <a:pt x="3263" y="1029"/>
                  </a:lnTo>
                  <a:cubicBezTo>
                    <a:pt x="3263" y="1033"/>
                    <a:pt x="3263" y="1036"/>
                    <a:pt x="3263" y="1039"/>
                  </a:cubicBezTo>
                  <a:lnTo>
                    <a:pt x="3263" y="1019"/>
                  </a:lnTo>
                  <a:cubicBezTo>
                    <a:pt x="3263" y="1022"/>
                    <a:pt x="3263" y="1026"/>
                    <a:pt x="3263" y="1029"/>
                  </a:cubicBezTo>
                  <a:lnTo>
                    <a:pt x="3263" y="1029"/>
                  </a:lnTo>
                  <a:cubicBezTo>
                    <a:pt x="3256" y="783"/>
                    <a:pt x="3011" y="579"/>
                    <a:pt x="2762" y="579"/>
                  </a:cubicBezTo>
                  <a:lnTo>
                    <a:pt x="2436" y="579"/>
                  </a:lnTo>
                  <a:lnTo>
                    <a:pt x="2436" y="462"/>
                  </a:lnTo>
                  <a:cubicBezTo>
                    <a:pt x="2436" y="210"/>
                    <a:pt x="2254" y="0"/>
                    <a:pt x="2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5387201" y="5014311"/>
              <a:ext cx="27787" cy="63720"/>
            </a:xfrm>
            <a:custGeom>
              <a:avLst/>
              <a:gdLst/>
              <a:ahLst/>
              <a:cxnLst/>
              <a:rect l="l" t="t" r="r" b="b"/>
              <a:pathLst>
                <a:path w="191" h="438" extrusionOk="0">
                  <a:moveTo>
                    <a:pt x="140" y="0"/>
                  </a:moveTo>
                  <a:cubicBezTo>
                    <a:pt x="31" y="68"/>
                    <a:pt x="1" y="171"/>
                    <a:pt x="62" y="339"/>
                  </a:cubicBezTo>
                  <a:cubicBezTo>
                    <a:pt x="74" y="374"/>
                    <a:pt x="89" y="407"/>
                    <a:pt x="107" y="437"/>
                  </a:cubicBezTo>
                  <a:cubicBezTo>
                    <a:pt x="157" y="368"/>
                    <a:pt x="187" y="283"/>
                    <a:pt x="190" y="194"/>
                  </a:cubicBezTo>
                  <a:cubicBezTo>
                    <a:pt x="189" y="124"/>
                    <a:pt x="171" y="59"/>
                    <a:pt x="140" y="0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5075295" y="4926442"/>
              <a:ext cx="186360" cy="53100"/>
            </a:xfrm>
            <a:custGeom>
              <a:avLst/>
              <a:gdLst/>
              <a:ahLst/>
              <a:cxnLst/>
              <a:rect l="l" t="t" r="r" b="b"/>
              <a:pathLst>
                <a:path w="1281" h="365" extrusionOk="0">
                  <a:moveTo>
                    <a:pt x="3" y="1"/>
                  </a:moveTo>
                  <a:cubicBezTo>
                    <a:pt x="1" y="1"/>
                    <a:pt x="0" y="2"/>
                    <a:pt x="0" y="5"/>
                  </a:cubicBezTo>
                  <a:lnTo>
                    <a:pt x="0" y="365"/>
                  </a:lnTo>
                  <a:lnTo>
                    <a:pt x="1280" y="365"/>
                  </a:lnTo>
                  <a:lnTo>
                    <a:pt x="1280" y="5"/>
                  </a:lnTo>
                  <a:cubicBezTo>
                    <a:pt x="1280" y="2"/>
                    <a:pt x="1279" y="1"/>
                    <a:pt x="12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5013467" y="5032350"/>
              <a:ext cx="116965" cy="116965"/>
            </a:xfrm>
            <a:custGeom>
              <a:avLst/>
              <a:gdLst/>
              <a:ahLst/>
              <a:cxnLst/>
              <a:rect l="l" t="t" r="r" b="b"/>
              <a:pathLst>
                <a:path w="804" h="804" extrusionOk="0">
                  <a:moveTo>
                    <a:pt x="402" y="0"/>
                  </a:moveTo>
                  <a:cubicBezTo>
                    <a:pt x="180" y="0"/>
                    <a:pt x="1" y="180"/>
                    <a:pt x="1" y="402"/>
                  </a:cubicBezTo>
                  <a:cubicBezTo>
                    <a:pt x="1" y="623"/>
                    <a:pt x="180" y="803"/>
                    <a:pt x="402" y="803"/>
                  </a:cubicBezTo>
                  <a:cubicBezTo>
                    <a:pt x="625" y="803"/>
                    <a:pt x="804" y="623"/>
                    <a:pt x="804" y="402"/>
                  </a:cubicBezTo>
                  <a:cubicBezTo>
                    <a:pt x="804" y="179"/>
                    <a:pt x="625" y="0"/>
                    <a:pt x="402" y="0"/>
                  </a:cubicBezTo>
                  <a:close/>
                </a:path>
              </a:pathLst>
            </a:custGeom>
            <a:solidFill>
              <a:srgbClr val="FFC89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5038926" y="5058101"/>
              <a:ext cx="65612" cy="65612"/>
            </a:xfrm>
            <a:custGeom>
              <a:avLst/>
              <a:gdLst/>
              <a:ahLst/>
              <a:cxnLst/>
              <a:rect l="l" t="t" r="r" b="b"/>
              <a:pathLst>
                <a:path w="451" h="451" extrusionOk="0">
                  <a:moveTo>
                    <a:pt x="226" y="0"/>
                  </a:moveTo>
                  <a:cubicBezTo>
                    <a:pt x="102" y="0"/>
                    <a:pt x="1" y="100"/>
                    <a:pt x="1" y="225"/>
                  </a:cubicBezTo>
                  <a:cubicBezTo>
                    <a:pt x="1" y="349"/>
                    <a:pt x="102" y="450"/>
                    <a:pt x="226" y="450"/>
                  </a:cubicBezTo>
                  <a:cubicBezTo>
                    <a:pt x="350" y="450"/>
                    <a:pt x="451" y="350"/>
                    <a:pt x="451" y="225"/>
                  </a:cubicBezTo>
                  <a:cubicBezTo>
                    <a:pt x="451" y="100"/>
                    <a:pt x="350" y="0"/>
                    <a:pt x="226" y="0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5210444" y="5032350"/>
              <a:ext cx="116965" cy="116965"/>
            </a:xfrm>
            <a:custGeom>
              <a:avLst/>
              <a:gdLst/>
              <a:ahLst/>
              <a:cxnLst/>
              <a:rect l="l" t="t" r="r" b="b"/>
              <a:pathLst>
                <a:path w="804" h="804" extrusionOk="0">
                  <a:moveTo>
                    <a:pt x="403" y="0"/>
                  </a:moveTo>
                  <a:cubicBezTo>
                    <a:pt x="180" y="0"/>
                    <a:pt x="0" y="180"/>
                    <a:pt x="0" y="402"/>
                  </a:cubicBezTo>
                  <a:cubicBezTo>
                    <a:pt x="0" y="623"/>
                    <a:pt x="180" y="803"/>
                    <a:pt x="403" y="803"/>
                  </a:cubicBezTo>
                  <a:cubicBezTo>
                    <a:pt x="625" y="803"/>
                    <a:pt x="804" y="623"/>
                    <a:pt x="804" y="402"/>
                  </a:cubicBezTo>
                  <a:cubicBezTo>
                    <a:pt x="804" y="179"/>
                    <a:pt x="625" y="0"/>
                    <a:pt x="403" y="0"/>
                  </a:cubicBezTo>
                  <a:close/>
                </a:path>
              </a:pathLst>
            </a:custGeom>
            <a:solidFill>
              <a:srgbClr val="FFC89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5236050" y="5058101"/>
              <a:ext cx="65612" cy="65612"/>
            </a:xfrm>
            <a:custGeom>
              <a:avLst/>
              <a:gdLst/>
              <a:ahLst/>
              <a:cxnLst/>
              <a:rect l="l" t="t" r="r" b="b"/>
              <a:pathLst>
                <a:path w="451" h="451" extrusionOk="0">
                  <a:moveTo>
                    <a:pt x="226" y="0"/>
                  </a:moveTo>
                  <a:cubicBezTo>
                    <a:pt x="101" y="0"/>
                    <a:pt x="0" y="100"/>
                    <a:pt x="0" y="225"/>
                  </a:cubicBezTo>
                  <a:cubicBezTo>
                    <a:pt x="0" y="349"/>
                    <a:pt x="101" y="450"/>
                    <a:pt x="226" y="450"/>
                  </a:cubicBezTo>
                  <a:cubicBezTo>
                    <a:pt x="349" y="450"/>
                    <a:pt x="451" y="350"/>
                    <a:pt x="451" y="225"/>
                  </a:cubicBezTo>
                  <a:cubicBezTo>
                    <a:pt x="451" y="100"/>
                    <a:pt x="349" y="0"/>
                    <a:pt x="226" y="0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6848243" y="4027671"/>
              <a:ext cx="474847" cy="216475"/>
            </a:xfrm>
            <a:custGeom>
              <a:avLst/>
              <a:gdLst/>
              <a:ahLst/>
              <a:cxnLst/>
              <a:rect l="l" t="t" r="r" b="b"/>
              <a:pathLst>
                <a:path w="3264" h="1488" extrusionOk="0">
                  <a:moveTo>
                    <a:pt x="1" y="1019"/>
                  </a:moveTo>
                  <a:lnTo>
                    <a:pt x="1" y="1039"/>
                  </a:lnTo>
                  <a:cubicBezTo>
                    <a:pt x="1" y="1036"/>
                    <a:pt x="1" y="1033"/>
                    <a:pt x="1" y="1030"/>
                  </a:cubicBezTo>
                  <a:lnTo>
                    <a:pt x="1" y="1030"/>
                  </a:lnTo>
                  <a:cubicBezTo>
                    <a:pt x="1" y="1026"/>
                    <a:pt x="1" y="1022"/>
                    <a:pt x="1" y="1019"/>
                  </a:cubicBezTo>
                  <a:close/>
                  <a:moveTo>
                    <a:pt x="1260" y="1"/>
                  </a:moveTo>
                  <a:cubicBezTo>
                    <a:pt x="1009" y="1"/>
                    <a:pt x="828" y="210"/>
                    <a:pt x="828" y="463"/>
                  </a:cubicBezTo>
                  <a:lnTo>
                    <a:pt x="828" y="579"/>
                  </a:lnTo>
                  <a:lnTo>
                    <a:pt x="502" y="579"/>
                  </a:lnTo>
                  <a:cubicBezTo>
                    <a:pt x="254" y="579"/>
                    <a:pt x="8" y="782"/>
                    <a:pt x="1" y="1030"/>
                  </a:cubicBezTo>
                  <a:lnTo>
                    <a:pt x="1" y="1030"/>
                  </a:lnTo>
                  <a:cubicBezTo>
                    <a:pt x="8" y="1276"/>
                    <a:pt x="252" y="1487"/>
                    <a:pt x="501" y="1487"/>
                  </a:cubicBezTo>
                  <a:lnTo>
                    <a:pt x="2808" y="1487"/>
                  </a:lnTo>
                  <a:cubicBezTo>
                    <a:pt x="3056" y="1487"/>
                    <a:pt x="3258" y="1277"/>
                    <a:pt x="3263" y="1029"/>
                  </a:cubicBezTo>
                  <a:lnTo>
                    <a:pt x="3263" y="1029"/>
                  </a:lnTo>
                  <a:cubicBezTo>
                    <a:pt x="3263" y="1032"/>
                    <a:pt x="3264" y="1036"/>
                    <a:pt x="3264" y="1039"/>
                  </a:cubicBezTo>
                  <a:lnTo>
                    <a:pt x="3264" y="1019"/>
                  </a:lnTo>
                  <a:cubicBezTo>
                    <a:pt x="3264" y="1022"/>
                    <a:pt x="3263" y="1026"/>
                    <a:pt x="3263" y="1029"/>
                  </a:cubicBezTo>
                  <a:lnTo>
                    <a:pt x="3263" y="1029"/>
                  </a:lnTo>
                  <a:cubicBezTo>
                    <a:pt x="3258" y="782"/>
                    <a:pt x="3056" y="579"/>
                    <a:pt x="2808" y="579"/>
                  </a:cubicBezTo>
                  <a:lnTo>
                    <a:pt x="2644" y="579"/>
                  </a:lnTo>
                  <a:lnTo>
                    <a:pt x="2644" y="463"/>
                  </a:lnTo>
                  <a:cubicBezTo>
                    <a:pt x="2644" y="210"/>
                    <a:pt x="2453" y="1"/>
                    <a:pt x="2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6852607" y="4149291"/>
              <a:ext cx="27496" cy="63720"/>
            </a:xfrm>
            <a:custGeom>
              <a:avLst/>
              <a:gdLst/>
              <a:ahLst/>
              <a:cxnLst/>
              <a:rect l="l" t="t" r="r" b="b"/>
              <a:pathLst>
                <a:path w="189" h="438" extrusionOk="0">
                  <a:moveTo>
                    <a:pt x="49" y="1"/>
                  </a:moveTo>
                  <a:cubicBezTo>
                    <a:pt x="19" y="59"/>
                    <a:pt x="1" y="124"/>
                    <a:pt x="0" y="193"/>
                  </a:cubicBezTo>
                  <a:cubicBezTo>
                    <a:pt x="2" y="283"/>
                    <a:pt x="33" y="367"/>
                    <a:pt x="83" y="438"/>
                  </a:cubicBezTo>
                  <a:cubicBezTo>
                    <a:pt x="99" y="406"/>
                    <a:pt x="116" y="374"/>
                    <a:pt x="128" y="339"/>
                  </a:cubicBezTo>
                  <a:cubicBezTo>
                    <a:pt x="189" y="171"/>
                    <a:pt x="160" y="68"/>
                    <a:pt x="49" y="1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7005652" y="4061422"/>
              <a:ext cx="186505" cy="53245"/>
            </a:xfrm>
            <a:custGeom>
              <a:avLst/>
              <a:gdLst/>
              <a:ahLst/>
              <a:cxnLst/>
              <a:rect l="l" t="t" r="r" b="b"/>
              <a:pathLst>
                <a:path w="1282" h="366" extrusionOk="0">
                  <a:moveTo>
                    <a:pt x="4" y="1"/>
                  </a:moveTo>
                  <a:cubicBezTo>
                    <a:pt x="2" y="1"/>
                    <a:pt x="0" y="2"/>
                    <a:pt x="0" y="4"/>
                  </a:cubicBezTo>
                  <a:lnTo>
                    <a:pt x="0" y="365"/>
                  </a:lnTo>
                  <a:lnTo>
                    <a:pt x="1281" y="365"/>
                  </a:lnTo>
                  <a:lnTo>
                    <a:pt x="1281" y="4"/>
                  </a:lnTo>
                  <a:cubicBezTo>
                    <a:pt x="1281" y="2"/>
                    <a:pt x="1279" y="1"/>
                    <a:pt x="12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7137018" y="4167331"/>
              <a:ext cx="116965" cy="116965"/>
            </a:xfrm>
            <a:custGeom>
              <a:avLst/>
              <a:gdLst/>
              <a:ahLst/>
              <a:cxnLst/>
              <a:rect l="l" t="t" r="r" b="b"/>
              <a:pathLst>
                <a:path w="804" h="804" extrusionOk="0">
                  <a:moveTo>
                    <a:pt x="402" y="0"/>
                  </a:moveTo>
                  <a:cubicBezTo>
                    <a:pt x="181" y="0"/>
                    <a:pt x="1" y="179"/>
                    <a:pt x="1" y="402"/>
                  </a:cubicBezTo>
                  <a:cubicBezTo>
                    <a:pt x="1" y="624"/>
                    <a:pt x="180" y="804"/>
                    <a:pt x="402" y="804"/>
                  </a:cubicBezTo>
                  <a:cubicBezTo>
                    <a:pt x="624" y="803"/>
                    <a:pt x="804" y="624"/>
                    <a:pt x="804" y="402"/>
                  </a:cubicBezTo>
                  <a:cubicBezTo>
                    <a:pt x="804" y="181"/>
                    <a:pt x="625" y="0"/>
                    <a:pt x="402" y="0"/>
                  </a:cubicBezTo>
                  <a:close/>
                </a:path>
              </a:pathLst>
            </a:custGeom>
            <a:solidFill>
              <a:srgbClr val="FFC89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7162622" y="4192935"/>
              <a:ext cx="65612" cy="65612"/>
            </a:xfrm>
            <a:custGeom>
              <a:avLst/>
              <a:gdLst/>
              <a:ahLst/>
              <a:cxnLst/>
              <a:rect l="l" t="t" r="r" b="b"/>
              <a:pathLst>
                <a:path w="451" h="451" extrusionOk="0">
                  <a:moveTo>
                    <a:pt x="226" y="0"/>
                  </a:moveTo>
                  <a:cubicBezTo>
                    <a:pt x="102" y="0"/>
                    <a:pt x="1" y="102"/>
                    <a:pt x="1" y="226"/>
                  </a:cubicBezTo>
                  <a:cubicBezTo>
                    <a:pt x="1" y="351"/>
                    <a:pt x="102" y="451"/>
                    <a:pt x="226" y="451"/>
                  </a:cubicBezTo>
                  <a:cubicBezTo>
                    <a:pt x="350" y="451"/>
                    <a:pt x="451" y="350"/>
                    <a:pt x="451" y="226"/>
                  </a:cubicBezTo>
                  <a:cubicBezTo>
                    <a:pt x="451" y="102"/>
                    <a:pt x="350" y="0"/>
                    <a:pt x="226" y="0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6939893" y="4167331"/>
              <a:ext cx="117112" cy="116965"/>
            </a:xfrm>
            <a:custGeom>
              <a:avLst/>
              <a:gdLst/>
              <a:ahLst/>
              <a:cxnLst/>
              <a:rect l="l" t="t" r="r" b="b"/>
              <a:pathLst>
                <a:path w="805" h="804" extrusionOk="0">
                  <a:moveTo>
                    <a:pt x="403" y="0"/>
                  </a:moveTo>
                  <a:cubicBezTo>
                    <a:pt x="181" y="0"/>
                    <a:pt x="1" y="179"/>
                    <a:pt x="1" y="402"/>
                  </a:cubicBezTo>
                  <a:cubicBezTo>
                    <a:pt x="1" y="624"/>
                    <a:pt x="180" y="804"/>
                    <a:pt x="403" y="804"/>
                  </a:cubicBezTo>
                  <a:cubicBezTo>
                    <a:pt x="624" y="803"/>
                    <a:pt x="804" y="624"/>
                    <a:pt x="804" y="402"/>
                  </a:cubicBezTo>
                  <a:cubicBezTo>
                    <a:pt x="804" y="181"/>
                    <a:pt x="625" y="0"/>
                    <a:pt x="403" y="0"/>
                  </a:cubicBezTo>
                  <a:close/>
                </a:path>
              </a:pathLst>
            </a:custGeom>
            <a:solidFill>
              <a:srgbClr val="FFC89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6965790" y="4192935"/>
              <a:ext cx="65757" cy="65612"/>
            </a:xfrm>
            <a:custGeom>
              <a:avLst/>
              <a:gdLst/>
              <a:ahLst/>
              <a:cxnLst/>
              <a:rect l="l" t="t" r="r" b="b"/>
              <a:pathLst>
                <a:path w="452" h="451" extrusionOk="0">
                  <a:moveTo>
                    <a:pt x="226" y="0"/>
                  </a:moveTo>
                  <a:cubicBezTo>
                    <a:pt x="101" y="0"/>
                    <a:pt x="1" y="102"/>
                    <a:pt x="1" y="226"/>
                  </a:cubicBezTo>
                  <a:cubicBezTo>
                    <a:pt x="1" y="351"/>
                    <a:pt x="101" y="451"/>
                    <a:pt x="226" y="451"/>
                  </a:cubicBezTo>
                  <a:cubicBezTo>
                    <a:pt x="350" y="451"/>
                    <a:pt x="451" y="350"/>
                    <a:pt x="451" y="226"/>
                  </a:cubicBezTo>
                  <a:cubicBezTo>
                    <a:pt x="451" y="102"/>
                    <a:pt x="350" y="0"/>
                    <a:pt x="226" y="0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5416589" y="2244823"/>
              <a:ext cx="27641" cy="63720"/>
            </a:xfrm>
            <a:custGeom>
              <a:avLst/>
              <a:gdLst/>
              <a:ahLst/>
              <a:cxnLst/>
              <a:rect l="l" t="t" r="r" b="b"/>
              <a:pathLst>
                <a:path w="190" h="438" extrusionOk="0">
                  <a:moveTo>
                    <a:pt x="51" y="1"/>
                  </a:moveTo>
                  <a:cubicBezTo>
                    <a:pt x="20" y="59"/>
                    <a:pt x="3" y="125"/>
                    <a:pt x="1" y="194"/>
                  </a:cubicBezTo>
                  <a:cubicBezTo>
                    <a:pt x="4" y="283"/>
                    <a:pt x="34" y="368"/>
                    <a:pt x="84" y="438"/>
                  </a:cubicBezTo>
                  <a:cubicBezTo>
                    <a:pt x="102" y="406"/>
                    <a:pt x="117" y="374"/>
                    <a:pt x="128" y="340"/>
                  </a:cubicBezTo>
                  <a:cubicBezTo>
                    <a:pt x="190" y="172"/>
                    <a:pt x="161" y="68"/>
                    <a:pt x="51" y="1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5569923" y="2157099"/>
              <a:ext cx="186360" cy="53100"/>
            </a:xfrm>
            <a:custGeom>
              <a:avLst/>
              <a:gdLst/>
              <a:ahLst/>
              <a:cxnLst/>
              <a:rect l="l" t="t" r="r" b="b"/>
              <a:pathLst>
                <a:path w="1281" h="365" extrusionOk="0">
                  <a:moveTo>
                    <a:pt x="5" y="0"/>
                  </a:moveTo>
                  <a:cubicBezTo>
                    <a:pt x="2" y="0"/>
                    <a:pt x="0" y="1"/>
                    <a:pt x="0" y="4"/>
                  </a:cubicBezTo>
                  <a:lnTo>
                    <a:pt x="0" y="365"/>
                  </a:lnTo>
                  <a:lnTo>
                    <a:pt x="1280" y="365"/>
                  </a:lnTo>
                  <a:lnTo>
                    <a:pt x="1280" y="4"/>
                  </a:lnTo>
                  <a:cubicBezTo>
                    <a:pt x="1280" y="1"/>
                    <a:pt x="1279" y="0"/>
                    <a:pt x="1277" y="0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5701144" y="2262863"/>
              <a:ext cx="117112" cy="116965"/>
            </a:xfrm>
            <a:custGeom>
              <a:avLst/>
              <a:gdLst/>
              <a:ahLst/>
              <a:cxnLst/>
              <a:rect l="l" t="t" r="r" b="b"/>
              <a:pathLst>
                <a:path w="805" h="804" extrusionOk="0">
                  <a:moveTo>
                    <a:pt x="402" y="1"/>
                  </a:moveTo>
                  <a:cubicBezTo>
                    <a:pt x="181" y="1"/>
                    <a:pt x="1" y="181"/>
                    <a:pt x="1" y="403"/>
                  </a:cubicBezTo>
                  <a:cubicBezTo>
                    <a:pt x="1" y="624"/>
                    <a:pt x="180" y="804"/>
                    <a:pt x="402" y="804"/>
                  </a:cubicBezTo>
                  <a:cubicBezTo>
                    <a:pt x="625" y="803"/>
                    <a:pt x="804" y="624"/>
                    <a:pt x="804" y="403"/>
                  </a:cubicBezTo>
                  <a:cubicBezTo>
                    <a:pt x="804" y="181"/>
                    <a:pt x="625" y="1"/>
                    <a:pt x="402" y="1"/>
                  </a:cubicBezTo>
                  <a:close/>
                </a:path>
              </a:pathLst>
            </a:custGeom>
            <a:solidFill>
              <a:srgbClr val="FFC89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5726894" y="2288613"/>
              <a:ext cx="65757" cy="65612"/>
            </a:xfrm>
            <a:custGeom>
              <a:avLst/>
              <a:gdLst/>
              <a:ahLst/>
              <a:cxnLst/>
              <a:rect l="l" t="t" r="r" b="b"/>
              <a:pathLst>
                <a:path w="452" h="451" extrusionOk="0">
                  <a:moveTo>
                    <a:pt x="226" y="1"/>
                  </a:moveTo>
                  <a:cubicBezTo>
                    <a:pt x="102" y="1"/>
                    <a:pt x="1" y="101"/>
                    <a:pt x="1" y="226"/>
                  </a:cubicBezTo>
                  <a:cubicBezTo>
                    <a:pt x="1" y="350"/>
                    <a:pt x="102" y="451"/>
                    <a:pt x="226" y="451"/>
                  </a:cubicBezTo>
                  <a:cubicBezTo>
                    <a:pt x="351" y="451"/>
                    <a:pt x="451" y="350"/>
                    <a:pt x="451" y="226"/>
                  </a:cubicBezTo>
                  <a:cubicBezTo>
                    <a:pt x="451" y="101"/>
                    <a:pt x="351" y="1"/>
                    <a:pt x="226" y="1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5504166" y="2262863"/>
              <a:ext cx="116965" cy="116965"/>
            </a:xfrm>
            <a:custGeom>
              <a:avLst/>
              <a:gdLst/>
              <a:ahLst/>
              <a:cxnLst/>
              <a:rect l="l" t="t" r="r" b="b"/>
              <a:pathLst>
                <a:path w="804" h="804" extrusionOk="0">
                  <a:moveTo>
                    <a:pt x="401" y="1"/>
                  </a:moveTo>
                  <a:cubicBezTo>
                    <a:pt x="179" y="1"/>
                    <a:pt x="0" y="181"/>
                    <a:pt x="0" y="403"/>
                  </a:cubicBezTo>
                  <a:cubicBezTo>
                    <a:pt x="0" y="624"/>
                    <a:pt x="179" y="804"/>
                    <a:pt x="401" y="804"/>
                  </a:cubicBezTo>
                  <a:cubicBezTo>
                    <a:pt x="624" y="804"/>
                    <a:pt x="803" y="624"/>
                    <a:pt x="803" y="403"/>
                  </a:cubicBezTo>
                  <a:cubicBezTo>
                    <a:pt x="803" y="181"/>
                    <a:pt x="624" y="1"/>
                    <a:pt x="401" y="1"/>
                  </a:cubicBezTo>
                  <a:close/>
                </a:path>
              </a:pathLst>
            </a:custGeom>
            <a:solidFill>
              <a:srgbClr val="FFC89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5530062" y="2288613"/>
              <a:ext cx="65612" cy="65612"/>
            </a:xfrm>
            <a:custGeom>
              <a:avLst/>
              <a:gdLst/>
              <a:ahLst/>
              <a:cxnLst/>
              <a:rect l="l" t="t" r="r" b="b"/>
              <a:pathLst>
                <a:path w="451" h="451" extrusionOk="0">
                  <a:moveTo>
                    <a:pt x="225" y="1"/>
                  </a:moveTo>
                  <a:cubicBezTo>
                    <a:pt x="101" y="1"/>
                    <a:pt x="0" y="101"/>
                    <a:pt x="0" y="226"/>
                  </a:cubicBezTo>
                  <a:cubicBezTo>
                    <a:pt x="0" y="350"/>
                    <a:pt x="101" y="451"/>
                    <a:pt x="225" y="451"/>
                  </a:cubicBezTo>
                  <a:cubicBezTo>
                    <a:pt x="349" y="451"/>
                    <a:pt x="450" y="350"/>
                    <a:pt x="450" y="226"/>
                  </a:cubicBezTo>
                  <a:cubicBezTo>
                    <a:pt x="450" y="10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CF9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910739" y="3300857"/>
              <a:ext cx="42335" cy="42044"/>
            </a:xfrm>
            <a:custGeom>
              <a:avLst/>
              <a:gdLst/>
              <a:ahLst/>
              <a:cxnLst/>
              <a:rect l="l" t="t" r="r" b="b"/>
              <a:pathLst>
                <a:path w="291" h="289" extrusionOk="0">
                  <a:moveTo>
                    <a:pt x="5" y="0"/>
                  </a:moveTo>
                  <a:cubicBezTo>
                    <a:pt x="2" y="0"/>
                    <a:pt x="1" y="1"/>
                    <a:pt x="1" y="4"/>
                  </a:cubicBezTo>
                  <a:lnTo>
                    <a:pt x="1" y="285"/>
                  </a:lnTo>
                  <a:cubicBezTo>
                    <a:pt x="1" y="288"/>
                    <a:pt x="2" y="289"/>
                    <a:pt x="5" y="289"/>
                  </a:cubicBezTo>
                  <a:lnTo>
                    <a:pt x="286" y="289"/>
                  </a:lnTo>
                  <a:cubicBezTo>
                    <a:pt x="289" y="289"/>
                    <a:pt x="291" y="288"/>
                    <a:pt x="289" y="285"/>
                  </a:cubicBezTo>
                  <a:lnTo>
                    <a:pt x="289" y="4"/>
                  </a:lnTo>
                  <a:cubicBezTo>
                    <a:pt x="289" y="1"/>
                    <a:pt x="287" y="0"/>
                    <a:pt x="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4012866" y="3301001"/>
              <a:ext cx="42335" cy="41899"/>
            </a:xfrm>
            <a:custGeom>
              <a:avLst/>
              <a:gdLst/>
              <a:ahLst/>
              <a:cxnLst/>
              <a:rect l="l" t="t" r="r" b="b"/>
              <a:pathLst>
                <a:path w="291" h="288" extrusionOk="0">
                  <a:moveTo>
                    <a:pt x="5" y="0"/>
                  </a:moveTo>
                  <a:cubicBezTo>
                    <a:pt x="4" y="0"/>
                    <a:pt x="1" y="1"/>
                    <a:pt x="1" y="5"/>
                  </a:cubicBezTo>
                  <a:lnTo>
                    <a:pt x="1" y="284"/>
                  </a:lnTo>
                  <a:cubicBezTo>
                    <a:pt x="1" y="286"/>
                    <a:pt x="3" y="288"/>
                    <a:pt x="5" y="288"/>
                  </a:cubicBezTo>
                  <a:lnTo>
                    <a:pt x="286" y="288"/>
                  </a:lnTo>
                  <a:cubicBezTo>
                    <a:pt x="289" y="288"/>
                    <a:pt x="290" y="287"/>
                    <a:pt x="289" y="286"/>
                  </a:cubicBezTo>
                  <a:lnTo>
                    <a:pt x="289" y="5"/>
                  </a:lnTo>
                  <a:cubicBezTo>
                    <a:pt x="289" y="1"/>
                    <a:pt x="287" y="0"/>
                    <a:pt x="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4115282" y="3301001"/>
              <a:ext cx="42044" cy="41899"/>
            </a:xfrm>
            <a:custGeom>
              <a:avLst/>
              <a:gdLst/>
              <a:ahLst/>
              <a:cxnLst/>
              <a:rect l="l" t="t" r="r" b="b"/>
              <a:pathLst>
                <a:path w="289" h="288" extrusionOk="0">
                  <a:moveTo>
                    <a:pt x="5" y="0"/>
                  </a:moveTo>
                  <a:cubicBezTo>
                    <a:pt x="3" y="0"/>
                    <a:pt x="1" y="1"/>
                    <a:pt x="1" y="5"/>
                  </a:cubicBezTo>
                  <a:lnTo>
                    <a:pt x="1" y="284"/>
                  </a:lnTo>
                  <a:cubicBezTo>
                    <a:pt x="1" y="286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6" y="288"/>
                    <a:pt x="288" y="287"/>
                    <a:pt x="288" y="286"/>
                  </a:cubicBezTo>
                  <a:lnTo>
                    <a:pt x="288" y="5"/>
                  </a:lnTo>
                  <a:cubicBezTo>
                    <a:pt x="288" y="1"/>
                    <a:pt x="287" y="0"/>
                    <a:pt x="2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4223227" y="3301001"/>
              <a:ext cx="42189" cy="41899"/>
            </a:xfrm>
            <a:custGeom>
              <a:avLst/>
              <a:gdLst/>
              <a:ahLst/>
              <a:cxnLst/>
              <a:rect l="l" t="t" r="r" b="b"/>
              <a:pathLst>
                <a:path w="290" h="288" extrusionOk="0">
                  <a:moveTo>
                    <a:pt x="5" y="0"/>
                  </a:moveTo>
                  <a:cubicBezTo>
                    <a:pt x="3" y="0"/>
                    <a:pt x="1" y="1"/>
                    <a:pt x="1" y="5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6" y="288"/>
                  </a:lnTo>
                  <a:cubicBezTo>
                    <a:pt x="288" y="288"/>
                    <a:pt x="289" y="287"/>
                    <a:pt x="289" y="286"/>
                  </a:cubicBezTo>
                  <a:lnTo>
                    <a:pt x="289" y="5"/>
                  </a:lnTo>
                  <a:cubicBezTo>
                    <a:pt x="289" y="1"/>
                    <a:pt x="288" y="0"/>
                    <a:pt x="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4325354" y="3301001"/>
              <a:ext cx="42335" cy="41899"/>
            </a:xfrm>
            <a:custGeom>
              <a:avLst/>
              <a:gdLst/>
              <a:ahLst/>
              <a:cxnLst/>
              <a:rect l="l" t="t" r="r" b="b"/>
              <a:pathLst>
                <a:path w="291" h="288" extrusionOk="0">
                  <a:moveTo>
                    <a:pt x="5" y="0"/>
                  </a:moveTo>
                  <a:cubicBezTo>
                    <a:pt x="4" y="0"/>
                    <a:pt x="1" y="1"/>
                    <a:pt x="1" y="5"/>
                  </a:cubicBezTo>
                  <a:lnTo>
                    <a:pt x="1" y="284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6" y="288"/>
                  </a:lnTo>
                  <a:cubicBezTo>
                    <a:pt x="287" y="288"/>
                    <a:pt x="290" y="287"/>
                    <a:pt x="288" y="284"/>
                  </a:cubicBezTo>
                  <a:lnTo>
                    <a:pt x="288" y="5"/>
                  </a:lnTo>
                  <a:cubicBezTo>
                    <a:pt x="288" y="3"/>
                    <a:pt x="287" y="0"/>
                    <a:pt x="2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4427479" y="3301001"/>
              <a:ext cx="42335" cy="41899"/>
            </a:xfrm>
            <a:custGeom>
              <a:avLst/>
              <a:gdLst/>
              <a:ahLst/>
              <a:cxnLst/>
              <a:rect l="l" t="t" r="r" b="b"/>
              <a:pathLst>
                <a:path w="291" h="288" extrusionOk="0">
                  <a:moveTo>
                    <a:pt x="5" y="0"/>
                  </a:moveTo>
                  <a:cubicBezTo>
                    <a:pt x="4" y="0"/>
                    <a:pt x="0" y="1"/>
                    <a:pt x="0" y="5"/>
                  </a:cubicBezTo>
                  <a:lnTo>
                    <a:pt x="0" y="284"/>
                  </a:lnTo>
                  <a:cubicBezTo>
                    <a:pt x="0" y="287"/>
                    <a:pt x="2" y="288"/>
                    <a:pt x="5" y="288"/>
                  </a:cubicBezTo>
                  <a:lnTo>
                    <a:pt x="286" y="288"/>
                  </a:lnTo>
                  <a:cubicBezTo>
                    <a:pt x="287" y="288"/>
                    <a:pt x="290" y="287"/>
                    <a:pt x="290" y="286"/>
                  </a:cubicBezTo>
                  <a:lnTo>
                    <a:pt x="290" y="5"/>
                  </a:lnTo>
                  <a:cubicBezTo>
                    <a:pt x="290" y="1"/>
                    <a:pt x="289" y="0"/>
                    <a:pt x="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911030" y="3397164"/>
              <a:ext cx="42044" cy="41899"/>
            </a:xfrm>
            <a:custGeom>
              <a:avLst/>
              <a:gdLst/>
              <a:ahLst/>
              <a:cxnLst/>
              <a:rect l="l" t="t" r="r" b="b"/>
              <a:pathLst>
                <a:path w="289" h="288" extrusionOk="0">
                  <a:moveTo>
                    <a:pt x="4" y="0"/>
                  </a:moveTo>
                  <a:cubicBezTo>
                    <a:pt x="2" y="0"/>
                    <a:pt x="0" y="1"/>
                    <a:pt x="0" y="5"/>
                  </a:cubicBezTo>
                  <a:lnTo>
                    <a:pt x="0" y="285"/>
                  </a:lnTo>
                  <a:cubicBezTo>
                    <a:pt x="0" y="287"/>
                    <a:pt x="2" y="288"/>
                    <a:pt x="4" y="288"/>
                  </a:cubicBezTo>
                  <a:lnTo>
                    <a:pt x="284" y="288"/>
                  </a:lnTo>
                  <a:cubicBezTo>
                    <a:pt x="287" y="288"/>
                    <a:pt x="289" y="286"/>
                    <a:pt x="289" y="285"/>
                  </a:cubicBezTo>
                  <a:lnTo>
                    <a:pt x="289" y="5"/>
                  </a:lnTo>
                  <a:cubicBezTo>
                    <a:pt x="289" y="1"/>
                    <a:pt x="287" y="0"/>
                    <a:pt x="2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4013157" y="3397164"/>
              <a:ext cx="42044" cy="41899"/>
            </a:xfrm>
            <a:custGeom>
              <a:avLst/>
              <a:gdLst/>
              <a:ahLst/>
              <a:cxnLst/>
              <a:rect l="l" t="t" r="r" b="b"/>
              <a:pathLst>
                <a:path w="289" h="288" extrusionOk="0">
                  <a:moveTo>
                    <a:pt x="4" y="0"/>
                  </a:moveTo>
                  <a:cubicBezTo>
                    <a:pt x="2" y="0"/>
                    <a:pt x="1" y="1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4" y="288"/>
                  </a:cubicBezTo>
                  <a:lnTo>
                    <a:pt x="284" y="288"/>
                  </a:lnTo>
                  <a:cubicBezTo>
                    <a:pt x="285" y="288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1"/>
                    <a:pt x="287" y="0"/>
                    <a:pt x="2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4115282" y="3397164"/>
              <a:ext cx="42044" cy="41899"/>
            </a:xfrm>
            <a:custGeom>
              <a:avLst/>
              <a:gdLst/>
              <a:ahLst/>
              <a:cxnLst/>
              <a:rect l="l" t="t" r="r" b="b"/>
              <a:pathLst>
                <a:path w="289" h="288" extrusionOk="0">
                  <a:moveTo>
                    <a:pt x="5" y="0"/>
                  </a:moveTo>
                  <a:cubicBezTo>
                    <a:pt x="2" y="0"/>
                    <a:pt x="1" y="1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4" y="288"/>
                  </a:lnTo>
                  <a:cubicBezTo>
                    <a:pt x="286" y="288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1"/>
                    <a:pt x="287" y="0"/>
                    <a:pt x="2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4223373" y="3397164"/>
              <a:ext cx="42044" cy="41899"/>
            </a:xfrm>
            <a:custGeom>
              <a:avLst/>
              <a:gdLst/>
              <a:ahLst/>
              <a:cxnLst/>
              <a:rect l="l" t="t" r="r" b="b"/>
              <a:pathLst>
                <a:path w="289" h="288" extrusionOk="0">
                  <a:moveTo>
                    <a:pt x="5" y="0"/>
                  </a:moveTo>
                  <a:cubicBezTo>
                    <a:pt x="2" y="0"/>
                    <a:pt x="1" y="1"/>
                    <a:pt x="1" y="5"/>
                  </a:cubicBezTo>
                  <a:lnTo>
                    <a:pt x="1" y="285"/>
                  </a:lnTo>
                  <a:cubicBezTo>
                    <a:pt x="1" y="287"/>
                    <a:pt x="2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88" y="286"/>
                    <a:pt x="288" y="285"/>
                  </a:cubicBezTo>
                  <a:lnTo>
                    <a:pt x="288" y="5"/>
                  </a:lnTo>
                  <a:cubicBezTo>
                    <a:pt x="288" y="1"/>
                    <a:pt x="287" y="0"/>
                    <a:pt x="2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4325499" y="3397164"/>
              <a:ext cx="42189" cy="41899"/>
            </a:xfrm>
            <a:custGeom>
              <a:avLst/>
              <a:gdLst/>
              <a:ahLst/>
              <a:cxnLst/>
              <a:rect l="l" t="t" r="r" b="b"/>
              <a:pathLst>
                <a:path w="290" h="288" extrusionOk="0">
                  <a:moveTo>
                    <a:pt x="5" y="0"/>
                  </a:moveTo>
                  <a:cubicBezTo>
                    <a:pt x="3" y="0"/>
                    <a:pt x="1" y="1"/>
                    <a:pt x="1" y="5"/>
                  </a:cubicBezTo>
                  <a:lnTo>
                    <a:pt x="1" y="285"/>
                  </a:lnTo>
                  <a:cubicBezTo>
                    <a:pt x="1" y="287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6" y="288"/>
                    <a:pt x="289" y="286"/>
                    <a:pt x="289" y="285"/>
                  </a:cubicBezTo>
                  <a:lnTo>
                    <a:pt x="289" y="5"/>
                  </a:lnTo>
                  <a:cubicBezTo>
                    <a:pt x="289" y="1"/>
                    <a:pt x="287" y="0"/>
                    <a:pt x="2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4427479" y="3397164"/>
              <a:ext cx="42335" cy="41899"/>
            </a:xfrm>
            <a:custGeom>
              <a:avLst/>
              <a:gdLst/>
              <a:ahLst/>
              <a:cxnLst/>
              <a:rect l="l" t="t" r="r" b="b"/>
              <a:pathLst>
                <a:path w="291" h="288" extrusionOk="0">
                  <a:moveTo>
                    <a:pt x="5" y="0"/>
                  </a:moveTo>
                  <a:cubicBezTo>
                    <a:pt x="3" y="0"/>
                    <a:pt x="0" y="1"/>
                    <a:pt x="0" y="5"/>
                  </a:cubicBezTo>
                  <a:lnTo>
                    <a:pt x="0" y="285"/>
                  </a:lnTo>
                  <a:cubicBezTo>
                    <a:pt x="0" y="287"/>
                    <a:pt x="3" y="288"/>
                    <a:pt x="5" y="288"/>
                  </a:cubicBezTo>
                  <a:lnTo>
                    <a:pt x="285" y="288"/>
                  </a:lnTo>
                  <a:cubicBezTo>
                    <a:pt x="287" y="288"/>
                    <a:pt x="290" y="286"/>
                    <a:pt x="289" y="285"/>
                  </a:cubicBezTo>
                  <a:lnTo>
                    <a:pt x="289" y="5"/>
                  </a:lnTo>
                  <a:cubicBezTo>
                    <a:pt x="289" y="1"/>
                    <a:pt x="287" y="0"/>
                    <a:pt x="28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4450174" y="2428272"/>
              <a:ext cx="172685" cy="81032"/>
            </a:xfrm>
            <a:custGeom>
              <a:avLst/>
              <a:gdLst/>
              <a:ahLst/>
              <a:cxnLst/>
              <a:rect l="l" t="t" r="r" b="b"/>
              <a:pathLst>
                <a:path w="1187" h="557" extrusionOk="0">
                  <a:moveTo>
                    <a:pt x="590" y="1"/>
                  </a:moveTo>
                  <a:cubicBezTo>
                    <a:pt x="405" y="1"/>
                    <a:pt x="320" y="157"/>
                    <a:pt x="336" y="299"/>
                  </a:cubicBezTo>
                  <a:cubicBezTo>
                    <a:pt x="310" y="290"/>
                    <a:pt x="281" y="283"/>
                    <a:pt x="248" y="283"/>
                  </a:cubicBezTo>
                  <a:cubicBezTo>
                    <a:pt x="78" y="283"/>
                    <a:pt x="0" y="424"/>
                    <a:pt x="11" y="556"/>
                  </a:cubicBezTo>
                  <a:lnTo>
                    <a:pt x="1187" y="556"/>
                  </a:lnTo>
                  <a:cubicBezTo>
                    <a:pt x="1187" y="398"/>
                    <a:pt x="1085" y="240"/>
                    <a:pt x="881" y="240"/>
                  </a:cubicBezTo>
                  <a:cubicBezTo>
                    <a:pt x="870" y="240"/>
                    <a:pt x="857" y="241"/>
                    <a:pt x="846" y="241"/>
                  </a:cubicBezTo>
                  <a:cubicBezTo>
                    <a:pt x="836" y="117"/>
                    <a:pt x="752" y="1"/>
                    <a:pt x="5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4926180" y="6274452"/>
              <a:ext cx="30115" cy="33315"/>
            </a:xfrm>
            <a:custGeom>
              <a:avLst/>
              <a:gdLst/>
              <a:ahLst/>
              <a:cxnLst/>
              <a:rect l="l" t="t" r="r" b="b"/>
              <a:pathLst>
                <a:path w="207" h="229" extrusionOk="0">
                  <a:moveTo>
                    <a:pt x="0" y="1"/>
                  </a:moveTo>
                  <a:lnTo>
                    <a:pt x="0" y="124"/>
                  </a:lnTo>
                  <a:cubicBezTo>
                    <a:pt x="0" y="183"/>
                    <a:pt x="46" y="229"/>
                    <a:pt x="102" y="229"/>
                  </a:cubicBezTo>
                  <a:cubicBezTo>
                    <a:pt x="161" y="229"/>
                    <a:pt x="207" y="183"/>
                    <a:pt x="207" y="124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5352374" y="1736810"/>
              <a:ext cx="26121" cy="47069"/>
            </a:xfrm>
            <a:custGeom>
              <a:avLst/>
              <a:gdLst/>
              <a:ahLst/>
              <a:cxnLst/>
              <a:rect l="l" t="t" r="r" b="b"/>
              <a:pathLst>
                <a:path w="207" h="373" extrusionOk="0">
                  <a:moveTo>
                    <a:pt x="103" y="0"/>
                  </a:moveTo>
                  <a:cubicBezTo>
                    <a:pt x="46" y="0"/>
                    <a:pt x="0" y="46"/>
                    <a:pt x="0" y="104"/>
                  </a:cubicBezTo>
                  <a:lnTo>
                    <a:pt x="0" y="268"/>
                  </a:lnTo>
                  <a:cubicBezTo>
                    <a:pt x="0" y="327"/>
                    <a:pt x="46" y="373"/>
                    <a:pt x="103" y="373"/>
                  </a:cubicBezTo>
                  <a:cubicBezTo>
                    <a:pt x="161" y="373"/>
                    <a:pt x="207" y="327"/>
                    <a:pt x="207" y="268"/>
                  </a:cubicBezTo>
                  <a:lnTo>
                    <a:pt x="207" y="104"/>
                  </a:lnTo>
                  <a:cubicBezTo>
                    <a:pt x="206" y="46"/>
                    <a:pt x="160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4764117" y="1468400"/>
              <a:ext cx="2390964" cy="4806368"/>
            </a:xfrm>
            <a:custGeom>
              <a:avLst/>
              <a:gdLst/>
              <a:ahLst/>
              <a:cxnLst/>
              <a:rect l="l" t="t" r="r" b="b"/>
              <a:pathLst>
                <a:path w="16435" h="33038" extrusionOk="0">
                  <a:moveTo>
                    <a:pt x="1363" y="1"/>
                  </a:moveTo>
                  <a:lnTo>
                    <a:pt x="1363" y="6525"/>
                  </a:lnTo>
                  <a:cubicBezTo>
                    <a:pt x="1363" y="7209"/>
                    <a:pt x="1917" y="7764"/>
                    <a:pt x="2602" y="7764"/>
                  </a:cubicBezTo>
                  <a:lnTo>
                    <a:pt x="13380" y="7764"/>
                  </a:lnTo>
                  <a:lnTo>
                    <a:pt x="13380" y="10654"/>
                  </a:lnTo>
                  <a:lnTo>
                    <a:pt x="4750" y="10654"/>
                  </a:lnTo>
                  <a:cubicBezTo>
                    <a:pt x="4065" y="10654"/>
                    <a:pt x="3510" y="11210"/>
                    <a:pt x="3510" y="11894"/>
                  </a:cubicBezTo>
                  <a:lnTo>
                    <a:pt x="3510" y="19617"/>
                  </a:lnTo>
                  <a:cubicBezTo>
                    <a:pt x="3510" y="20301"/>
                    <a:pt x="4065" y="20856"/>
                    <a:pt x="4750" y="20856"/>
                  </a:cubicBezTo>
                  <a:lnTo>
                    <a:pt x="16230" y="20856"/>
                  </a:lnTo>
                  <a:lnTo>
                    <a:pt x="16230" y="24365"/>
                  </a:lnTo>
                  <a:lnTo>
                    <a:pt x="1240" y="24365"/>
                  </a:lnTo>
                  <a:cubicBezTo>
                    <a:pt x="555" y="24365"/>
                    <a:pt x="1" y="24920"/>
                    <a:pt x="1" y="25604"/>
                  </a:cubicBezTo>
                  <a:lnTo>
                    <a:pt x="1" y="33038"/>
                  </a:lnTo>
                  <a:lnTo>
                    <a:pt x="207" y="33038"/>
                  </a:lnTo>
                  <a:lnTo>
                    <a:pt x="207" y="25603"/>
                  </a:lnTo>
                  <a:lnTo>
                    <a:pt x="206" y="25603"/>
                  </a:lnTo>
                  <a:cubicBezTo>
                    <a:pt x="206" y="25033"/>
                    <a:pt x="667" y="24571"/>
                    <a:pt x="1237" y="24571"/>
                  </a:cubicBezTo>
                  <a:lnTo>
                    <a:pt x="16434" y="24571"/>
                  </a:lnTo>
                  <a:lnTo>
                    <a:pt x="16434" y="20648"/>
                  </a:lnTo>
                  <a:lnTo>
                    <a:pt x="4749" y="20648"/>
                  </a:lnTo>
                  <a:cubicBezTo>
                    <a:pt x="4178" y="20648"/>
                    <a:pt x="3716" y="20186"/>
                    <a:pt x="3716" y="19617"/>
                  </a:cubicBezTo>
                  <a:lnTo>
                    <a:pt x="3716" y="11894"/>
                  </a:lnTo>
                  <a:cubicBezTo>
                    <a:pt x="3716" y="11324"/>
                    <a:pt x="4178" y="10861"/>
                    <a:pt x="4749" y="10861"/>
                  </a:cubicBezTo>
                  <a:lnTo>
                    <a:pt x="13585" y="10861"/>
                  </a:lnTo>
                  <a:lnTo>
                    <a:pt x="13585" y="7558"/>
                  </a:lnTo>
                  <a:lnTo>
                    <a:pt x="2601" y="7558"/>
                  </a:lnTo>
                  <a:cubicBezTo>
                    <a:pt x="2030" y="7558"/>
                    <a:pt x="1568" y="7096"/>
                    <a:pt x="1568" y="6526"/>
                  </a:cubicBezTo>
                  <a:lnTo>
                    <a:pt x="15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5094207" y="1468400"/>
              <a:ext cx="2391255" cy="4806077"/>
            </a:xfrm>
            <a:custGeom>
              <a:avLst/>
              <a:gdLst/>
              <a:ahLst/>
              <a:cxnLst/>
              <a:rect l="l" t="t" r="r" b="b"/>
              <a:pathLst>
                <a:path w="16437" h="33036" extrusionOk="0">
                  <a:moveTo>
                    <a:pt x="1363" y="1"/>
                  </a:moveTo>
                  <a:lnTo>
                    <a:pt x="1363" y="5492"/>
                  </a:lnTo>
                  <a:lnTo>
                    <a:pt x="12347" y="5492"/>
                  </a:lnTo>
                  <a:cubicBezTo>
                    <a:pt x="12918" y="5492"/>
                    <a:pt x="13380" y="5954"/>
                    <a:pt x="13380" y="6525"/>
                  </a:cubicBezTo>
                  <a:lnTo>
                    <a:pt x="13380" y="11892"/>
                  </a:lnTo>
                  <a:cubicBezTo>
                    <a:pt x="13380" y="12463"/>
                    <a:pt x="12918" y="12925"/>
                    <a:pt x="12347" y="12925"/>
                  </a:cubicBezTo>
                  <a:lnTo>
                    <a:pt x="3511" y="12925"/>
                  </a:lnTo>
                  <a:lnTo>
                    <a:pt x="3511" y="18582"/>
                  </a:lnTo>
                  <a:lnTo>
                    <a:pt x="15197" y="18582"/>
                  </a:lnTo>
                  <a:cubicBezTo>
                    <a:pt x="15768" y="18582"/>
                    <a:pt x="16229" y="19044"/>
                    <a:pt x="16229" y="19613"/>
                  </a:cubicBezTo>
                  <a:lnTo>
                    <a:pt x="16229" y="25602"/>
                  </a:lnTo>
                  <a:cubicBezTo>
                    <a:pt x="16229" y="26172"/>
                    <a:pt x="15768" y="26635"/>
                    <a:pt x="15197" y="26635"/>
                  </a:cubicBezTo>
                  <a:lnTo>
                    <a:pt x="0" y="26635"/>
                  </a:lnTo>
                  <a:lnTo>
                    <a:pt x="0" y="33036"/>
                  </a:lnTo>
                  <a:lnTo>
                    <a:pt x="206" y="33036"/>
                  </a:lnTo>
                  <a:lnTo>
                    <a:pt x="206" y="26841"/>
                  </a:lnTo>
                  <a:lnTo>
                    <a:pt x="15198" y="26841"/>
                  </a:lnTo>
                  <a:lnTo>
                    <a:pt x="15198" y="26842"/>
                  </a:lnTo>
                  <a:cubicBezTo>
                    <a:pt x="15881" y="26842"/>
                    <a:pt x="16437" y="26288"/>
                    <a:pt x="16437" y="25603"/>
                  </a:cubicBezTo>
                  <a:lnTo>
                    <a:pt x="16437" y="19616"/>
                  </a:lnTo>
                  <a:cubicBezTo>
                    <a:pt x="16437" y="18931"/>
                    <a:pt x="15881" y="18375"/>
                    <a:pt x="15198" y="18375"/>
                  </a:cubicBezTo>
                  <a:lnTo>
                    <a:pt x="3718" y="18375"/>
                  </a:lnTo>
                  <a:lnTo>
                    <a:pt x="3718" y="13132"/>
                  </a:lnTo>
                  <a:lnTo>
                    <a:pt x="12348" y="13132"/>
                  </a:lnTo>
                  <a:cubicBezTo>
                    <a:pt x="13032" y="13132"/>
                    <a:pt x="13587" y="12577"/>
                    <a:pt x="13587" y="11892"/>
                  </a:cubicBezTo>
                  <a:lnTo>
                    <a:pt x="13587" y="6525"/>
                  </a:lnTo>
                  <a:cubicBezTo>
                    <a:pt x="13587" y="5840"/>
                    <a:pt x="13032" y="5286"/>
                    <a:pt x="12348" y="5286"/>
                  </a:cubicBezTo>
                  <a:lnTo>
                    <a:pt x="1570" y="5286"/>
                  </a:lnTo>
                  <a:lnTo>
                    <a:pt x="15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4793941" y="1468400"/>
              <a:ext cx="2391255" cy="4806077"/>
            </a:xfrm>
            <a:custGeom>
              <a:avLst/>
              <a:gdLst/>
              <a:ahLst/>
              <a:cxnLst/>
              <a:rect l="l" t="t" r="r" b="b"/>
              <a:pathLst>
                <a:path w="16437" h="33036" extrusionOk="0">
                  <a:moveTo>
                    <a:pt x="1363" y="1"/>
                  </a:moveTo>
                  <a:lnTo>
                    <a:pt x="1363" y="6525"/>
                  </a:lnTo>
                  <a:cubicBezTo>
                    <a:pt x="1363" y="7095"/>
                    <a:pt x="1825" y="7557"/>
                    <a:pt x="2396" y="7557"/>
                  </a:cubicBezTo>
                  <a:lnTo>
                    <a:pt x="13380" y="7557"/>
                  </a:lnTo>
                  <a:lnTo>
                    <a:pt x="13380" y="10860"/>
                  </a:lnTo>
                  <a:lnTo>
                    <a:pt x="4544" y="10860"/>
                  </a:lnTo>
                  <a:cubicBezTo>
                    <a:pt x="3973" y="10860"/>
                    <a:pt x="3511" y="11323"/>
                    <a:pt x="3511" y="11892"/>
                  </a:cubicBezTo>
                  <a:lnTo>
                    <a:pt x="3511" y="19616"/>
                  </a:lnTo>
                  <a:cubicBezTo>
                    <a:pt x="3511" y="20185"/>
                    <a:pt x="3973" y="20647"/>
                    <a:pt x="4544" y="20647"/>
                  </a:cubicBezTo>
                  <a:lnTo>
                    <a:pt x="16229" y="20647"/>
                  </a:lnTo>
                  <a:lnTo>
                    <a:pt x="16229" y="24570"/>
                  </a:lnTo>
                  <a:lnTo>
                    <a:pt x="1032" y="24570"/>
                  </a:lnTo>
                  <a:cubicBezTo>
                    <a:pt x="462" y="24570"/>
                    <a:pt x="1" y="25031"/>
                    <a:pt x="1" y="25602"/>
                  </a:cubicBezTo>
                  <a:lnTo>
                    <a:pt x="1" y="33036"/>
                  </a:lnTo>
                  <a:lnTo>
                    <a:pt x="206" y="33036"/>
                  </a:lnTo>
                  <a:lnTo>
                    <a:pt x="206" y="25603"/>
                  </a:lnTo>
                  <a:lnTo>
                    <a:pt x="207" y="25603"/>
                  </a:lnTo>
                  <a:cubicBezTo>
                    <a:pt x="207" y="25147"/>
                    <a:pt x="577" y="24778"/>
                    <a:pt x="1034" y="24778"/>
                  </a:cubicBezTo>
                  <a:lnTo>
                    <a:pt x="16436" y="24778"/>
                  </a:lnTo>
                  <a:lnTo>
                    <a:pt x="16436" y="20441"/>
                  </a:lnTo>
                  <a:lnTo>
                    <a:pt x="4544" y="20441"/>
                  </a:lnTo>
                  <a:cubicBezTo>
                    <a:pt x="4086" y="20441"/>
                    <a:pt x="3717" y="20072"/>
                    <a:pt x="3717" y="19614"/>
                  </a:cubicBezTo>
                  <a:lnTo>
                    <a:pt x="3717" y="11892"/>
                  </a:lnTo>
                  <a:cubicBezTo>
                    <a:pt x="3717" y="11436"/>
                    <a:pt x="4086" y="11067"/>
                    <a:pt x="4544" y="11067"/>
                  </a:cubicBezTo>
                  <a:lnTo>
                    <a:pt x="13586" y="11067"/>
                  </a:lnTo>
                  <a:lnTo>
                    <a:pt x="13586" y="7350"/>
                  </a:lnTo>
                  <a:lnTo>
                    <a:pt x="2396" y="7350"/>
                  </a:lnTo>
                  <a:cubicBezTo>
                    <a:pt x="1940" y="7350"/>
                    <a:pt x="1569" y="6980"/>
                    <a:pt x="1569" y="6523"/>
                  </a:cubicBezTo>
                  <a:lnTo>
                    <a:pt x="15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5064385" y="1468400"/>
              <a:ext cx="2390964" cy="4806368"/>
            </a:xfrm>
            <a:custGeom>
              <a:avLst/>
              <a:gdLst/>
              <a:ahLst/>
              <a:cxnLst/>
              <a:rect l="l" t="t" r="r" b="b"/>
              <a:pathLst>
                <a:path w="16435" h="33038" extrusionOk="0">
                  <a:moveTo>
                    <a:pt x="1363" y="1"/>
                  </a:moveTo>
                  <a:lnTo>
                    <a:pt x="1363" y="5700"/>
                  </a:lnTo>
                  <a:lnTo>
                    <a:pt x="12554" y="5700"/>
                  </a:lnTo>
                  <a:cubicBezTo>
                    <a:pt x="13011" y="5700"/>
                    <a:pt x="13380" y="6070"/>
                    <a:pt x="13380" y="6526"/>
                  </a:cubicBezTo>
                  <a:lnTo>
                    <a:pt x="13380" y="11894"/>
                  </a:lnTo>
                  <a:cubicBezTo>
                    <a:pt x="13380" y="12351"/>
                    <a:pt x="13011" y="12720"/>
                    <a:pt x="12554" y="12720"/>
                  </a:cubicBezTo>
                  <a:lnTo>
                    <a:pt x="3510" y="12720"/>
                  </a:lnTo>
                  <a:lnTo>
                    <a:pt x="3510" y="18790"/>
                  </a:lnTo>
                  <a:lnTo>
                    <a:pt x="15404" y="18790"/>
                  </a:lnTo>
                  <a:cubicBezTo>
                    <a:pt x="15860" y="18790"/>
                    <a:pt x="16229" y="19160"/>
                    <a:pt x="16229" y="19617"/>
                  </a:cubicBezTo>
                  <a:lnTo>
                    <a:pt x="16229" y="25604"/>
                  </a:lnTo>
                  <a:cubicBezTo>
                    <a:pt x="16229" y="26062"/>
                    <a:pt x="15860" y="26431"/>
                    <a:pt x="15404" y="26431"/>
                  </a:cubicBezTo>
                  <a:lnTo>
                    <a:pt x="1" y="26431"/>
                  </a:lnTo>
                  <a:lnTo>
                    <a:pt x="1" y="33038"/>
                  </a:lnTo>
                  <a:lnTo>
                    <a:pt x="206" y="33038"/>
                  </a:lnTo>
                  <a:lnTo>
                    <a:pt x="206" y="26637"/>
                  </a:lnTo>
                  <a:lnTo>
                    <a:pt x="15403" y="26637"/>
                  </a:lnTo>
                  <a:cubicBezTo>
                    <a:pt x="15973" y="26637"/>
                    <a:pt x="16434" y="26175"/>
                    <a:pt x="16434" y="25604"/>
                  </a:cubicBezTo>
                  <a:lnTo>
                    <a:pt x="16434" y="19617"/>
                  </a:lnTo>
                  <a:cubicBezTo>
                    <a:pt x="16434" y="19046"/>
                    <a:pt x="15973" y="18584"/>
                    <a:pt x="15403" y="18584"/>
                  </a:cubicBezTo>
                  <a:lnTo>
                    <a:pt x="3716" y="18584"/>
                  </a:lnTo>
                  <a:lnTo>
                    <a:pt x="3716" y="12927"/>
                  </a:lnTo>
                  <a:lnTo>
                    <a:pt x="12553" y="12927"/>
                  </a:lnTo>
                  <a:cubicBezTo>
                    <a:pt x="13123" y="12927"/>
                    <a:pt x="13585" y="12465"/>
                    <a:pt x="13585" y="11896"/>
                  </a:cubicBezTo>
                  <a:lnTo>
                    <a:pt x="13585" y="6527"/>
                  </a:lnTo>
                  <a:cubicBezTo>
                    <a:pt x="13585" y="5957"/>
                    <a:pt x="13123" y="5496"/>
                    <a:pt x="12553" y="5496"/>
                  </a:cubicBezTo>
                  <a:lnTo>
                    <a:pt x="1569" y="5496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4824053" y="1468400"/>
              <a:ext cx="2601328" cy="4806659"/>
            </a:xfrm>
            <a:custGeom>
              <a:avLst/>
              <a:gdLst/>
              <a:ahLst/>
              <a:cxnLst/>
              <a:rect l="l" t="t" r="r" b="b"/>
              <a:pathLst>
                <a:path w="17881" h="33040" extrusionOk="0">
                  <a:moveTo>
                    <a:pt x="2168" y="475"/>
                  </a:moveTo>
                  <a:cubicBezTo>
                    <a:pt x="2226" y="475"/>
                    <a:pt x="2272" y="521"/>
                    <a:pt x="2272" y="579"/>
                  </a:cubicBezTo>
                  <a:lnTo>
                    <a:pt x="2272" y="744"/>
                  </a:lnTo>
                  <a:cubicBezTo>
                    <a:pt x="2272" y="801"/>
                    <a:pt x="2226" y="847"/>
                    <a:pt x="2168" y="847"/>
                  </a:cubicBezTo>
                  <a:cubicBezTo>
                    <a:pt x="2111" y="847"/>
                    <a:pt x="2065" y="801"/>
                    <a:pt x="2065" y="744"/>
                  </a:cubicBezTo>
                  <a:lnTo>
                    <a:pt x="2065" y="579"/>
                  </a:lnTo>
                  <a:cubicBezTo>
                    <a:pt x="2065" y="521"/>
                    <a:pt x="2111" y="475"/>
                    <a:pt x="2168" y="475"/>
                  </a:cubicBezTo>
                  <a:close/>
                  <a:moveTo>
                    <a:pt x="2168" y="1466"/>
                  </a:moveTo>
                  <a:cubicBezTo>
                    <a:pt x="2226" y="1466"/>
                    <a:pt x="2272" y="1512"/>
                    <a:pt x="2272" y="1570"/>
                  </a:cubicBezTo>
                  <a:lnTo>
                    <a:pt x="2272" y="1735"/>
                  </a:lnTo>
                  <a:cubicBezTo>
                    <a:pt x="2272" y="1793"/>
                    <a:pt x="2226" y="1839"/>
                    <a:pt x="2168" y="1839"/>
                  </a:cubicBezTo>
                  <a:cubicBezTo>
                    <a:pt x="2111" y="1839"/>
                    <a:pt x="2065" y="1793"/>
                    <a:pt x="2065" y="1735"/>
                  </a:cubicBezTo>
                  <a:lnTo>
                    <a:pt x="2065" y="1570"/>
                  </a:lnTo>
                  <a:cubicBezTo>
                    <a:pt x="2065" y="1512"/>
                    <a:pt x="2111" y="1466"/>
                    <a:pt x="2168" y="1466"/>
                  </a:cubicBezTo>
                  <a:close/>
                  <a:moveTo>
                    <a:pt x="2168" y="2458"/>
                  </a:moveTo>
                  <a:cubicBezTo>
                    <a:pt x="2226" y="2458"/>
                    <a:pt x="2272" y="2504"/>
                    <a:pt x="2272" y="2561"/>
                  </a:cubicBezTo>
                  <a:lnTo>
                    <a:pt x="2272" y="2726"/>
                  </a:lnTo>
                  <a:cubicBezTo>
                    <a:pt x="2272" y="2784"/>
                    <a:pt x="2226" y="2830"/>
                    <a:pt x="2168" y="2830"/>
                  </a:cubicBezTo>
                  <a:cubicBezTo>
                    <a:pt x="2111" y="2830"/>
                    <a:pt x="2065" y="2784"/>
                    <a:pt x="2065" y="2726"/>
                  </a:cubicBezTo>
                  <a:lnTo>
                    <a:pt x="2065" y="2561"/>
                  </a:lnTo>
                  <a:cubicBezTo>
                    <a:pt x="2065" y="2504"/>
                    <a:pt x="2111" y="2458"/>
                    <a:pt x="2168" y="2458"/>
                  </a:cubicBezTo>
                  <a:close/>
                  <a:moveTo>
                    <a:pt x="2168" y="3449"/>
                  </a:moveTo>
                  <a:cubicBezTo>
                    <a:pt x="2226" y="3449"/>
                    <a:pt x="2272" y="3495"/>
                    <a:pt x="2272" y="3552"/>
                  </a:cubicBezTo>
                  <a:lnTo>
                    <a:pt x="2272" y="3717"/>
                  </a:lnTo>
                  <a:cubicBezTo>
                    <a:pt x="2272" y="3775"/>
                    <a:pt x="2226" y="3821"/>
                    <a:pt x="2168" y="3821"/>
                  </a:cubicBezTo>
                  <a:cubicBezTo>
                    <a:pt x="2111" y="3821"/>
                    <a:pt x="2065" y="3775"/>
                    <a:pt x="2065" y="3717"/>
                  </a:cubicBezTo>
                  <a:lnTo>
                    <a:pt x="2065" y="3552"/>
                  </a:lnTo>
                  <a:cubicBezTo>
                    <a:pt x="2065" y="3495"/>
                    <a:pt x="2111" y="3449"/>
                    <a:pt x="2168" y="3449"/>
                  </a:cubicBezTo>
                  <a:close/>
                  <a:moveTo>
                    <a:pt x="2168" y="4440"/>
                  </a:moveTo>
                  <a:cubicBezTo>
                    <a:pt x="2226" y="4440"/>
                    <a:pt x="2272" y="4486"/>
                    <a:pt x="2272" y="4544"/>
                  </a:cubicBezTo>
                  <a:lnTo>
                    <a:pt x="2272" y="4709"/>
                  </a:lnTo>
                  <a:cubicBezTo>
                    <a:pt x="2272" y="4766"/>
                    <a:pt x="2226" y="4812"/>
                    <a:pt x="2168" y="4812"/>
                  </a:cubicBezTo>
                  <a:cubicBezTo>
                    <a:pt x="2111" y="4812"/>
                    <a:pt x="2065" y="4766"/>
                    <a:pt x="2065" y="4709"/>
                  </a:cubicBezTo>
                  <a:lnTo>
                    <a:pt x="2065" y="4544"/>
                  </a:lnTo>
                  <a:cubicBezTo>
                    <a:pt x="2065" y="4486"/>
                    <a:pt x="2111" y="4440"/>
                    <a:pt x="2168" y="4440"/>
                  </a:cubicBezTo>
                  <a:close/>
                  <a:moveTo>
                    <a:pt x="2168" y="5431"/>
                  </a:moveTo>
                  <a:cubicBezTo>
                    <a:pt x="2226" y="5431"/>
                    <a:pt x="2272" y="5477"/>
                    <a:pt x="2272" y="5534"/>
                  </a:cubicBezTo>
                  <a:lnTo>
                    <a:pt x="2272" y="5700"/>
                  </a:lnTo>
                  <a:cubicBezTo>
                    <a:pt x="2272" y="5757"/>
                    <a:pt x="2226" y="5803"/>
                    <a:pt x="2168" y="5803"/>
                  </a:cubicBezTo>
                  <a:cubicBezTo>
                    <a:pt x="2111" y="5803"/>
                    <a:pt x="2065" y="5757"/>
                    <a:pt x="2065" y="5700"/>
                  </a:cubicBezTo>
                  <a:lnTo>
                    <a:pt x="2065" y="5534"/>
                  </a:lnTo>
                  <a:cubicBezTo>
                    <a:pt x="2065" y="5477"/>
                    <a:pt x="2111" y="5431"/>
                    <a:pt x="2168" y="5431"/>
                  </a:cubicBezTo>
                  <a:close/>
                  <a:moveTo>
                    <a:pt x="2168" y="6423"/>
                  </a:moveTo>
                  <a:cubicBezTo>
                    <a:pt x="2191" y="6423"/>
                    <a:pt x="2213" y="6430"/>
                    <a:pt x="2230" y="6443"/>
                  </a:cubicBezTo>
                  <a:lnTo>
                    <a:pt x="2313" y="6443"/>
                  </a:lnTo>
                  <a:cubicBezTo>
                    <a:pt x="2370" y="6443"/>
                    <a:pt x="2416" y="6489"/>
                    <a:pt x="2416" y="6546"/>
                  </a:cubicBezTo>
                  <a:cubicBezTo>
                    <a:pt x="2416" y="6604"/>
                    <a:pt x="2370" y="6650"/>
                    <a:pt x="2313" y="6650"/>
                  </a:cubicBezTo>
                  <a:lnTo>
                    <a:pt x="2168" y="6650"/>
                  </a:lnTo>
                  <a:cubicBezTo>
                    <a:pt x="2111" y="6650"/>
                    <a:pt x="2065" y="6604"/>
                    <a:pt x="2065" y="6546"/>
                  </a:cubicBezTo>
                  <a:lnTo>
                    <a:pt x="2065" y="6526"/>
                  </a:lnTo>
                  <a:cubicBezTo>
                    <a:pt x="2065" y="6469"/>
                    <a:pt x="2111" y="6423"/>
                    <a:pt x="2168" y="6423"/>
                  </a:cubicBezTo>
                  <a:close/>
                  <a:moveTo>
                    <a:pt x="3304" y="6443"/>
                  </a:moveTo>
                  <a:cubicBezTo>
                    <a:pt x="3361" y="6443"/>
                    <a:pt x="3407" y="6489"/>
                    <a:pt x="3407" y="6546"/>
                  </a:cubicBezTo>
                  <a:cubicBezTo>
                    <a:pt x="3407" y="6604"/>
                    <a:pt x="3361" y="6650"/>
                    <a:pt x="3304" y="6650"/>
                  </a:cubicBezTo>
                  <a:lnTo>
                    <a:pt x="3139" y="6650"/>
                  </a:lnTo>
                  <a:cubicBezTo>
                    <a:pt x="3081" y="6650"/>
                    <a:pt x="3035" y="6604"/>
                    <a:pt x="3035" y="6546"/>
                  </a:cubicBezTo>
                  <a:cubicBezTo>
                    <a:pt x="3035" y="6489"/>
                    <a:pt x="3081" y="6443"/>
                    <a:pt x="3139" y="6443"/>
                  </a:cubicBezTo>
                  <a:close/>
                  <a:moveTo>
                    <a:pt x="4294" y="6443"/>
                  </a:moveTo>
                  <a:cubicBezTo>
                    <a:pt x="4352" y="6443"/>
                    <a:pt x="4398" y="6489"/>
                    <a:pt x="4398" y="6546"/>
                  </a:cubicBezTo>
                  <a:cubicBezTo>
                    <a:pt x="4398" y="6604"/>
                    <a:pt x="4352" y="6650"/>
                    <a:pt x="4294" y="6650"/>
                  </a:cubicBezTo>
                  <a:lnTo>
                    <a:pt x="4129" y="6650"/>
                  </a:lnTo>
                  <a:cubicBezTo>
                    <a:pt x="4072" y="6650"/>
                    <a:pt x="4025" y="6604"/>
                    <a:pt x="4025" y="6546"/>
                  </a:cubicBezTo>
                  <a:cubicBezTo>
                    <a:pt x="4026" y="6489"/>
                    <a:pt x="4073" y="6443"/>
                    <a:pt x="4129" y="6443"/>
                  </a:cubicBezTo>
                  <a:close/>
                  <a:moveTo>
                    <a:pt x="5285" y="6443"/>
                  </a:moveTo>
                  <a:cubicBezTo>
                    <a:pt x="5342" y="6443"/>
                    <a:pt x="5388" y="6489"/>
                    <a:pt x="5388" y="6546"/>
                  </a:cubicBezTo>
                  <a:cubicBezTo>
                    <a:pt x="5388" y="6604"/>
                    <a:pt x="5342" y="6650"/>
                    <a:pt x="5285" y="6650"/>
                  </a:cubicBezTo>
                  <a:lnTo>
                    <a:pt x="5120" y="6650"/>
                  </a:lnTo>
                  <a:cubicBezTo>
                    <a:pt x="5063" y="6650"/>
                    <a:pt x="5017" y="6604"/>
                    <a:pt x="5017" y="6546"/>
                  </a:cubicBezTo>
                  <a:cubicBezTo>
                    <a:pt x="5018" y="6489"/>
                    <a:pt x="5064" y="6443"/>
                    <a:pt x="5120" y="6443"/>
                  </a:cubicBezTo>
                  <a:close/>
                  <a:moveTo>
                    <a:pt x="6276" y="6443"/>
                  </a:moveTo>
                  <a:cubicBezTo>
                    <a:pt x="6334" y="6443"/>
                    <a:pt x="6380" y="6489"/>
                    <a:pt x="6380" y="6546"/>
                  </a:cubicBezTo>
                  <a:cubicBezTo>
                    <a:pt x="6380" y="6604"/>
                    <a:pt x="6334" y="6650"/>
                    <a:pt x="6276" y="6650"/>
                  </a:cubicBezTo>
                  <a:lnTo>
                    <a:pt x="6112" y="6650"/>
                  </a:lnTo>
                  <a:cubicBezTo>
                    <a:pt x="6053" y="6650"/>
                    <a:pt x="6007" y="6604"/>
                    <a:pt x="6007" y="6546"/>
                  </a:cubicBezTo>
                  <a:cubicBezTo>
                    <a:pt x="6007" y="6489"/>
                    <a:pt x="6055" y="6443"/>
                    <a:pt x="6112" y="6443"/>
                  </a:cubicBezTo>
                  <a:close/>
                  <a:moveTo>
                    <a:pt x="7268" y="6443"/>
                  </a:moveTo>
                  <a:cubicBezTo>
                    <a:pt x="7325" y="6443"/>
                    <a:pt x="7371" y="6489"/>
                    <a:pt x="7371" y="6546"/>
                  </a:cubicBezTo>
                  <a:cubicBezTo>
                    <a:pt x="7371" y="6604"/>
                    <a:pt x="7325" y="6650"/>
                    <a:pt x="7268" y="6650"/>
                  </a:cubicBezTo>
                  <a:lnTo>
                    <a:pt x="7102" y="6650"/>
                  </a:lnTo>
                  <a:cubicBezTo>
                    <a:pt x="7045" y="6650"/>
                    <a:pt x="6999" y="6604"/>
                    <a:pt x="6999" y="6546"/>
                  </a:cubicBezTo>
                  <a:cubicBezTo>
                    <a:pt x="6999" y="6489"/>
                    <a:pt x="7046" y="6443"/>
                    <a:pt x="7102" y="6443"/>
                  </a:cubicBezTo>
                  <a:close/>
                  <a:moveTo>
                    <a:pt x="8258" y="6443"/>
                  </a:moveTo>
                  <a:cubicBezTo>
                    <a:pt x="8317" y="6443"/>
                    <a:pt x="8363" y="6489"/>
                    <a:pt x="8363" y="6546"/>
                  </a:cubicBezTo>
                  <a:cubicBezTo>
                    <a:pt x="8363" y="6604"/>
                    <a:pt x="8317" y="6650"/>
                    <a:pt x="8258" y="6650"/>
                  </a:cubicBezTo>
                  <a:lnTo>
                    <a:pt x="8094" y="6650"/>
                  </a:lnTo>
                  <a:cubicBezTo>
                    <a:pt x="8036" y="6650"/>
                    <a:pt x="7990" y="6604"/>
                    <a:pt x="7990" y="6546"/>
                  </a:cubicBezTo>
                  <a:cubicBezTo>
                    <a:pt x="7990" y="6489"/>
                    <a:pt x="8036" y="6443"/>
                    <a:pt x="8094" y="6443"/>
                  </a:cubicBezTo>
                  <a:close/>
                  <a:moveTo>
                    <a:pt x="9250" y="6443"/>
                  </a:moveTo>
                  <a:cubicBezTo>
                    <a:pt x="9307" y="6443"/>
                    <a:pt x="9353" y="6489"/>
                    <a:pt x="9353" y="6546"/>
                  </a:cubicBezTo>
                  <a:cubicBezTo>
                    <a:pt x="9353" y="6604"/>
                    <a:pt x="9307" y="6650"/>
                    <a:pt x="9250" y="6650"/>
                  </a:cubicBezTo>
                  <a:lnTo>
                    <a:pt x="9085" y="6650"/>
                  </a:lnTo>
                  <a:cubicBezTo>
                    <a:pt x="9028" y="6650"/>
                    <a:pt x="8982" y="6604"/>
                    <a:pt x="8982" y="6546"/>
                  </a:cubicBezTo>
                  <a:cubicBezTo>
                    <a:pt x="8982" y="6489"/>
                    <a:pt x="9028" y="6443"/>
                    <a:pt x="9085" y="6443"/>
                  </a:cubicBezTo>
                  <a:close/>
                  <a:moveTo>
                    <a:pt x="10241" y="6443"/>
                  </a:moveTo>
                  <a:cubicBezTo>
                    <a:pt x="10299" y="6443"/>
                    <a:pt x="10345" y="6489"/>
                    <a:pt x="10345" y="6546"/>
                  </a:cubicBezTo>
                  <a:cubicBezTo>
                    <a:pt x="10345" y="6604"/>
                    <a:pt x="10299" y="6650"/>
                    <a:pt x="10241" y="6650"/>
                  </a:cubicBezTo>
                  <a:lnTo>
                    <a:pt x="10077" y="6650"/>
                  </a:lnTo>
                  <a:cubicBezTo>
                    <a:pt x="10018" y="6650"/>
                    <a:pt x="9972" y="6604"/>
                    <a:pt x="9972" y="6546"/>
                  </a:cubicBezTo>
                  <a:cubicBezTo>
                    <a:pt x="9972" y="6489"/>
                    <a:pt x="10018" y="6443"/>
                    <a:pt x="10077" y="6443"/>
                  </a:cubicBezTo>
                  <a:close/>
                  <a:moveTo>
                    <a:pt x="11233" y="6443"/>
                  </a:moveTo>
                  <a:cubicBezTo>
                    <a:pt x="11290" y="6443"/>
                    <a:pt x="11336" y="6489"/>
                    <a:pt x="11336" y="6546"/>
                  </a:cubicBezTo>
                  <a:cubicBezTo>
                    <a:pt x="11336" y="6604"/>
                    <a:pt x="11290" y="6650"/>
                    <a:pt x="11233" y="6650"/>
                  </a:cubicBezTo>
                  <a:lnTo>
                    <a:pt x="11067" y="6650"/>
                  </a:lnTo>
                  <a:cubicBezTo>
                    <a:pt x="11010" y="6650"/>
                    <a:pt x="10964" y="6604"/>
                    <a:pt x="10964" y="6546"/>
                  </a:cubicBezTo>
                  <a:cubicBezTo>
                    <a:pt x="10964" y="6489"/>
                    <a:pt x="11010" y="6443"/>
                    <a:pt x="11067" y="6443"/>
                  </a:cubicBezTo>
                  <a:close/>
                  <a:moveTo>
                    <a:pt x="12223" y="6443"/>
                  </a:moveTo>
                  <a:cubicBezTo>
                    <a:pt x="12282" y="6443"/>
                    <a:pt x="12328" y="6489"/>
                    <a:pt x="12328" y="6546"/>
                  </a:cubicBezTo>
                  <a:cubicBezTo>
                    <a:pt x="12328" y="6604"/>
                    <a:pt x="12282" y="6650"/>
                    <a:pt x="12223" y="6650"/>
                  </a:cubicBezTo>
                  <a:lnTo>
                    <a:pt x="12059" y="6650"/>
                  </a:lnTo>
                  <a:cubicBezTo>
                    <a:pt x="12001" y="6650"/>
                    <a:pt x="11955" y="6604"/>
                    <a:pt x="11955" y="6546"/>
                  </a:cubicBezTo>
                  <a:cubicBezTo>
                    <a:pt x="11955" y="6489"/>
                    <a:pt x="12001" y="6443"/>
                    <a:pt x="12059" y="6443"/>
                  </a:cubicBezTo>
                  <a:close/>
                  <a:moveTo>
                    <a:pt x="13214" y="6443"/>
                  </a:moveTo>
                  <a:cubicBezTo>
                    <a:pt x="13271" y="6443"/>
                    <a:pt x="13317" y="6489"/>
                    <a:pt x="13317" y="6546"/>
                  </a:cubicBezTo>
                  <a:cubicBezTo>
                    <a:pt x="13317" y="6604"/>
                    <a:pt x="13271" y="6650"/>
                    <a:pt x="13214" y="6650"/>
                  </a:cubicBezTo>
                  <a:lnTo>
                    <a:pt x="13049" y="6650"/>
                  </a:lnTo>
                  <a:cubicBezTo>
                    <a:pt x="12991" y="6650"/>
                    <a:pt x="12945" y="6604"/>
                    <a:pt x="12945" y="6546"/>
                  </a:cubicBezTo>
                  <a:cubicBezTo>
                    <a:pt x="12947" y="6489"/>
                    <a:pt x="12993" y="6443"/>
                    <a:pt x="13049" y="6443"/>
                  </a:cubicBezTo>
                  <a:close/>
                  <a:moveTo>
                    <a:pt x="14184" y="6443"/>
                  </a:moveTo>
                  <a:cubicBezTo>
                    <a:pt x="14242" y="6443"/>
                    <a:pt x="14288" y="6489"/>
                    <a:pt x="14288" y="6546"/>
                  </a:cubicBezTo>
                  <a:lnTo>
                    <a:pt x="14288" y="6567"/>
                  </a:lnTo>
                  <a:cubicBezTo>
                    <a:pt x="14288" y="6624"/>
                    <a:pt x="14242" y="6670"/>
                    <a:pt x="14184" y="6670"/>
                  </a:cubicBezTo>
                  <a:cubicBezTo>
                    <a:pt x="14161" y="6670"/>
                    <a:pt x="14140" y="6663"/>
                    <a:pt x="14123" y="6650"/>
                  </a:cubicBezTo>
                  <a:lnTo>
                    <a:pt x="14039" y="6650"/>
                  </a:lnTo>
                  <a:cubicBezTo>
                    <a:pt x="13982" y="6650"/>
                    <a:pt x="13936" y="6604"/>
                    <a:pt x="13936" y="6546"/>
                  </a:cubicBezTo>
                  <a:cubicBezTo>
                    <a:pt x="13937" y="6489"/>
                    <a:pt x="13983" y="6443"/>
                    <a:pt x="14039" y="6443"/>
                  </a:cubicBezTo>
                  <a:close/>
                  <a:moveTo>
                    <a:pt x="14185" y="7289"/>
                  </a:moveTo>
                  <a:cubicBezTo>
                    <a:pt x="14242" y="7289"/>
                    <a:pt x="14288" y="7335"/>
                    <a:pt x="14288" y="7394"/>
                  </a:cubicBezTo>
                  <a:lnTo>
                    <a:pt x="14288" y="7558"/>
                  </a:lnTo>
                  <a:cubicBezTo>
                    <a:pt x="14288" y="7616"/>
                    <a:pt x="14242" y="7662"/>
                    <a:pt x="14185" y="7662"/>
                  </a:cubicBezTo>
                  <a:cubicBezTo>
                    <a:pt x="14126" y="7662"/>
                    <a:pt x="14080" y="7616"/>
                    <a:pt x="14080" y="7558"/>
                  </a:cubicBezTo>
                  <a:lnTo>
                    <a:pt x="14080" y="7394"/>
                  </a:lnTo>
                  <a:cubicBezTo>
                    <a:pt x="14080" y="7335"/>
                    <a:pt x="14126" y="7289"/>
                    <a:pt x="14185" y="7289"/>
                  </a:cubicBezTo>
                  <a:close/>
                  <a:moveTo>
                    <a:pt x="14185" y="8281"/>
                  </a:moveTo>
                  <a:cubicBezTo>
                    <a:pt x="14242" y="8281"/>
                    <a:pt x="14288" y="8327"/>
                    <a:pt x="14288" y="8384"/>
                  </a:cubicBezTo>
                  <a:lnTo>
                    <a:pt x="14288" y="8550"/>
                  </a:lnTo>
                  <a:cubicBezTo>
                    <a:pt x="14288" y="8607"/>
                    <a:pt x="14242" y="8653"/>
                    <a:pt x="14185" y="8653"/>
                  </a:cubicBezTo>
                  <a:cubicBezTo>
                    <a:pt x="14126" y="8653"/>
                    <a:pt x="14080" y="8607"/>
                    <a:pt x="14080" y="8550"/>
                  </a:cubicBezTo>
                  <a:lnTo>
                    <a:pt x="14080" y="8384"/>
                  </a:lnTo>
                  <a:cubicBezTo>
                    <a:pt x="14080" y="8327"/>
                    <a:pt x="14126" y="8281"/>
                    <a:pt x="14185" y="8281"/>
                  </a:cubicBezTo>
                  <a:close/>
                  <a:moveTo>
                    <a:pt x="14185" y="9272"/>
                  </a:moveTo>
                  <a:cubicBezTo>
                    <a:pt x="14242" y="9272"/>
                    <a:pt x="14288" y="9318"/>
                    <a:pt x="14288" y="9375"/>
                  </a:cubicBezTo>
                  <a:lnTo>
                    <a:pt x="14288" y="9540"/>
                  </a:lnTo>
                  <a:cubicBezTo>
                    <a:pt x="14288" y="9599"/>
                    <a:pt x="14242" y="9645"/>
                    <a:pt x="14185" y="9645"/>
                  </a:cubicBezTo>
                  <a:cubicBezTo>
                    <a:pt x="14126" y="9645"/>
                    <a:pt x="14080" y="9599"/>
                    <a:pt x="14080" y="9540"/>
                  </a:cubicBezTo>
                  <a:lnTo>
                    <a:pt x="14080" y="9375"/>
                  </a:lnTo>
                  <a:cubicBezTo>
                    <a:pt x="14080" y="9318"/>
                    <a:pt x="14126" y="9272"/>
                    <a:pt x="14185" y="9272"/>
                  </a:cubicBezTo>
                  <a:close/>
                  <a:moveTo>
                    <a:pt x="14185" y="10264"/>
                  </a:moveTo>
                  <a:cubicBezTo>
                    <a:pt x="14242" y="10264"/>
                    <a:pt x="14288" y="10310"/>
                    <a:pt x="14288" y="10367"/>
                  </a:cubicBezTo>
                  <a:lnTo>
                    <a:pt x="14288" y="10532"/>
                  </a:lnTo>
                  <a:cubicBezTo>
                    <a:pt x="14288" y="10589"/>
                    <a:pt x="14242" y="10635"/>
                    <a:pt x="14185" y="10635"/>
                  </a:cubicBezTo>
                  <a:cubicBezTo>
                    <a:pt x="14126" y="10635"/>
                    <a:pt x="14080" y="10589"/>
                    <a:pt x="14080" y="10532"/>
                  </a:cubicBezTo>
                  <a:lnTo>
                    <a:pt x="14080" y="10367"/>
                  </a:lnTo>
                  <a:cubicBezTo>
                    <a:pt x="14080" y="10310"/>
                    <a:pt x="14126" y="10264"/>
                    <a:pt x="14185" y="10264"/>
                  </a:cubicBezTo>
                  <a:close/>
                  <a:moveTo>
                    <a:pt x="14185" y="11254"/>
                  </a:moveTo>
                  <a:cubicBezTo>
                    <a:pt x="14242" y="11254"/>
                    <a:pt x="14288" y="11300"/>
                    <a:pt x="14288" y="11358"/>
                  </a:cubicBezTo>
                  <a:lnTo>
                    <a:pt x="14288" y="11523"/>
                  </a:lnTo>
                  <a:cubicBezTo>
                    <a:pt x="14288" y="11580"/>
                    <a:pt x="14242" y="11626"/>
                    <a:pt x="14185" y="11626"/>
                  </a:cubicBezTo>
                  <a:cubicBezTo>
                    <a:pt x="14126" y="11626"/>
                    <a:pt x="14080" y="11580"/>
                    <a:pt x="14080" y="11523"/>
                  </a:cubicBezTo>
                  <a:lnTo>
                    <a:pt x="14080" y="11358"/>
                  </a:lnTo>
                  <a:cubicBezTo>
                    <a:pt x="14080" y="11300"/>
                    <a:pt x="14126" y="11254"/>
                    <a:pt x="14185" y="11254"/>
                  </a:cubicBezTo>
                  <a:close/>
                  <a:moveTo>
                    <a:pt x="4831" y="11811"/>
                  </a:moveTo>
                  <a:cubicBezTo>
                    <a:pt x="4889" y="11811"/>
                    <a:pt x="4935" y="11857"/>
                    <a:pt x="4935" y="11914"/>
                  </a:cubicBezTo>
                  <a:cubicBezTo>
                    <a:pt x="4935" y="11972"/>
                    <a:pt x="4889" y="12018"/>
                    <a:pt x="4831" y="12018"/>
                  </a:cubicBezTo>
                  <a:lnTo>
                    <a:pt x="4666" y="12018"/>
                  </a:lnTo>
                  <a:cubicBezTo>
                    <a:pt x="4609" y="12018"/>
                    <a:pt x="4563" y="11972"/>
                    <a:pt x="4563" y="11914"/>
                  </a:cubicBezTo>
                  <a:cubicBezTo>
                    <a:pt x="4563" y="11857"/>
                    <a:pt x="4609" y="11811"/>
                    <a:pt x="4666" y="11811"/>
                  </a:cubicBezTo>
                  <a:close/>
                  <a:moveTo>
                    <a:pt x="5822" y="11811"/>
                  </a:moveTo>
                  <a:cubicBezTo>
                    <a:pt x="5879" y="11811"/>
                    <a:pt x="5926" y="11857"/>
                    <a:pt x="5926" y="11914"/>
                  </a:cubicBezTo>
                  <a:cubicBezTo>
                    <a:pt x="5926" y="11972"/>
                    <a:pt x="5879" y="12018"/>
                    <a:pt x="5822" y="12018"/>
                  </a:cubicBezTo>
                  <a:lnTo>
                    <a:pt x="5657" y="12018"/>
                  </a:lnTo>
                  <a:cubicBezTo>
                    <a:pt x="5600" y="12018"/>
                    <a:pt x="5554" y="11972"/>
                    <a:pt x="5554" y="11914"/>
                  </a:cubicBezTo>
                  <a:cubicBezTo>
                    <a:pt x="5554" y="11857"/>
                    <a:pt x="5600" y="11811"/>
                    <a:pt x="5657" y="11811"/>
                  </a:cubicBezTo>
                  <a:close/>
                  <a:moveTo>
                    <a:pt x="6814" y="11811"/>
                  </a:moveTo>
                  <a:cubicBezTo>
                    <a:pt x="6871" y="11811"/>
                    <a:pt x="6917" y="11857"/>
                    <a:pt x="6917" y="11914"/>
                  </a:cubicBezTo>
                  <a:cubicBezTo>
                    <a:pt x="6917" y="11972"/>
                    <a:pt x="6871" y="12018"/>
                    <a:pt x="6814" y="12018"/>
                  </a:cubicBezTo>
                  <a:lnTo>
                    <a:pt x="6649" y="12018"/>
                  </a:lnTo>
                  <a:cubicBezTo>
                    <a:pt x="6591" y="12018"/>
                    <a:pt x="6545" y="11972"/>
                    <a:pt x="6545" y="11914"/>
                  </a:cubicBezTo>
                  <a:cubicBezTo>
                    <a:pt x="6545" y="11857"/>
                    <a:pt x="6591" y="11811"/>
                    <a:pt x="6649" y="11811"/>
                  </a:cubicBezTo>
                  <a:close/>
                  <a:moveTo>
                    <a:pt x="7805" y="11811"/>
                  </a:moveTo>
                  <a:cubicBezTo>
                    <a:pt x="7862" y="11811"/>
                    <a:pt x="7908" y="11857"/>
                    <a:pt x="7908" y="11914"/>
                  </a:cubicBezTo>
                  <a:cubicBezTo>
                    <a:pt x="7908" y="11972"/>
                    <a:pt x="7862" y="12018"/>
                    <a:pt x="7805" y="12018"/>
                  </a:cubicBezTo>
                  <a:lnTo>
                    <a:pt x="7639" y="12018"/>
                  </a:lnTo>
                  <a:cubicBezTo>
                    <a:pt x="7582" y="12018"/>
                    <a:pt x="7536" y="11972"/>
                    <a:pt x="7536" y="11914"/>
                  </a:cubicBezTo>
                  <a:cubicBezTo>
                    <a:pt x="7536" y="11857"/>
                    <a:pt x="7582" y="11811"/>
                    <a:pt x="7639" y="11811"/>
                  </a:cubicBezTo>
                  <a:close/>
                  <a:moveTo>
                    <a:pt x="8796" y="11811"/>
                  </a:moveTo>
                  <a:cubicBezTo>
                    <a:pt x="8854" y="11811"/>
                    <a:pt x="8900" y="11857"/>
                    <a:pt x="8900" y="11914"/>
                  </a:cubicBezTo>
                  <a:cubicBezTo>
                    <a:pt x="8900" y="11972"/>
                    <a:pt x="8852" y="12018"/>
                    <a:pt x="8796" y="12018"/>
                  </a:cubicBezTo>
                  <a:lnTo>
                    <a:pt x="8631" y="12018"/>
                  </a:lnTo>
                  <a:cubicBezTo>
                    <a:pt x="8574" y="12018"/>
                    <a:pt x="8527" y="11972"/>
                    <a:pt x="8527" y="11914"/>
                  </a:cubicBezTo>
                  <a:cubicBezTo>
                    <a:pt x="8527" y="11857"/>
                    <a:pt x="8574" y="11811"/>
                    <a:pt x="8631" y="11811"/>
                  </a:cubicBezTo>
                  <a:close/>
                  <a:moveTo>
                    <a:pt x="9787" y="11811"/>
                  </a:moveTo>
                  <a:cubicBezTo>
                    <a:pt x="9844" y="11811"/>
                    <a:pt x="9890" y="11857"/>
                    <a:pt x="9890" y="11914"/>
                  </a:cubicBezTo>
                  <a:cubicBezTo>
                    <a:pt x="9889" y="11972"/>
                    <a:pt x="9843" y="12018"/>
                    <a:pt x="9787" y="12018"/>
                  </a:cubicBezTo>
                  <a:lnTo>
                    <a:pt x="9622" y="12018"/>
                  </a:lnTo>
                  <a:cubicBezTo>
                    <a:pt x="9565" y="12018"/>
                    <a:pt x="9519" y="11972"/>
                    <a:pt x="9519" y="11914"/>
                  </a:cubicBezTo>
                  <a:cubicBezTo>
                    <a:pt x="9519" y="11857"/>
                    <a:pt x="9565" y="11811"/>
                    <a:pt x="9622" y="11811"/>
                  </a:cubicBezTo>
                  <a:close/>
                  <a:moveTo>
                    <a:pt x="10779" y="11811"/>
                  </a:moveTo>
                  <a:cubicBezTo>
                    <a:pt x="10836" y="11811"/>
                    <a:pt x="10882" y="11857"/>
                    <a:pt x="10882" y="11914"/>
                  </a:cubicBezTo>
                  <a:cubicBezTo>
                    <a:pt x="10881" y="11972"/>
                    <a:pt x="10835" y="12018"/>
                    <a:pt x="10779" y="12018"/>
                  </a:cubicBezTo>
                  <a:lnTo>
                    <a:pt x="10614" y="12018"/>
                  </a:lnTo>
                  <a:cubicBezTo>
                    <a:pt x="10555" y="12018"/>
                    <a:pt x="10509" y="11972"/>
                    <a:pt x="10509" y="11914"/>
                  </a:cubicBezTo>
                  <a:cubicBezTo>
                    <a:pt x="10509" y="11857"/>
                    <a:pt x="10555" y="11811"/>
                    <a:pt x="10614" y="11811"/>
                  </a:cubicBezTo>
                  <a:close/>
                  <a:moveTo>
                    <a:pt x="11770" y="11811"/>
                  </a:moveTo>
                  <a:cubicBezTo>
                    <a:pt x="11827" y="11811"/>
                    <a:pt x="11873" y="11857"/>
                    <a:pt x="11873" y="11914"/>
                  </a:cubicBezTo>
                  <a:cubicBezTo>
                    <a:pt x="11872" y="11972"/>
                    <a:pt x="11826" y="12018"/>
                    <a:pt x="11770" y="12018"/>
                  </a:cubicBezTo>
                  <a:lnTo>
                    <a:pt x="11604" y="12018"/>
                  </a:lnTo>
                  <a:cubicBezTo>
                    <a:pt x="11547" y="12018"/>
                    <a:pt x="11501" y="11972"/>
                    <a:pt x="11501" y="11914"/>
                  </a:cubicBezTo>
                  <a:cubicBezTo>
                    <a:pt x="11501" y="11857"/>
                    <a:pt x="11547" y="11811"/>
                    <a:pt x="11604" y="11811"/>
                  </a:cubicBezTo>
                  <a:close/>
                  <a:moveTo>
                    <a:pt x="12759" y="11811"/>
                  </a:moveTo>
                  <a:cubicBezTo>
                    <a:pt x="12817" y="11811"/>
                    <a:pt x="12863" y="11857"/>
                    <a:pt x="12863" y="11914"/>
                  </a:cubicBezTo>
                  <a:cubicBezTo>
                    <a:pt x="12863" y="11972"/>
                    <a:pt x="12817" y="12018"/>
                    <a:pt x="12759" y="12018"/>
                  </a:cubicBezTo>
                  <a:lnTo>
                    <a:pt x="12595" y="12018"/>
                  </a:lnTo>
                  <a:cubicBezTo>
                    <a:pt x="12537" y="12018"/>
                    <a:pt x="12491" y="11972"/>
                    <a:pt x="12491" y="11914"/>
                  </a:cubicBezTo>
                  <a:cubicBezTo>
                    <a:pt x="12491" y="11857"/>
                    <a:pt x="12537" y="11811"/>
                    <a:pt x="12595" y="11811"/>
                  </a:cubicBezTo>
                  <a:close/>
                  <a:moveTo>
                    <a:pt x="13751" y="11812"/>
                  </a:moveTo>
                  <a:cubicBezTo>
                    <a:pt x="13808" y="11812"/>
                    <a:pt x="13854" y="11858"/>
                    <a:pt x="13854" y="11916"/>
                  </a:cubicBezTo>
                  <a:cubicBezTo>
                    <a:pt x="13854" y="11973"/>
                    <a:pt x="13808" y="12019"/>
                    <a:pt x="13751" y="12019"/>
                  </a:cubicBezTo>
                  <a:lnTo>
                    <a:pt x="13586" y="12019"/>
                  </a:lnTo>
                  <a:cubicBezTo>
                    <a:pt x="13528" y="12019"/>
                    <a:pt x="13482" y="11973"/>
                    <a:pt x="13482" y="11916"/>
                  </a:cubicBezTo>
                  <a:cubicBezTo>
                    <a:pt x="13482" y="11858"/>
                    <a:pt x="13530" y="11812"/>
                    <a:pt x="13586" y="11812"/>
                  </a:cubicBezTo>
                  <a:close/>
                  <a:moveTo>
                    <a:pt x="4314" y="12286"/>
                  </a:moveTo>
                  <a:cubicBezTo>
                    <a:pt x="4372" y="12286"/>
                    <a:pt x="4418" y="12332"/>
                    <a:pt x="4418" y="12390"/>
                  </a:cubicBezTo>
                  <a:lnTo>
                    <a:pt x="4418" y="12556"/>
                  </a:lnTo>
                  <a:cubicBezTo>
                    <a:pt x="4418" y="12613"/>
                    <a:pt x="4372" y="12659"/>
                    <a:pt x="4314" y="12659"/>
                  </a:cubicBezTo>
                  <a:cubicBezTo>
                    <a:pt x="4257" y="12659"/>
                    <a:pt x="4211" y="12613"/>
                    <a:pt x="4211" y="12556"/>
                  </a:cubicBezTo>
                  <a:lnTo>
                    <a:pt x="4211" y="12390"/>
                  </a:lnTo>
                  <a:cubicBezTo>
                    <a:pt x="4211" y="12332"/>
                    <a:pt x="4257" y="12286"/>
                    <a:pt x="4314" y="12286"/>
                  </a:cubicBezTo>
                  <a:close/>
                  <a:moveTo>
                    <a:pt x="4314" y="13278"/>
                  </a:moveTo>
                  <a:cubicBezTo>
                    <a:pt x="4372" y="13278"/>
                    <a:pt x="4418" y="13324"/>
                    <a:pt x="4418" y="13381"/>
                  </a:cubicBezTo>
                  <a:lnTo>
                    <a:pt x="4418" y="13546"/>
                  </a:lnTo>
                  <a:cubicBezTo>
                    <a:pt x="4418" y="13604"/>
                    <a:pt x="4372" y="13650"/>
                    <a:pt x="4314" y="13650"/>
                  </a:cubicBezTo>
                  <a:cubicBezTo>
                    <a:pt x="4257" y="13650"/>
                    <a:pt x="4211" y="13604"/>
                    <a:pt x="4211" y="13546"/>
                  </a:cubicBezTo>
                  <a:lnTo>
                    <a:pt x="4211" y="13381"/>
                  </a:lnTo>
                  <a:cubicBezTo>
                    <a:pt x="4211" y="13324"/>
                    <a:pt x="4257" y="13278"/>
                    <a:pt x="4314" y="13278"/>
                  </a:cubicBezTo>
                  <a:close/>
                  <a:moveTo>
                    <a:pt x="4314" y="14267"/>
                  </a:moveTo>
                  <a:cubicBezTo>
                    <a:pt x="4372" y="14267"/>
                    <a:pt x="4418" y="14313"/>
                    <a:pt x="4418" y="14372"/>
                  </a:cubicBezTo>
                  <a:lnTo>
                    <a:pt x="4418" y="14536"/>
                  </a:lnTo>
                  <a:cubicBezTo>
                    <a:pt x="4418" y="14594"/>
                    <a:pt x="4372" y="14640"/>
                    <a:pt x="4314" y="14640"/>
                  </a:cubicBezTo>
                  <a:cubicBezTo>
                    <a:pt x="4257" y="14640"/>
                    <a:pt x="4211" y="14594"/>
                    <a:pt x="4211" y="14536"/>
                  </a:cubicBezTo>
                  <a:lnTo>
                    <a:pt x="4211" y="14372"/>
                  </a:lnTo>
                  <a:cubicBezTo>
                    <a:pt x="4211" y="14313"/>
                    <a:pt x="4257" y="14267"/>
                    <a:pt x="4314" y="14267"/>
                  </a:cubicBezTo>
                  <a:close/>
                  <a:moveTo>
                    <a:pt x="4314" y="15259"/>
                  </a:moveTo>
                  <a:cubicBezTo>
                    <a:pt x="4372" y="15259"/>
                    <a:pt x="4418" y="15305"/>
                    <a:pt x="4418" y="15362"/>
                  </a:cubicBezTo>
                  <a:lnTo>
                    <a:pt x="4418" y="15528"/>
                  </a:lnTo>
                  <a:cubicBezTo>
                    <a:pt x="4418" y="15585"/>
                    <a:pt x="4372" y="15631"/>
                    <a:pt x="4314" y="15631"/>
                  </a:cubicBezTo>
                  <a:cubicBezTo>
                    <a:pt x="4257" y="15631"/>
                    <a:pt x="4211" y="15585"/>
                    <a:pt x="4211" y="15528"/>
                  </a:cubicBezTo>
                  <a:lnTo>
                    <a:pt x="4211" y="15362"/>
                  </a:lnTo>
                  <a:cubicBezTo>
                    <a:pt x="4211" y="15305"/>
                    <a:pt x="4257" y="15259"/>
                    <a:pt x="4314" y="15259"/>
                  </a:cubicBezTo>
                  <a:close/>
                  <a:moveTo>
                    <a:pt x="4314" y="16250"/>
                  </a:moveTo>
                  <a:cubicBezTo>
                    <a:pt x="4372" y="16250"/>
                    <a:pt x="4418" y="16296"/>
                    <a:pt x="4418" y="16354"/>
                  </a:cubicBezTo>
                  <a:lnTo>
                    <a:pt x="4418" y="16518"/>
                  </a:lnTo>
                  <a:cubicBezTo>
                    <a:pt x="4418" y="16577"/>
                    <a:pt x="4372" y="16623"/>
                    <a:pt x="4314" y="16623"/>
                  </a:cubicBezTo>
                  <a:cubicBezTo>
                    <a:pt x="4257" y="16623"/>
                    <a:pt x="4211" y="16577"/>
                    <a:pt x="4211" y="16518"/>
                  </a:cubicBezTo>
                  <a:lnTo>
                    <a:pt x="4211" y="16354"/>
                  </a:lnTo>
                  <a:cubicBezTo>
                    <a:pt x="4211" y="16296"/>
                    <a:pt x="4257" y="16250"/>
                    <a:pt x="4314" y="16250"/>
                  </a:cubicBezTo>
                  <a:close/>
                  <a:moveTo>
                    <a:pt x="4314" y="17242"/>
                  </a:moveTo>
                  <a:cubicBezTo>
                    <a:pt x="4372" y="17242"/>
                    <a:pt x="4418" y="17288"/>
                    <a:pt x="4418" y="17345"/>
                  </a:cubicBezTo>
                  <a:lnTo>
                    <a:pt x="4418" y="17510"/>
                  </a:lnTo>
                  <a:cubicBezTo>
                    <a:pt x="4418" y="17567"/>
                    <a:pt x="4372" y="17613"/>
                    <a:pt x="4314" y="17613"/>
                  </a:cubicBezTo>
                  <a:cubicBezTo>
                    <a:pt x="4257" y="17613"/>
                    <a:pt x="4211" y="17567"/>
                    <a:pt x="4211" y="17510"/>
                  </a:cubicBezTo>
                  <a:lnTo>
                    <a:pt x="4211" y="17345"/>
                  </a:lnTo>
                  <a:cubicBezTo>
                    <a:pt x="4211" y="17288"/>
                    <a:pt x="4257" y="17242"/>
                    <a:pt x="4314" y="17242"/>
                  </a:cubicBezTo>
                  <a:close/>
                  <a:moveTo>
                    <a:pt x="4314" y="18232"/>
                  </a:moveTo>
                  <a:cubicBezTo>
                    <a:pt x="4372" y="18232"/>
                    <a:pt x="4418" y="18278"/>
                    <a:pt x="4418" y="18337"/>
                  </a:cubicBezTo>
                  <a:lnTo>
                    <a:pt x="4418" y="18501"/>
                  </a:lnTo>
                  <a:cubicBezTo>
                    <a:pt x="4418" y="18559"/>
                    <a:pt x="4372" y="18605"/>
                    <a:pt x="4314" y="18605"/>
                  </a:cubicBezTo>
                  <a:cubicBezTo>
                    <a:pt x="4257" y="18605"/>
                    <a:pt x="4211" y="18559"/>
                    <a:pt x="4211" y="18501"/>
                  </a:cubicBezTo>
                  <a:lnTo>
                    <a:pt x="4211" y="18337"/>
                  </a:lnTo>
                  <a:cubicBezTo>
                    <a:pt x="4211" y="18278"/>
                    <a:pt x="4257" y="18232"/>
                    <a:pt x="4314" y="18232"/>
                  </a:cubicBezTo>
                  <a:close/>
                  <a:moveTo>
                    <a:pt x="4314" y="19224"/>
                  </a:moveTo>
                  <a:cubicBezTo>
                    <a:pt x="4372" y="19224"/>
                    <a:pt x="4418" y="19270"/>
                    <a:pt x="4418" y="19327"/>
                  </a:cubicBezTo>
                  <a:lnTo>
                    <a:pt x="4418" y="19493"/>
                  </a:lnTo>
                  <a:cubicBezTo>
                    <a:pt x="4418" y="19550"/>
                    <a:pt x="4372" y="19596"/>
                    <a:pt x="4314" y="19596"/>
                  </a:cubicBezTo>
                  <a:cubicBezTo>
                    <a:pt x="4257" y="19596"/>
                    <a:pt x="4211" y="19550"/>
                    <a:pt x="4211" y="19493"/>
                  </a:cubicBezTo>
                  <a:lnTo>
                    <a:pt x="4211" y="19327"/>
                  </a:lnTo>
                  <a:cubicBezTo>
                    <a:pt x="4211" y="19270"/>
                    <a:pt x="4257" y="19224"/>
                    <a:pt x="4314" y="19224"/>
                  </a:cubicBezTo>
                  <a:close/>
                  <a:moveTo>
                    <a:pt x="5161" y="19534"/>
                  </a:moveTo>
                  <a:cubicBezTo>
                    <a:pt x="5219" y="19534"/>
                    <a:pt x="5265" y="19580"/>
                    <a:pt x="5265" y="19637"/>
                  </a:cubicBezTo>
                  <a:cubicBezTo>
                    <a:pt x="5265" y="19694"/>
                    <a:pt x="5219" y="19740"/>
                    <a:pt x="5161" y="19740"/>
                  </a:cubicBezTo>
                  <a:lnTo>
                    <a:pt x="4996" y="19740"/>
                  </a:lnTo>
                  <a:cubicBezTo>
                    <a:pt x="4938" y="19740"/>
                    <a:pt x="4892" y="19694"/>
                    <a:pt x="4892" y="19637"/>
                  </a:cubicBezTo>
                  <a:cubicBezTo>
                    <a:pt x="4892" y="19580"/>
                    <a:pt x="4938" y="19534"/>
                    <a:pt x="4996" y="19534"/>
                  </a:cubicBezTo>
                  <a:close/>
                  <a:moveTo>
                    <a:pt x="6153" y="19534"/>
                  </a:moveTo>
                  <a:cubicBezTo>
                    <a:pt x="6210" y="19534"/>
                    <a:pt x="6256" y="19580"/>
                    <a:pt x="6256" y="19637"/>
                  </a:cubicBezTo>
                  <a:cubicBezTo>
                    <a:pt x="6256" y="19694"/>
                    <a:pt x="6210" y="19740"/>
                    <a:pt x="6153" y="19740"/>
                  </a:cubicBezTo>
                  <a:lnTo>
                    <a:pt x="5987" y="19740"/>
                  </a:lnTo>
                  <a:cubicBezTo>
                    <a:pt x="5930" y="19740"/>
                    <a:pt x="5884" y="19694"/>
                    <a:pt x="5884" y="19637"/>
                  </a:cubicBezTo>
                  <a:cubicBezTo>
                    <a:pt x="5885" y="19580"/>
                    <a:pt x="5931" y="19534"/>
                    <a:pt x="5987" y="19534"/>
                  </a:cubicBezTo>
                  <a:close/>
                  <a:moveTo>
                    <a:pt x="7143" y="19534"/>
                  </a:moveTo>
                  <a:cubicBezTo>
                    <a:pt x="7201" y="19534"/>
                    <a:pt x="7247" y="19580"/>
                    <a:pt x="7247" y="19637"/>
                  </a:cubicBezTo>
                  <a:cubicBezTo>
                    <a:pt x="7247" y="19694"/>
                    <a:pt x="7201" y="19740"/>
                    <a:pt x="7143" y="19740"/>
                  </a:cubicBezTo>
                  <a:lnTo>
                    <a:pt x="6978" y="19740"/>
                  </a:lnTo>
                  <a:cubicBezTo>
                    <a:pt x="6921" y="19740"/>
                    <a:pt x="6875" y="19694"/>
                    <a:pt x="6875" y="19637"/>
                  </a:cubicBezTo>
                  <a:cubicBezTo>
                    <a:pt x="6876" y="19580"/>
                    <a:pt x="6922" y="19534"/>
                    <a:pt x="6978" y="19534"/>
                  </a:cubicBezTo>
                  <a:close/>
                  <a:moveTo>
                    <a:pt x="8135" y="19534"/>
                  </a:moveTo>
                  <a:cubicBezTo>
                    <a:pt x="8192" y="19534"/>
                    <a:pt x="8238" y="19580"/>
                    <a:pt x="8238" y="19637"/>
                  </a:cubicBezTo>
                  <a:cubicBezTo>
                    <a:pt x="8238" y="19694"/>
                    <a:pt x="8192" y="19740"/>
                    <a:pt x="8135" y="19740"/>
                  </a:cubicBezTo>
                  <a:lnTo>
                    <a:pt x="7970" y="19740"/>
                  </a:lnTo>
                  <a:cubicBezTo>
                    <a:pt x="7913" y="19740"/>
                    <a:pt x="7867" y="19694"/>
                    <a:pt x="7867" y="19637"/>
                  </a:cubicBezTo>
                  <a:cubicBezTo>
                    <a:pt x="7867" y="19580"/>
                    <a:pt x="7914" y="19534"/>
                    <a:pt x="7970" y="19534"/>
                  </a:cubicBezTo>
                  <a:close/>
                  <a:moveTo>
                    <a:pt x="9126" y="19534"/>
                  </a:moveTo>
                  <a:cubicBezTo>
                    <a:pt x="9183" y="19534"/>
                    <a:pt x="9229" y="19580"/>
                    <a:pt x="9229" y="19637"/>
                  </a:cubicBezTo>
                  <a:cubicBezTo>
                    <a:pt x="9229" y="19694"/>
                    <a:pt x="9183" y="19740"/>
                    <a:pt x="9126" y="19740"/>
                  </a:cubicBezTo>
                  <a:lnTo>
                    <a:pt x="8961" y="19740"/>
                  </a:lnTo>
                  <a:cubicBezTo>
                    <a:pt x="8903" y="19740"/>
                    <a:pt x="8857" y="19694"/>
                    <a:pt x="8857" y="19637"/>
                  </a:cubicBezTo>
                  <a:cubicBezTo>
                    <a:pt x="8857" y="19580"/>
                    <a:pt x="8903" y="19534"/>
                    <a:pt x="8961" y="19534"/>
                  </a:cubicBezTo>
                  <a:close/>
                  <a:moveTo>
                    <a:pt x="10118" y="19534"/>
                  </a:moveTo>
                  <a:cubicBezTo>
                    <a:pt x="10175" y="19534"/>
                    <a:pt x="10221" y="19580"/>
                    <a:pt x="10221" y="19637"/>
                  </a:cubicBezTo>
                  <a:cubicBezTo>
                    <a:pt x="10221" y="19694"/>
                    <a:pt x="10175" y="19740"/>
                    <a:pt x="10118" y="19740"/>
                  </a:cubicBezTo>
                  <a:lnTo>
                    <a:pt x="9952" y="19740"/>
                  </a:lnTo>
                  <a:cubicBezTo>
                    <a:pt x="9894" y="19740"/>
                    <a:pt x="9848" y="19694"/>
                    <a:pt x="9848" y="19637"/>
                  </a:cubicBezTo>
                  <a:cubicBezTo>
                    <a:pt x="9848" y="19580"/>
                    <a:pt x="9894" y="19534"/>
                    <a:pt x="9952" y="19534"/>
                  </a:cubicBezTo>
                  <a:close/>
                  <a:moveTo>
                    <a:pt x="11108" y="19534"/>
                  </a:moveTo>
                  <a:cubicBezTo>
                    <a:pt x="11166" y="19534"/>
                    <a:pt x="11212" y="19580"/>
                    <a:pt x="11212" y="19637"/>
                  </a:cubicBezTo>
                  <a:cubicBezTo>
                    <a:pt x="11212" y="19694"/>
                    <a:pt x="11166" y="19740"/>
                    <a:pt x="11108" y="19740"/>
                  </a:cubicBezTo>
                  <a:lnTo>
                    <a:pt x="10943" y="19740"/>
                  </a:lnTo>
                  <a:cubicBezTo>
                    <a:pt x="10886" y="19740"/>
                    <a:pt x="10840" y="19694"/>
                    <a:pt x="10840" y="19637"/>
                  </a:cubicBezTo>
                  <a:cubicBezTo>
                    <a:pt x="10840" y="19580"/>
                    <a:pt x="10886" y="19534"/>
                    <a:pt x="10943" y="19534"/>
                  </a:cubicBezTo>
                  <a:close/>
                  <a:moveTo>
                    <a:pt x="12099" y="19534"/>
                  </a:moveTo>
                  <a:cubicBezTo>
                    <a:pt x="12157" y="19534"/>
                    <a:pt x="12203" y="19580"/>
                    <a:pt x="12203" y="19637"/>
                  </a:cubicBezTo>
                  <a:cubicBezTo>
                    <a:pt x="12203" y="19694"/>
                    <a:pt x="12157" y="19740"/>
                    <a:pt x="12099" y="19740"/>
                  </a:cubicBezTo>
                  <a:lnTo>
                    <a:pt x="11935" y="19740"/>
                  </a:lnTo>
                  <a:cubicBezTo>
                    <a:pt x="11877" y="19740"/>
                    <a:pt x="11831" y="19694"/>
                    <a:pt x="11831" y="19637"/>
                  </a:cubicBezTo>
                  <a:cubicBezTo>
                    <a:pt x="11831" y="19580"/>
                    <a:pt x="11877" y="19534"/>
                    <a:pt x="11935" y="19534"/>
                  </a:cubicBezTo>
                  <a:close/>
                  <a:moveTo>
                    <a:pt x="13091" y="19534"/>
                  </a:moveTo>
                  <a:cubicBezTo>
                    <a:pt x="13148" y="19534"/>
                    <a:pt x="13194" y="19580"/>
                    <a:pt x="13194" y="19637"/>
                  </a:cubicBezTo>
                  <a:cubicBezTo>
                    <a:pt x="13194" y="19694"/>
                    <a:pt x="13148" y="19740"/>
                    <a:pt x="13091" y="19740"/>
                  </a:cubicBezTo>
                  <a:lnTo>
                    <a:pt x="12926" y="19740"/>
                  </a:lnTo>
                  <a:cubicBezTo>
                    <a:pt x="12868" y="19740"/>
                    <a:pt x="12822" y="19694"/>
                    <a:pt x="12822" y="19637"/>
                  </a:cubicBezTo>
                  <a:cubicBezTo>
                    <a:pt x="12822" y="19580"/>
                    <a:pt x="12868" y="19534"/>
                    <a:pt x="12926" y="19534"/>
                  </a:cubicBezTo>
                  <a:close/>
                  <a:moveTo>
                    <a:pt x="14080" y="19534"/>
                  </a:moveTo>
                  <a:cubicBezTo>
                    <a:pt x="14139" y="19534"/>
                    <a:pt x="14185" y="19580"/>
                    <a:pt x="14185" y="19637"/>
                  </a:cubicBezTo>
                  <a:cubicBezTo>
                    <a:pt x="14185" y="19694"/>
                    <a:pt x="14139" y="19740"/>
                    <a:pt x="14080" y="19740"/>
                  </a:cubicBezTo>
                  <a:lnTo>
                    <a:pt x="13916" y="19740"/>
                  </a:lnTo>
                  <a:cubicBezTo>
                    <a:pt x="13858" y="19740"/>
                    <a:pt x="13812" y="19694"/>
                    <a:pt x="13812" y="19637"/>
                  </a:cubicBezTo>
                  <a:cubicBezTo>
                    <a:pt x="13813" y="19580"/>
                    <a:pt x="13859" y="19534"/>
                    <a:pt x="13916" y="19534"/>
                  </a:cubicBezTo>
                  <a:close/>
                  <a:moveTo>
                    <a:pt x="15072" y="19534"/>
                  </a:moveTo>
                  <a:cubicBezTo>
                    <a:pt x="15129" y="19534"/>
                    <a:pt x="15175" y="19580"/>
                    <a:pt x="15175" y="19637"/>
                  </a:cubicBezTo>
                  <a:cubicBezTo>
                    <a:pt x="15175" y="19694"/>
                    <a:pt x="15129" y="19740"/>
                    <a:pt x="15072" y="19740"/>
                  </a:cubicBezTo>
                  <a:lnTo>
                    <a:pt x="14907" y="19740"/>
                  </a:lnTo>
                  <a:cubicBezTo>
                    <a:pt x="14850" y="19740"/>
                    <a:pt x="14804" y="19694"/>
                    <a:pt x="14804" y="19637"/>
                  </a:cubicBezTo>
                  <a:cubicBezTo>
                    <a:pt x="14805" y="19580"/>
                    <a:pt x="14851" y="19534"/>
                    <a:pt x="14907" y="19534"/>
                  </a:cubicBezTo>
                  <a:close/>
                  <a:moveTo>
                    <a:pt x="16063" y="19534"/>
                  </a:moveTo>
                  <a:cubicBezTo>
                    <a:pt x="16121" y="19534"/>
                    <a:pt x="16167" y="19580"/>
                    <a:pt x="16167" y="19637"/>
                  </a:cubicBezTo>
                  <a:cubicBezTo>
                    <a:pt x="16167" y="19694"/>
                    <a:pt x="16121" y="19740"/>
                    <a:pt x="16063" y="19740"/>
                  </a:cubicBezTo>
                  <a:lnTo>
                    <a:pt x="15899" y="19740"/>
                  </a:lnTo>
                  <a:cubicBezTo>
                    <a:pt x="15840" y="19740"/>
                    <a:pt x="15794" y="19694"/>
                    <a:pt x="15794" y="19637"/>
                  </a:cubicBezTo>
                  <a:cubicBezTo>
                    <a:pt x="15796" y="19580"/>
                    <a:pt x="15842" y="19534"/>
                    <a:pt x="15899" y="19534"/>
                  </a:cubicBezTo>
                  <a:close/>
                  <a:moveTo>
                    <a:pt x="17034" y="19534"/>
                  </a:moveTo>
                  <a:cubicBezTo>
                    <a:pt x="17092" y="19534"/>
                    <a:pt x="17138" y="19580"/>
                    <a:pt x="17138" y="19637"/>
                  </a:cubicBezTo>
                  <a:lnTo>
                    <a:pt x="17138" y="19657"/>
                  </a:lnTo>
                  <a:cubicBezTo>
                    <a:pt x="17138" y="19715"/>
                    <a:pt x="17092" y="19761"/>
                    <a:pt x="17034" y="19761"/>
                  </a:cubicBezTo>
                  <a:cubicBezTo>
                    <a:pt x="17011" y="19761"/>
                    <a:pt x="16989" y="19754"/>
                    <a:pt x="16973" y="19740"/>
                  </a:cubicBezTo>
                  <a:lnTo>
                    <a:pt x="16889" y="19740"/>
                  </a:lnTo>
                  <a:cubicBezTo>
                    <a:pt x="16832" y="19740"/>
                    <a:pt x="16786" y="19694"/>
                    <a:pt x="16786" y="19637"/>
                  </a:cubicBezTo>
                  <a:cubicBezTo>
                    <a:pt x="16786" y="19580"/>
                    <a:pt x="16833" y="19534"/>
                    <a:pt x="16889" y="19534"/>
                  </a:cubicBezTo>
                  <a:close/>
                  <a:moveTo>
                    <a:pt x="17034" y="20380"/>
                  </a:moveTo>
                  <a:cubicBezTo>
                    <a:pt x="17092" y="20380"/>
                    <a:pt x="17138" y="20426"/>
                    <a:pt x="17138" y="20483"/>
                  </a:cubicBezTo>
                  <a:lnTo>
                    <a:pt x="17138" y="20649"/>
                  </a:lnTo>
                  <a:cubicBezTo>
                    <a:pt x="17138" y="20706"/>
                    <a:pt x="17092" y="20752"/>
                    <a:pt x="17034" y="20752"/>
                  </a:cubicBezTo>
                  <a:cubicBezTo>
                    <a:pt x="16976" y="20752"/>
                    <a:pt x="16930" y="20706"/>
                    <a:pt x="16930" y="20649"/>
                  </a:cubicBezTo>
                  <a:lnTo>
                    <a:pt x="16930" y="20483"/>
                  </a:lnTo>
                  <a:cubicBezTo>
                    <a:pt x="16930" y="20426"/>
                    <a:pt x="16976" y="20380"/>
                    <a:pt x="17034" y="20380"/>
                  </a:cubicBezTo>
                  <a:close/>
                  <a:moveTo>
                    <a:pt x="17034" y="21371"/>
                  </a:moveTo>
                  <a:cubicBezTo>
                    <a:pt x="17092" y="21371"/>
                    <a:pt x="17138" y="21417"/>
                    <a:pt x="17138" y="21475"/>
                  </a:cubicBezTo>
                  <a:lnTo>
                    <a:pt x="17138" y="21639"/>
                  </a:lnTo>
                  <a:cubicBezTo>
                    <a:pt x="17138" y="21698"/>
                    <a:pt x="17092" y="21744"/>
                    <a:pt x="17034" y="21744"/>
                  </a:cubicBezTo>
                  <a:cubicBezTo>
                    <a:pt x="16976" y="21744"/>
                    <a:pt x="16930" y="21698"/>
                    <a:pt x="16930" y="21639"/>
                  </a:cubicBezTo>
                  <a:lnTo>
                    <a:pt x="16930" y="21475"/>
                  </a:lnTo>
                  <a:cubicBezTo>
                    <a:pt x="16930" y="21417"/>
                    <a:pt x="16976" y="21371"/>
                    <a:pt x="17034" y="21371"/>
                  </a:cubicBezTo>
                  <a:close/>
                  <a:moveTo>
                    <a:pt x="17034" y="22363"/>
                  </a:moveTo>
                  <a:cubicBezTo>
                    <a:pt x="17092" y="22363"/>
                    <a:pt x="17138" y="22409"/>
                    <a:pt x="17138" y="22466"/>
                  </a:cubicBezTo>
                  <a:lnTo>
                    <a:pt x="17138" y="22631"/>
                  </a:lnTo>
                  <a:cubicBezTo>
                    <a:pt x="17138" y="22688"/>
                    <a:pt x="17092" y="22734"/>
                    <a:pt x="17034" y="22734"/>
                  </a:cubicBezTo>
                  <a:cubicBezTo>
                    <a:pt x="16976" y="22734"/>
                    <a:pt x="16930" y="22688"/>
                    <a:pt x="16930" y="22631"/>
                  </a:cubicBezTo>
                  <a:lnTo>
                    <a:pt x="16930" y="22466"/>
                  </a:lnTo>
                  <a:cubicBezTo>
                    <a:pt x="16930" y="22409"/>
                    <a:pt x="16976" y="22363"/>
                    <a:pt x="17034" y="22363"/>
                  </a:cubicBezTo>
                  <a:close/>
                  <a:moveTo>
                    <a:pt x="17034" y="23353"/>
                  </a:moveTo>
                  <a:cubicBezTo>
                    <a:pt x="17092" y="23353"/>
                    <a:pt x="17138" y="23399"/>
                    <a:pt x="17138" y="23458"/>
                  </a:cubicBezTo>
                  <a:lnTo>
                    <a:pt x="17138" y="23622"/>
                  </a:lnTo>
                  <a:cubicBezTo>
                    <a:pt x="17138" y="23680"/>
                    <a:pt x="17092" y="23726"/>
                    <a:pt x="17034" y="23726"/>
                  </a:cubicBezTo>
                  <a:cubicBezTo>
                    <a:pt x="16976" y="23726"/>
                    <a:pt x="16930" y="23680"/>
                    <a:pt x="16930" y="23622"/>
                  </a:cubicBezTo>
                  <a:lnTo>
                    <a:pt x="16930" y="23458"/>
                  </a:lnTo>
                  <a:cubicBezTo>
                    <a:pt x="16930" y="23399"/>
                    <a:pt x="16976" y="23353"/>
                    <a:pt x="17034" y="23353"/>
                  </a:cubicBezTo>
                  <a:close/>
                  <a:moveTo>
                    <a:pt x="17034" y="24345"/>
                  </a:moveTo>
                  <a:cubicBezTo>
                    <a:pt x="17092" y="24345"/>
                    <a:pt x="17138" y="24391"/>
                    <a:pt x="17138" y="24448"/>
                  </a:cubicBezTo>
                  <a:lnTo>
                    <a:pt x="17138" y="24614"/>
                  </a:lnTo>
                  <a:cubicBezTo>
                    <a:pt x="17138" y="24671"/>
                    <a:pt x="17092" y="24717"/>
                    <a:pt x="17034" y="24717"/>
                  </a:cubicBezTo>
                  <a:cubicBezTo>
                    <a:pt x="16976" y="24717"/>
                    <a:pt x="16930" y="24671"/>
                    <a:pt x="16930" y="24614"/>
                  </a:cubicBezTo>
                  <a:lnTo>
                    <a:pt x="16930" y="24448"/>
                  </a:lnTo>
                  <a:cubicBezTo>
                    <a:pt x="16930" y="24391"/>
                    <a:pt x="16976" y="24345"/>
                    <a:pt x="17034" y="24345"/>
                  </a:cubicBezTo>
                  <a:close/>
                  <a:moveTo>
                    <a:pt x="17034" y="25335"/>
                  </a:moveTo>
                  <a:cubicBezTo>
                    <a:pt x="17092" y="25335"/>
                    <a:pt x="17138" y="25381"/>
                    <a:pt x="17138" y="25438"/>
                  </a:cubicBezTo>
                  <a:lnTo>
                    <a:pt x="17138" y="25603"/>
                  </a:lnTo>
                  <a:cubicBezTo>
                    <a:pt x="17138" y="25661"/>
                    <a:pt x="17092" y="25707"/>
                    <a:pt x="17034" y="25707"/>
                  </a:cubicBezTo>
                  <a:cubicBezTo>
                    <a:pt x="16976" y="25707"/>
                    <a:pt x="16930" y="25661"/>
                    <a:pt x="16930" y="25603"/>
                  </a:cubicBezTo>
                  <a:lnTo>
                    <a:pt x="16930" y="25438"/>
                  </a:lnTo>
                  <a:cubicBezTo>
                    <a:pt x="16930" y="25381"/>
                    <a:pt x="16976" y="25335"/>
                    <a:pt x="17034" y="25335"/>
                  </a:cubicBezTo>
                  <a:close/>
                  <a:moveTo>
                    <a:pt x="1362" y="25520"/>
                  </a:moveTo>
                  <a:cubicBezTo>
                    <a:pt x="1420" y="25520"/>
                    <a:pt x="1466" y="25566"/>
                    <a:pt x="1466" y="25624"/>
                  </a:cubicBezTo>
                  <a:cubicBezTo>
                    <a:pt x="1466" y="25681"/>
                    <a:pt x="1420" y="25727"/>
                    <a:pt x="1362" y="25727"/>
                  </a:cubicBezTo>
                  <a:lnTo>
                    <a:pt x="1197" y="25727"/>
                  </a:lnTo>
                  <a:cubicBezTo>
                    <a:pt x="1140" y="25727"/>
                    <a:pt x="1094" y="25681"/>
                    <a:pt x="1094" y="25624"/>
                  </a:cubicBezTo>
                  <a:cubicBezTo>
                    <a:pt x="1094" y="25566"/>
                    <a:pt x="1140" y="25520"/>
                    <a:pt x="1197" y="25520"/>
                  </a:cubicBezTo>
                  <a:close/>
                  <a:moveTo>
                    <a:pt x="2354" y="25520"/>
                  </a:moveTo>
                  <a:cubicBezTo>
                    <a:pt x="2411" y="25520"/>
                    <a:pt x="2457" y="25566"/>
                    <a:pt x="2457" y="25624"/>
                  </a:cubicBezTo>
                  <a:cubicBezTo>
                    <a:pt x="2457" y="25681"/>
                    <a:pt x="2411" y="25727"/>
                    <a:pt x="2354" y="25727"/>
                  </a:cubicBezTo>
                  <a:lnTo>
                    <a:pt x="2189" y="25727"/>
                  </a:lnTo>
                  <a:cubicBezTo>
                    <a:pt x="2132" y="25727"/>
                    <a:pt x="2086" y="25681"/>
                    <a:pt x="2086" y="25624"/>
                  </a:cubicBezTo>
                  <a:cubicBezTo>
                    <a:pt x="2086" y="25566"/>
                    <a:pt x="2132" y="25520"/>
                    <a:pt x="2189" y="25520"/>
                  </a:cubicBezTo>
                  <a:close/>
                  <a:moveTo>
                    <a:pt x="3345" y="25520"/>
                  </a:moveTo>
                  <a:cubicBezTo>
                    <a:pt x="3402" y="25520"/>
                    <a:pt x="3448" y="25566"/>
                    <a:pt x="3448" y="25624"/>
                  </a:cubicBezTo>
                  <a:cubicBezTo>
                    <a:pt x="3448" y="25681"/>
                    <a:pt x="3402" y="25727"/>
                    <a:pt x="3345" y="25727"/>
                  </a:cubicBezTo>
                  <a:lnTo>
                    <a:pt x="3180" y="25727"/>
                  </a:lnTo>
                  <a:cubicBezTo>
                    <a:pt x="3122" y="25727"/>
                    <a:pt x="3076" y="25681"/>
                    <a:pt x="3076" y="25624"/>
                  </a:cubicBezTo>
                  <a:cubicBezTo>
                    <a:pt x="3076" y="25566"/>
                    <a:pt x="3122" y="25520"/>
                    <a:pt x="3180" y="25520"/>
                  </a:cubicBezTo>
                  <a:close/>
                  <a:moveTo>
                    <a:pt x="4337" y="25520"/>
                  </a:moveTo>
                  <a:cubicBezTo>
                    <a:pt x="4394" y="25520"/>
                    <a:pt x="4440" y="25566"/>
                    <a:pt x="4440" y="25624"/>
                  </a:cubicBezTo>
                  <a:cubicBezTo>
                    <a:pt x="4440" y="25681"/>
                    <a:pt x="4393" y="25727"/>
                    <a:pt x="4337" y="25727"/>
                  </a:cubicBezTo>
                  <a:lnTo>
                    <a:pt x="4171" y="25727"/>
                  </a:lnTo>
                  <a:cubicBezTo>
                    <a:pt x="4113" y="25727"/>
                    <a:pt x="4067" y="25681"/>
                    <a:pt x="4067" y="25624"/>
                  </a:cubicBezTo>
                  <a:cubicBezTo>
                    <a:pt x="4067" y="25566"/>
                    <a:pt x="4113" y="25520"/>
                    <a:pt x="4171" y="25520"/>
                  </a:cubicBezTo>
                  <a:close/>
                  <a:moveTo>
                    <a:pt x="5327" y="25520"/>
                  </a:moveTo>
                  <a:cubicBezTo>
                    <a:pt x="5385" y="25520"/>
                    <a:pt x="5431" y="25566"/>
                    <a:pt x="5431" y="25624"/>
                  </a:cubicBezTo>
                  <a:cubicBezTo>
                    <a:pt x="5429" y="25681"/>
                    <a:pt x="5383" y="25727"/>
                    <a:pt x="5327" y="25727"/>
                  </a:cubicBezTo>
                  <a:lnTo>
                    <a:pt x="5162" y="25727"/>
                  </a:lnTo>
                  <a:cubicBezTo>
                    <a:pt x="5105" y="25727"/>
                    <a:pt x="5059" y="25681"/>
                    <a:pt x="5059" y="25624"/>
                  </a:cubicBezTo>
                  <a:cubicBezTo>
                    <a:pt x="5059" y="25566"/>
                    <a:pt x="5105" y="25520"/>
                    <a:pt x="5162" y="25520"/>
                  </a:cubicBezTo>
                  <a:close/>
                  <a:moveTo>
                    <a:pt x="6318" y="25520"/>
                  </a:moveTo>
                  <a:cubicBezTo>
                    <a:pt x="6376" y="25520"/>
                    <a:pt x="6422" y="25566"/>
                    <a:pt x="6422" y="25624"/>
                  </a:cubicBezTo>
                  <a:cubicBezTo>
                    <a:pt x="6421" y="25681"/>
                    <a:pt x="6375" y="25727"/>
                    <a:pt x="6318" y="25727"/>
                  </a:cubicBezTo>
                  <a:lnTo>
                    <a:pt x="6154" y="25727"/>
                  </a:lnTo>
                  <a:cubicBezTo>
                    <a:pt x="6096" y="25727"/>
                    <a:pt x="6050" y="25681"/>
                    <a:pt x="6050" y="25624"/>
                  </a:cubicBezTo>
                  <a:cubicBezTo>
                    <a:pt x="6050" y="25566"/>
                    <a:pt x="6096" y="25520"/>
                    <a:pt x="6154" y="25520"/>
                  </a:cubicBezTo>
                  <a:close/>
                  <a:moveTo>
                    <a:pt x="7310" y="25520"/>
                  </a:moveTo>
                  <a:cubicBezTo>
                    <a:pt x="7367" y="25520"/>
                    <a:pt x="7413" y="25566"/>
                    <a:pt x="7413" y="25624"/>
                  </a:cubicBezTo>
                  <a:cubicBezTo>
                    <a:pt x="7412" y="25681"/>
                    <a:pt x="7366" y="25727"/>
                    <a:pt x="7310" y="25727"/>
                  </a:cubicBezTo>
                  <a:lnTo>
                    <a:pt x="7145" y="25727"/>
                  </a:lnTo>
                  <a:cubicBezTo>
                    <a:pt x="7087" y="25727"/>
                    <a:pt x="7041" y="25681"/>
                    <a:pt x="7041" y="25624"/>
                  </a:cubicBezTo>
                  <a:cubicBezTo>
                    <a:pt x="7041" y="25566"/>
                    <a:pt x="7087" y="25520"/>
                    <a:pt x="7145" y="25520"/>
                  </a:cubicBezTo>
                  <a:close/>
                  <a:moveTo>
                    <a:pt x="8299" y="25520"/>
                  </a:moveTo>
                  <a:cubicBezTo>
                    <a:pt x="8358" y="25520"/>
                    <a:pt x="8404" y="25566"/>
                    <a:pt x="8404" y="25624"/>
                  </a:cubicBezTo>
                  <a:cubicBezTo>
                    <a:pt x="8404" y="25681"/>
                    <a:pt x="8358" y="25727"/>
                    <a:pt x="8299" y="25727"/>
                  </a:cubicBezTo>
                  <a:lnTo>
                    <a:pt x="8135" y="25727"/>
                  </a:lnTo>
                  <a:cubicBezTo>
                    <a:pt x="8077" y="25727"/>
                    <a:pt x="8031" y="25681"/>
                    <a:pt x="8031" y="25624"/>
                  </a:cubicBezTo>
                  <a:cubicBezTo>
                    <a:pt x="8031" y="25566"/>
                    <a:pt x="8077" y="25520"/>
                    <a:pt x="8135" y="25520"/>
                  </a:cubicBezTo>
                  <a:close/>
                  <a:moveTo>
                    <a:pt x="9291" y="25520"/>
                  </a:moveTo>
                  <a:cubicBezTo>
                    <a:pt x="9348" y="25520"/>
                    <a:pt x="9394" y="25566"/>
                    <a:pt x="9394" y="25624"/>
                  </a:cubicBezTo>
                  <a:cubicBezTo>
                    <a:pt x="9394" y="25681"/>
                    <a:pt x="9348" y="25727"/>
                    <a:pt x="9291" y="25727"/>
                  </a:cubicBezTo>
                  <a:lnTo>
                    <a:pt x="9126" y="25727"/>
                  </a:lnTo>
                  <a:cubicBezTo>
                    <a:pt x="9069" y="25727"/>
                    <a:pt x="9023" y="25681"/>
                    <a:pt x="9023" y="25624"/>
                  </a:cubicBezTo>
                  <a:cubicBezTo>
                    <a:pt x="9023" y="25566"/>
                    <a:pt x="9069" y="25520"/>
                    <a:pt x="9126" y="25520"/>
                  </a:cubicBezTo>
                  <a:close/>
                  <a:moveTo>
                    <a:pt x="10282" y="25520"/>
                  </a:moveTo>
                  <a:cubicBezTo>
                    <a:pt x="10340" y="25520"/>
                    <a:pt x="10386" y="25566"/>
                    <a:pt x="10386" y="25624"/>
                  </a:cubicBezTo>
                  <a:cubicBezTo>
                    <a:pt x="10386" y="25681"/>
                    <a:pt x="10340" y="25727"/>
                    <a:pt x="10282" y="25727"/>
                  </a:cubicBezTo>
                  <a:lnTo>
                    <a:pt x="10118" y="25727"/>
                  </a:lnTo>
                  <a:cubicBezTo>
                    <a:pt x="10059" y="25727"/>
                    <a:pt x="10013" y="25681"/>
                    <a:pt x="10013" y="25624"/>
                  </a:cubicBezTo>
                  <a:cubicBezTo>
                    <a:pt x="10013" y="25566"/>
                    <a:pt x="10059" y="25520"/>
                    <a:pt x="10118" y="25520"/>
                  </a:cubicBezTo>
                  <a:close/>
                  <a:moveTo>
                    <a:pt x="11274" y="25520"/>
                  </a:moveTo>
                  <a:cubicBezTo>
                    <a:pt x="11331" y="25520"/>
                    <a:pt x="11377" y="25566"/>
                    <a:pt x="11377" y="25624"/>
                  </a:cubicBezTo>
                  <a:cubicBezTo>
                    <a:pt x="11377" y="25681"/>
                    <a:pt x="11331" y="25727"/>
                    <a:pt x="11274" y="25727"/>
                  </a:cubicBezTo>
                  <a:lnTo>
                    <a:pt x="11108" y="25727"/>
                  </a:lnTo>
                  <a:cubicBezTo>
                    <a:pt x="11051" y="25727"/>
                    <a:pt x="11005" y="25681"/>
                    <a:pt x="11005" y="25624"/>
                  </a:cubicBezTo>
                  <a:cubicBezTo>
                    <a:pt x="11005" y="25566"/>
                    <a:pt x="11051" y="25520"/>
                    <a:pt x="11108" y="25520"/>
                  </a:cubicBezTo>
                  <a:close/>
                  <a:moveTo>
                    <a:pt x="12264" y="25520"/>
                  </a:moveTo>
                  <a:cubicBezTo>
                    <a:pt x="12322" y="25520"/>
                    <a:pt x="12369" y="25566"/>
                    <a:pt x="12369" y="25624"/>
                  </a:cubicBezTo>
                  <a:cubicBezTo>
                    <a:pt x="12369" y="25681"/>
                    <a:pt x="12322" y="25727"/>
                    <a:pt x="12264" y="25727"/>
                  </a:cubicBezTo>
                  <a:lnTo>
                    <a:pt x="12099" y="25727"/>
                  </a:lnTo>
                  <a:cubicBezTo>
                    <a:pt x="12042" y="25727"/>
                    <a:pt x="11996" y="25681"/>
                    <a:pt x="11996" y="25624"/>
                  </a:cubicBezTo>
                  <a:cubicBezTo>
                    <a:pt x="11996" y="25566"/>
                    <a:pt x="12042" y="25520"/>
                    <a:pt x="12099" y="25520"/>
                  </a:cubicBezTo>
                  <a:close/>
                  <a:moveTo>
                    <a:pt x="13256" y="25520"/>
                  </a:moveTo>
                  <a:cubicBezTo>
                    <a:pt x="13313" y="25520"/>
                    <a:pt x="13359" y="25566"/>
                    <a:pt x="13359" y="25624"/>
                  </a:cubicBezTo>
                  <a:cubicBezTo>
                    <a:pt x="13359" y="25681"/>
                    <a:pt x="13312" y="25727"/>
                    <a:pt x="13256" y="25727"/>
                  </a:cubicBezTo>
                  <a:lnTo>
                    <a:pt x="13091" y="25727"/>
                  </a:lnTo>
                  <a:cubicBezTo>
                    <a:pt x="13034" y="25727"/>
                    <a:pt x="12988" y="25681"/>
                    <a:pt x="12988" y="25624"/>
                  </a:cubicBezTo>
                  <a:cubicBezTo>
                    <a:pt x="12988" y="25566"/>
                    <a:pt x="13034" y="25520"/>
                    <a:pt x="13091" y="25520"/>
                  </a:cubicBezTo>
                  <a:close/>
                  <a:moveTo>
                    <a:pt x="14247" y="25520"/>
                  </a:moveTo>
                  <a:cubicBezTo>
                    <a:pt x="14304" y="25520"/>
                    <a:pt x="14350" y="25566"/>
                    <a:pt x="14350" y="25624"/>
                  </a:cubicBezTo>
                  <a:cubicBezTo>
                    <a:pt x="14350" y="25681"/>
                    <a:pt x="14303" y="25727"/>
                    <a:pt x="14247" y="25727"/>
                  </a:cubicBezTo>
                  <a:lnTo>
                    <a:pt x="14082" y="25727"/>
                  </a:lnTo>
                  <a:cubicBezTo>
                    <a:pt x="14024" y="25727"/>
                    <a:pt x="13978" y="25681"/>
                    <a:pt x="13978" y="25624"/>
                  </a:cubicBezTo>
                  <a:cubicBezTo>
                    <a:pt x="13978" y="25566"/>
                    <a:pt x="14024" y="25520"/>
                    <a:pt x="14082" y="25520"/>
                  </a:cubicBezTo>
                  <a:close/>
                  <a:moveTo>
                    <a:pt x="15239" y="25520"/>
                  </a:moveTo>
                  <a:cubicBezTo>
                    <a:pt x="15296" y="25520"/>
                    <a:pt x="15342" y="25566"/>
                    <a:pt x="15342" y="25624"/>
                  </a:cubicBezTo>
                  <a:cubicBezTo>
                    <a:pt x="15341" y="25681"/>
                    <a:pt x="15295" y="25727"/>
                    <a:pt x="15239" y="25727"/>
                  </a:cubicBezTo>
                  <a:lnTo>
                    <a:pt x="15073" y="25727"/>
                  </a:lnTo>
                  <a:cubicBezTo>
                    <a:pt x="15016" y="25727"/>
                    <a:pt x="14969" y="25681"/>
                    <a:pt x="14969" y="25624"/>
                  </a:cubicBezTo>
                  <a:cubicBezTo>
                    <a:pt x="14969" y="25566"/>
                    <a:pt x="15016" y="25520"/>
                    <a:pt x="15073" y="25520"/>
                  </a:cubicBezTo>
                  <a:close/>
                  <a:moveTo>
                    <a:pt x="16228" y="25521"/>
                  </a:moveTo>
                  <a:cubicBezTo>
                    <a:pt x="16285" y="25521"/>
                    <a:pt x="16331" y="25567"/>
                    <a:pt x="16331" y="25625"/>
                  </a:cubicBezTo>
                  <a:cubicBezTo>
                    <a:pt x="16331" y="25683"/>
                    <a:pt x="16285" y="25729"/>
                    <a:pt x="16228" y="25729"/>
                  </a:cubicBezTo>
                  <a:lnTo>
                    <a:pt x="16063" y="25729"/>
                  </a:lnTo>
                  <a:cubicBezTo>
                    <a:pt x="16006" y="25729"/>
                    <a:pt x="15960" y="25683"/>
                    <a:pt x="15960" y="25625"/>
                  </a:cubicBezTo>
                  <a:cubicBezTo>
                    <a:pt x="15960" y="25567"/>
                    <a:pt x="16006" y="25521"/>
                    <a:pt x="16063" y="25521"/>
                  </a:cubicBezTo>
                  <a:close/>
                  <a:moveTo>
                    <a:pt x="804" y="25955"/>
                  </a:moveTo>
                  <a:cubicBezTo>
                    <a:pt x="863" y="25955"/>
                    <a:pt x="909" y="26001"/>
                    <a:pt x="909" y="26059"/>
                  </a:cubicBezTo>
                  <a:lnTo>
                    <a:pt x="909" y="26223"/>
                  </a:lnTo>
                  <a:cubicBezTo>
                    <a:pt x="909" y="26282"/>
                    <a:pt x="863" y="26328"/>
                    <a:pt x="804" y="26328"/>
                  </a:cubicBezTo>
                  <a:cubicBezTo>
                    <a:pt x="747" y="26328"/>
                    <a:pt x="701" y="26282"/>
                    <a:pt x="701" y="26223"/>
                  </a:cubicBezTo>
                  <a:lnTo>
                    <a:pt x="701" y="26059"/>
                  </a:lnTo>
                  <a:cubicBezTo>
                    <a:pt x="701" y="26001"/>
                    <a:pt x="747" y="25955"/>
                    <a:pt x="804" y="25955"/>
                  </a:cubicBezTo>
                  <a:close/>
                  <a:moveTo>
                    <a:pt x="804" y="26947"/>
                  </a:moveTo>
                  <a:cubicBezTo>
                    <a:pt x="863" y="26947"/>
                    <a:pt x="909" y="26993"/>
                    <a:pt x="909" y="27050"/>
                  </a:cubicBezTo>
                  <a:lnTo>
                    <a:pt x="909" y="27215"/>
                  </a:lnTo>
                  <a:cubicBezTo>
                    <a:pt x="909" y="27272"/>
                    <a:pt x="863" y="27318"/>
                    <a:pt x="804" y="27318"/>
                  </a:cubicBezTo>
                  <a:cubicBezTo>
                    <a:pt x="747" y="27318"/>
                    <a:pt x="701" y="27272"/>
                    <a:pt x="701" y="27215"/>
                  </a:cubicBezTo>
                  <a:lnTo>
                    <a:pt x="701" y="27050"/>
                  </a:lnTo>
                  <a:cubicBezTo>
                    <a:pt x="701" y="26993"/>
                    <a:pt x="747" y="26947"/>
                    <a:pt x="804" y="26947"/>
                  </a:cubicBezTo>
                  <a:close/>
                  <a:moveTo>
                    <a:pt x="804" y="27937"/>
                  </a:moveTo>
                  <a:cubicBezTo>
                    <a:pt x="863" y="27937"/>
                    <a:pt x="909" y="27983"/>
                    <a:pt x="909" y="28041"/>
                  </a:cubicBezTo>
                  <a:lnTo>
                    <a:pt x="909" y="28206"/>
                  </a:lnTo>
                  <a:cubicBezTo>
                    <a:pt x="909" y="28264"/>
                    <a:pt x="863" y="28310"/>
                    <a:pt x="804" y="28310"/>
                  </a:cubicBezTo>
                  <a:cubicBezTo>
                    <a:pt x="747" y="28310"/>
                    <a:pt x="701" y="28264"/>
                    <a:pt x="701" y="28206"/>
                  </a:cubicBezTo>
                  <a:lnTo>
                    <a:pt x="701" y="28041"/>
                  </a:lnTo>
                  <a:cubicBezTo>
                    <a:pt x="701" y="27983"/>
                    <a:pt x="747" y="27937"/>
                    <a:pt x="804" y="27937"/>
                  </a:cubicBezTo>
                  <a:close/>
                  <a:moveTo>
                    <a:pt x="804" y="28928"/>
                  </a:moveTo>
                  <a:cubicBezTo>
                    <a:pt x="863" y="28928"/>
                    <a:pt x="909" y="28974"/>
                    <a:pt x="909" y="29031"/>
                  </a:cubicBezTo>
                  <a:lnTo>
                    <a:pt x="909" y="29196"/>
                  </a:lnTo>
                  <a:cubicBezTo>
                    <a:pt x="909" y="29254"/>
                    <a:pt x="863" y="29300"/>
                    <a:pt x="804" y="29300"/>
                  </a:cubicBezTo>
                  <a:cubicBezTo>
                    <a:pt x="747" y="29300"/>
                    <a:pt x="701" y="29254"/>
                    <a:pt x="701" y="29196"/>
                  </a:cubicBezTo>
                  <a:lnTo>
                    <a:pt x="701" y="29031"/>
                  </a:lnTo>
                  <a:cubicBezTo>
                    <a:pt x="701" y="28974"/>
                    <a:pt x="747" y="28928"/>
                    <a:pt x="804" y="28928"/>
                  </a:cubicBezTo>
                  <a:close/>
                  <a:moveTo>
                    <a:pt x="804" y="29919"/>
                  </a:moveTo>
                  <a:cubicBezTo>
                    <a:pt x="863" y="29919"/>
                    <a:pt x="909" y="29965"/>
                    <a:pt x="909" y="30022"/>
                  </a:cubicBezTo>
                  <a:lnTo>
                    <a:pt x="909" y="30187"/>
                  </a:lnTo>
                  <a:cubicBezTo>
                    <a:pt x="909" y="30244"/>
                    <a:pt x="863" y="30290"/>
                    <a:pt x="804" y="30290"/>
                  </a:cubicBezTo>
                  <a:cubicBezTo>
                    <a:pt x="747" y="30290"/>
                    <a:pt x="701" y="30244"/>
                    <a:pt x="701" y="30187"/>
                  </a:cubicBezTo>
                  <a:lnTo>
                    <a:pt x="701" y="30022"/>
                  </a:lnTo>
                  <a:cubicBezTo>
                    <a:pt x="701" y="29965"/>
                    <a:pt x="747" y="29919"/>
                    <a:pt x="804" y="29919"/>
                  </a:cubicBezTo>
                  <a:close/>
                  <a:moveTo>
                    <a:pt x="804" y="30909"/>
                  </a:moveTo>
                  <a:cubicBezTo>
                    <a:pt x="863" y="30909"/>
                    <a:pt x="909" y="30956"/>
                    <a:pt x="909" y="31014"/>
                  </a:cubicBezTo>
                  <a:lnTo>
                    <a:pt x="909" y="31179"/>
                  </a:lnTo>
                  <a:cubicBezTo>
                    <a:pt x="909" y="31236"/>
                    <a:pt x="863" y="31282"/>
                    <a:pt x="804" y="31282"/>
                  </a:cubicBezTo>
                  <a:cubicBezTo>
                    <a:pt x="747" y="31282"/>
                    <a:pt x="701" y="31236"/>
                    <a:pt x="701" y="31179"/>
                  </a:cubicBezTo>
                  <a:lnTo>
                    <a:pt x="701" y="31014"/>
                  </a:lnTo>
                  <a:cubicBezTo>
                    <a:pt x="701" y="30956"/>
                    <a:pt x="747" y="30909"/>
                    <a:pt x="804" y="30909"/>
                  </a:cubicBezTo>
                  <a:close/>
                  <a:moveTo>
                    <a:pt x="804" y="31901"/>
                  </a:moveTo>
                  <a:cubicBezTo>
                    <a:pt x="863" y="31901"/>
                    <a:pt x="909" y="31947"/>
                    <a:pt x="909" y="32004"/>
                  </a:cubicBezTo>
                  <a:lnTo>
                    <a:pt x="909" y="32170"/>
                  </a:lnTo>
                  <a:cubicBezTo>
                    <a:pt x="909" y="32227"/>
                    <a:pt x="863" y="32273"/>
                    <a:pt x="804" y="32273"/>
                  </a:cubicBezTo>
                  <a:cubicBezTo>
                    <a:pt x="747" y="32273"/>
                    <a:pt x="701" y="32227"/>
                    <a:pt x="701" y="32170"/>
                  </a:cubicBezTo>
                  <a:lnTo>
                    <a:pt x="701" y="32004"/>
                  </a:lnTo>
                  <a:cubicBezTo>
                    <a:pt x="701" y="31947"/>
                    <a:pt x="747" y="31901"/>
                    <a:pt x="804" y="31901"/>
                  </a:cubicBezTo>
                  <a:close/>
                  <a:moveTo>
                    <a:pt x="1362" y="1"/>
                  </a:moveTo>
                  <a:lnTo>
                    <a:pt x="1362" y="6525"/>
                  </a:lnTo>
                  <a:cubicBezTo>
                    <a:pt x="1362" y="6981"/>
                    <a:pt x="1733" y="7353"/>
                    <a:pt x="2189" y="7353"/>
                  </a:cubicBezTo>
                  <a:lnTo>
                    <a:pt x="13379" y="7353"/>
                  </a:lnTo>
                  <a:lnTo>
                    <a:pt x="13379" y="11069"/>
                  </a:lnTo>
                  <a:lnTo>
                    <a:pt x="4337" y="11069"/>
                  </a:lnTo>
                  <a:cubicBezTo>
                    <a:pt x="3879" y="11069"/>
                    <a:pt x="3510" y="11438"/>
                    <a:pt x="3510" y="11896"/>
                  </a:cubicBezTo>
                  <a:lnTo>
                    <a:pt x="3510" y="19618"/>
                  </a:lnTo>
                  <a:cubicBezTo>
                    <a:pt x="3510" y="20074"/>
                    <a:pt x="3879" y="20444"/>
                    <a:pt x="4337" y="20444"/>
                  </a:cubicBezTo>
                  <a:lnTo>
                    <a:pt x="16229" y="20444"/>
                  </a:lnTo>
                  <a:lnTo>
                    <a:pt x="16229" y="24780"/>
                  </a:lnTo>
                  <a:lnTo>
                    <a:pt x="827" y="24780"/>
                  </a:lnTo>
                  <a:cubicBezTo>
                    <a:pt x="370" y="24780"/>
                    <a:pt x="0" y="25149"/>
                    <a:pt x="0" y="25606"/>
                  </a:cubicBezTo>
                  <a:lnTo>
                    <a:pt x="0" y="33040"/>
                  </a:lnTo>
                  <a:lnTo>
                    <a:pt x="702" y="33040"/>
                  </a:lnTo>
                  <a:lnTo>
                    <a:pt x="702" y="32999"/>
                  </a:lnTo>
                  <a:cubicBezTo>
                    <a:pt x="702" y="32941"/>
                    <a:pt x="748" y="32894"/>
                    <a:pt x="807" y="32894"/>
                  </a:cubicBezTo>
                  <a:cubicBezTo>
                    <a:pt x="864" y="32894"/>
                    <a:pt x="910" y="32941"/>
                    <a:pt x="910" y="32999"/>
                  </a:cubicBezTo>
                  <a:lnTo>
                    <a:pt x="910" y="33040"/>
                  </a:lnTo>
                  <a:lnTo>
                    <a:pt x="1653" y="33040"/>
                  </a:lnTo>
                  <a:lnTo>
                    <a:pt x="1653" y="26432"/>
                  </a:lnTo>
                  <a:lnTo>
                    <a:pt x="17055" y="26432"/>
                  </a:lnTo>
                  <a:cubicBezTo>
                    <a:pt x="17511" y="26432"/>
                    <a:pt x="17880" y="26063"/>
                    <a:pt x="17880" y="25606"/>
                  </a:cubicBezTo>
                  <a:lnTo>
                    <a:pt x="17880" y="19618"/>
                  </a:lnTo>
                  <a:cubicBezTo>
                    <a:pt x="17880" y="19161"/>
                    <a:pt x="17511" y="18792"/>
                    <a:pt x="17055" y="18792"/>
                  </a:cubicBezTo>
                  <a:lnTo>
                    <a:pt x="5161" y="18792"/>
                  </a:lnTo>
                  <a:lnTo>
                    <a:pt x="5161" y="12721"/>
                  </a:lnTo>
                  <a:lnTo>
                    <a:pt x="14205" y="12721"/>
                  </a:lnTo>
                  <a:cubicBezTo>
                    <a:pt x="14662" y="12721"/>
                    <a:pt x="15031" y="12352"/>
                    <a:pt x="15031" y="11895"/>
                  </a:cubicBezTo>
                  <a:lnTo>
                    <a:pt x="15031" y="6527"/>
                  </a:lnTo>
                  <a:cubicBezTo>
                    <a:pt x="15031" y="6071"/>
                    <a:pt x="14662" y="5701"/>
                    <a:pt x="14205" y="5701"/>
                  </a:cubicBezTo>
                  <a:lnTo>
                    <a:pt x="3014" y="5701"/>
                  </a:lnTo>
                  <a:lnTo>
                    <a:pt x="30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 dirty="0"/>
            </a:p>
          </p:txBody>
        </p:sp>
      </p:grpSp>
      <p:sp>
        <p:nvSpPr>
          <p:cNvPr id="970" name="Google Shape;970;p16"/>
          <p:cNvSpPr txBox="1"/>
          <p:nvPr/>
        </p:nvSpPr>
        <p:spPr>
          <a:xfrm>
            <a:off x="8953622" y="4148227"/>
            <a:ext cx="2742221" cy="1810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/>
            <a:r>
              <a:rPr lang="de-DE" sz="1600">
                <a:latin typeface="Roboto"/>
                <a:ea typeface="Roboto"/>
                <a:cs typeface="Roboto"/>
                <a:sym typeface="Roboto"/>
              </a:rPr>
              <a:t>Erneuerbare Erzeugung integrieren und steuern</a:t>
            </a:r>
          </a:p>
          <a:p>
            <a:pPr algn="r" defTabSz="1219170"/>
            <a:endParaRPr lang="de-DE" sz="1600">
              <a:latin typeface="Roboto"/>
              <a:ea typeface="Roboto"/>
              <a:cs typeface="Roboto"/>
              <a:sym typeface="Roboto"/>
            </a:endParaRPr>
          </a:p>
          <a:p>
            <a:pPr algn="r" defTabSz="1219170"/>
            <a:r>
              <a:rPr lang="de-DE" sz="1600">
                <a:latin typeface="Roboto"/>
                <a:ea typeface="Roboto"/>
                <a:cs typeface="Roboto"/>
                <a:sym typeface="Roboto"/>
              </a:rPr>
              <a:t>Einfacher Systemanschluss von neuen und alten Gebäuden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16"/>
          <p:cNvSpPr txBox="1"/>
          <p:nvPr/>
        </p:nvSpPr>
        <p:spPr>
          <a:xfrm>
            <a:off x="494013" y="4152597"/>
            <a:ext cx="2742221" cy="122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r>
              <a:rPr lang="de-DE" sz="1600">
                <a:latin typeface="Roboto"/>
                <a:ea typeface="Roboto"/>
                <a:cs typeface="Roboto"/>
                <a:sym typeface="Roboto"/>
              </a:rPr>
              <a:t>Transparenz über Energienutzungsverhalten der Stadt zur Auswertung und Analyse</a:t>
            </a:r>
          </a:p>
        </p:txBody>
      </p:sp>
      <p:sp>
        <p:nvSpPr>
          <p:cNvPr id="972" name="Google Shape;972;p16"/>
          <p:cNvSpPr txBox="1"/>
          <p:nvPr/>
        </p:nvSpPr>
        <p:spPr>
          <a:xfrm>
            <a:off x="494011" y="2281775"/>
            <a:ext cx="2742223" cy="106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sz="1600" dirty="0" err="1">
                <a:latin typeface="Roboto"/>
                <a:ea typeface="Roboto"/>
                <a:cs typeface="Roboto"/>
                <a:sym typeface="Roboto"/>
              </a:rPr>
              <a:t>Erfassung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 und </a:t>
            </a:r>
            <a:r>
              <a:rPr lang="en-US" sz="1600" err="1">
                <a:latin typeface="Roboto"/>
                <a:ea typeface="Roboto"/>
                <a:cs typeface="Roboto"/>
                <a:sym typeface="Roboto"/>
              </a:rPr>
              <a:t>Dokumentation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 des </a:t>
            </a:r>
            <a:r>
              <a:rPr lang="en-US" sz="1600" err="1">
                <a:latin typeface="Roboto"/>
                <a:ea typeface="Roboto"/>
                <a:cs typeface="Roboto"/>
                <a:sym typeface="Roboto"/>
              </a:rPr>
              <a:t>Energieverbrauchs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16"/>
          <p:cNvSpPr txBox="1"/>
          <p:nvPr/>
        </p:nvSpPr>
        <p:spPr>
          <a:xfrm>
            <a:off x="494011" y="1866433"/>
            <a:ext cx="2346525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Datenerfassung</a:t>
            </a:r>
            <a:endParaRPr sz="2133" b="1">
              <a:solidFill>
                <a:srgbClr val="1E2F5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4" name="Google Shape;974;p16"/>
          <p:cNvSpPr txBox="1"/>
          <p:nvPr/>
        </p:nvSpPr>
        <p:spPr>
          <a:xfrm>
            <a:off x="491866" y="3642998"/>
            <a:ext cx="2020329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" sz="2133" b="1">
                <a:solidFill>
                  <a:srgbClr val="8BBFFF"/>
                </a:solidFill>
                <a:latin typeface="Fira Sans"/>
                <a:ea typeface="Fira Sans"/>
                <a:cs typeface="Fira Sans"/>
                <a:sym typeface="Fira Sans"/>
              </a:rPr>
              <a:t>Transparenz</a:t>
            </a:r>
            <a:endParaRPr sz="2133" b="1">
              <a:solidFill>
                <a:srgbClr val="8BB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5" name="Google Shape;975;p16"/>
          <p:cNvSpPr txBox="1"/>
          <p:nvPr/>
        </p:nvSpPr>
        <p:spPr>
          <a:xfrm>
            <a:off x="9950640" y="3638627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lnSpc>
                <a:spcPct val="115000"/>
              </a:lnSpc>
              <a:spcAft>
                <a:spcPts val="2133"/>
              </a:spcAft>
            </a:pPr>
            <a:r>
              <a:rPr lang="en" sz="2133" b="1">
                <a:solidFill>
                  <a:srgbClr val="4E6BAC"/>
                </a:solidFill>
                <a:latin typeface="Fira Sans"/>
                <a:ea typeface="Fira Sans"/>
                <a:cs typeface="Fira Sans"/>
                <a:sym typeface="Fira Sans"/>
              </a:rPr>
              <a:t>Integration</a:t>
            </a:r>
            <a:endParaRPr sz="2133" b="1">
              <a:solidFill>
                <a:srgbClr val="4E6BAC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6" name="Google Shape;976;p16"/>
          <p:cNvSpPr txBox="1"/>
          <p:nvPr/>
        </p:nvSpPr>
        <p:spPr>
          <a:xfrm>
            <a:off x="8841323" y="2039974"/>
            <a:ext cx="2856664" cy="134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/>
            <a:r>
              <a:rPr lang="de-DE" sz="1600">
                <a:latin typeface="Roboto"/>
                <a:ea typeface="Roboto"/>
                <a:cs typeface="Roboto"/>
                <a:sym typeface="Roboto"/>
              </a:rPr>
              <a:t>Netzlast durch konkrete Vorschläge optimieren</a:t>
            </a:r>
          </a:p>
          <a:p>
            <a:pPr algn="r" defTabSz="1219170"/>
            <a:endParaRPr lang="de-DE" sz="1600">
              <a:latin typeface="Roboto"/>
              <a:ea typeface="Roboto"/>
              <a:cs typeface="Roboto"/>
              <a:sym typeface="Roboto"/>
            </a:endParaRPr>
          </a:p>
          <a:p>
            <a:pPr algn="r" defTabSz="1219170"/>
            <a:r>
              <a:rPr lang="de-DE" sz="1600">
                <a:latin typeface="Roboto"/>
                <a:ea typeface="Roboto"/>
                <a:cs typeface="Roboto"/>
                <a:sym typeface="Roboto"/>
              </a:rPr>
              <a:t>Erhöhter Eigenverbrauch erneuerbarer Energie</a:t>
            </a:r>
          </a:p>
        </p:txBody>
      </p:sp>
      <p:sp>
        <p:nvSpPr>
          <p:cNvPr id="977" name="Google Shape;977;p16"/>
          <p:cNvSpPr txBox="1"/>
          <p:nvPr/>
        </p:nvSpPr>
        <p:spPr>
          <a:xfrm>
            <a:off x="9351462" y="1611633"/>
            <a:ext cx="2346525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lnSpc>
                <a:spcPct val="115000"/>
              </a:lnSpc>
              <a:spcAft>
                <a:spcPts val="2133"/>
              </a:spcAft>
            </a:pPr>
            <a:r>
              <a:rPr lang="en" sz="2133" b="1">
                <a:solidFill>
                  <a:srgbClr val="B2E0FF"/>
                </a:solidFill>
                <a:latin typeface="Fira Sans"/>
                <a:ea typeface="Fira Sans"/>
                <a:cs typeface="Fira Sans"/>
                <a:sym typeface="Fira Sans"/>
              </a:rPr>
              <a:t>Optimierung</a:t>
            </a:r>
            <a:endParaRPr sz="2133" b="1">
              <a:solidFill>
                <a:srgbClr val="B2E0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21"/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Wer profitiert?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6F19D9-9CA8-3112-E3A6-8B7D06D221F9}"/>
              </a:ext>
            </a:extLst>
          </p:cNvPr>
          <p:cNvGrpSpPr/>
          <p:nvPr/>
        </p:nvGrpSpPr>
        <p:grpSpPr>
          <a:xfrm>
            <a:off x="3720928" y="1468423"/>
            <a:ext cx="4770636" cy="4824867"/>
            <a:chOff x="3720928" y="1468423"/>
            <a:chExt cx="4770636" cy="4824867"/>
          </a:xfrm>
        </p:grpSpPr>
        <p:sp>
          <p:nvSpPr>
            <p:cNvPr id="2024" name="Google Shape;2024;p21"/>
            <p:cNvSpPr/>
            <p:nvPr/>
          </p:nvSpPr>
          <p:spPr>
            <a:xfrm>
              <a:off x="5571155" y="1832804"/>
              <a:ext cx="363" cy="7381"/>
            </a:xfrm>
            <a:custGeom>
              <a:avLst/>
              <a:gdLst/>
              <a:ahLst/>
              <a:cxnLst/>
              <a:rect l="l" t="t" r="r" b="b"/>
              <a:pathLst>
                <a:path w="3" h="61" extrusionOk="0">
                  <a:moveTo>
                    <a:pt x="1" y="0"/>
                  </a:moveTo>
                  <a:lnTo>
                    <a:pt x="1" y="61"/>
                  </a:lnTo>
                  <a:cubicBezTo>
                    <a:pt x="2" y="40"/>
                    <a:pt x="2" y="20"/>
                    <a:pt x="3" y="0"/>
                  </a:cubicBezTo>
                  <a:close/>
                </a:path>
              </a:pathLst>
            </a:custGeom>
            <a:solidFill>
              <a:srgbClr val="AFC01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25" name="Google Shape;2025;p21"/>
            <p:cNvSpPr/>
            <p:nvPr/>
          </p:nvSpPr>
          <p:spPr>
            <a:xfrm>
              <a:off x="5887603" y="1832804"/>
              <a:ext cx="363" cy="7381"/>
            </a:xfrm>
            <a:custGeom>
              <a:avLst/>
              <a:gdLst/>
              <a:ahLst/>
              <a:cxnLst/>
              <a:rect l="l" t="t" r="r" b="b"/>
              <a:pathLst>
                <a:path w="3" h="61" extrusionOk="0">
                  <a:moveTo>
                    <a:pt x="0" y="0"/>
                  </a:moveTo>
                  <a:cubicBezTo>
                    <a:pt x="1" y="21"/>
                    <a:pt x="2" y="41"/>
                    <a:pt x="2" y="61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AFC01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26" name="Google Shape;2026;p21"/>
            <p:cNvSpPr/>
            <p:nvPr/>
          </p:nvSpPr>
          <p:spPr>
            <a:xfrm>
              <a:off x="5570671" y="1840065"/>
              <a:ext cx="363" cy="15248"/>
            </a:xfrm>
            <a:custGeom>
              <a:avLst/>
              <a:gdLst/>
              <a:ahLst/>
              <a:cxnLst/>
              <a:rect l="l" t="t" r="r" b="b"/>
              <a:pathLst>
                <a:path w="3" h="126" extrusionOk="0">
                  <a:moveTo>
                    <a:pt x="3" y="1"/>
                  </a:moveTo>
                  <a:cubicBezTo>
                    <a:pt x="3" y="21"/>
                    <a:pt x="1" y="43"/>
                    <a:pt x="1" y="64"/>
                  </a:cubicBezTo>
                  <a:cubicBezTo>
                    <a:pt x="1" y="85"/>
                    <a:pt x="3" y="105"/>
                    <a:pt x="3" y="126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27" name="Google Shape;2027;p21"/>
            <p:cNvSpPr/>
            <p:nvPr/>
          </p:nvSpPr>
          <p:spPr>
            <a:xfrm>
              <a:off x="5887966" y="1840307"/>
              <a:ext cx="484" cy="15127"/>
            </a:xfrm>
            <a:custGeom>
              <a:avLst/>
              <a:gdLst/>
              <a:ahLst/>
              <a:cxnLst/>
              <a:rect l="l" t="t" r="r" b="b"/>
              <a:pathLst>
                <a:path w="4" h="125" extrusionOk="0">
                  <a:moveTo>
                    <a:pt x="0" y="1"/>
                  </a:moveTo>
                  <a:lnTo>
                    <a:pt x="0" y="125"/>
                  </a:lnTo>
                  <a:cubicBezTo>
                    <a:pt x="0" y="103"/>
                    <a:pt x="3" y="83"/>
                    <a:pt x="3" y="62"/>
                  </a:cubicBezTo>
                  <a:cubicBezTo>
                    <a:pt x="3" y="42"/>
                    <a:pt x="0" y="2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28" name="Google Shape;2028;p21"/>
            <p:cNvSpPr/>
            <p:nvPr/>
          </p:nvSpPr>
          <p:spPr>
            <a:xfrm>
              <a:off x="5887603" y="1832804"/>
              <a:ext cx="363" cy="30011"/>
            </a:xfrm>
            <a:custGeom>
              <a:avLst/>
              <a:gdLst/>
              <a:ahLst/>
              <a:cxnLst/>
              <a:rect l="l" t="t" r="r" b="b"/>
              <a:pathLst>
                <a:path w="3" h="248" extrusionOk="0">
                  <a:moveTo>
                    <a:pt x="0" y="0"/>
                  </a:moveTo>
                  <a:lnTo>
                    <a:pt x="0" y="247"/>
                  </a:lnTo>
                  <a:cubicBezTo>
                    <a:pt x="1" y="227"/>
                    <a:pt x="1" y="206"/>
                    <a:pt x="2" y="186"/>
                  </a:cubicBezTo>
                  <a:lnTo>
                    <a:pt x="2" y="61"/>
                  </a:lnTo>
                  <a:cubicBezTo>
                    <a:pt x="1" y="40"/>
                    <a:pt x="1" y="2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29" name="Google Shape;2029;p21"/>
            <p:cNvSpPr/>
            <p:nvPr/>
          </p:nvSpPr>
          <p:spPr>
            <a:xfrm>
              <a:off x="5571398" y="1688920"/>
              <a:ext cx="158044" cy="150904"/>
            </a:xfrm>
            <a:custGeom>
              <a:avLst/>
              <a:gdLst/>
              <a:ahLst/>
              <a:cxnLst/>
              <a:rect l="l" t="t" r="r" b="b"/>
              <a:pathLst>
                <a:path w="1306" h="1247" extrusionOk="0">
                  <a:moveTo>
                    <a:pt x="1305" y="1"/>
                  </a:moveTo>
                  <a:cubicBezTo>
                    <a:pt x="624" y="1"/>
                    <a:pt x="63" y="522"/>
                    <a:pt x="1" y="1189"/>
                  </a:cubicBezTo>
                  <a:cubicBezTo>
                    <a:pt x="109" y="1224"/>
                    <a:pt x="225" y="1247"/>
                    <a:pt x="347" y="1247"/>
                  </a:cubicBezTo>
                  <a:cubicBezTo>
                    <a:pt x="467" y="1247"/>
                    <a:pt x="584" y="1226"/>
                    <a:pt x="693" y="1189"/>
                  </a:cubicBezTo>
                  <a:cubicBezTo>
                    <a:pt x="977" y="1093"/>
                    <a:pt x="1202" y="884"/>
                    <a:pt x="1305" y="619"/>
                  </a:cubicBezTo>
                  <a:lnTo>
                    <a:pt x="13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30" name="Google Shape;2030;p21"/>
            <p:cNvSpPr/>
            <p:nvPr/>
          </p:nvSpPr>
          <p:spPr>
            <a:xfrm>
              <a:off x="5729319" y="1688920"/>
              <a:ext cx="158044" cy="150904"/>
            </a:xfrm>
            <a:custGeom>
              <a:avLst/>
              <a:gdLst/>
              <a:ahLst/>
              <a:cxnLst/>
              <a:rect l="l" t="t" r="r" b="b"/>
              <a:pathLst>
                <a:path w="1306" h="1247" extrusionOk="0">
                  <a:moveTo>
                    <a:pt x="0" y="1"/>
                  </a:moveTo>
                  <a:lnTo>
                    <a:pt x="0" y="619"/>
                  </a:lnTo>
                  <a:cubicBezTo>
                    <a:pt x="106" y="884"/>
                    <a:pt x="332" y="1093"/>
                    <a:pt x="614" y="1189"/>
                  </a:cubicBezTo>
                  <a:cubicBezTo>
                    <a:pt x="723" y="1226"/>
                    <a:pt x="839" y="1247"/>
                    <a:pt x="961" y="1247"/>
                  </a:cubicBezTo>
                  <a:cubicBezTo>
                    <a:pt x="1083" y="1247"/>
                    <a:pt x="1199" y="1226"/>
                    <a:pt x="1306" y="1189"/>
                  </a:cubicBezTo>
                  <a:cubicBezTo>
                    <a:pt x="1244" y="522"/>
                    <a:pt x="684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32" name="Google Shape;2032;p21"/>
            <p:cNvSpPr/>
            <p:nvPr/>
          </p:nvSpPr>
          <p:spPr>
            <a:xfrm>
              <a:off x="4122441" y="3504110"/>
              <a:ext cx="30245" cy="29996"/>
            </a:xfrm>
            <a:custGeom>
              <a:avLst/>
              <a:gdLst/>
              <a:ahLst/>
              <a:cxnLst/>
              <a:rect l="l" t="t" r="r" b="b"/>
              <a:pathLst>
                <a:path w="243" h="241" extrusionOk="0">
                  <a:moveTo>
                    <a:pt x="122" y="1"/>
                  </a:moveTo>
                  <a:cubicBezTo>
                    <a:pt x="90" y="1"/>
                    <a:pt x="59" y="12"/>
                    <a:pt x="37" y="34"/>
                  </a:cubicBezTo>
                  <a:cubicBezTo>
                    <a:pt x="13" y="57"/>
                    <a:pt x="1" y="88"/>
                    <a:pt x="1" y="120"/>
                  </a:cubicBezTo>
                  <a:cubicBezTo>
                    <a:pt x="1" y="150"/>
                    <a:pt x="13" y="183"/>
                    <a:pt x="37" y="205"/>
                  </a:cubicBezTo>
                  <a:cubicBezTo>
                    <a:pt x="58" y="227"/>
                    <a:pt x="89" y="240"/>
                    <a:pt x="121" y="240"/>
                  </a:cubicBezTo>
                  <a:cubicBezTo>
                    <a:pt x="153" y="240"/>
                    <a:pt x="184" y="229"/>
                    <a:pt x="207" y="205"/>
                  </a:cubicBezTo>
                  <a:cubicBezTo>
                    <a:pt x="230" y="183"/>
                    <a:pt x="242" y="152"/>
                    <a:pt x="242" y="120"/>
                  </a:cubicBezTo>
                  <a:cubicBezTo>
                    <a:pt x="242" y="88"/>
                    <a:pt x="230" y="57"/>
                    <a:pt x="207" y="34"/>
                  </a:cubicBezTo>
                  <a:cubicBezTo>
                    <a:pt x="184" y="12"/>
                    <a:pt x="153" y="1"/>
                    <a:pt x="12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33" name="Google Shape;2033;p21"/>
            <p:cNvSpPr/>
            <p:nvPr/>
          </p:nvSpPr>
          <p:spPr>
            <a:xfrm>
              <a:off x="4122441" y="3571570"/>
              <a:ext cx="30121" cy="771167"/>
            </a:xfrm>
            <a:custGeom>
              <a:avLst/>
              <a:gdLst/>
              <a:ahLst/>
              <a:cxnLst/>
              <a:rect l="l" t="t" r="r" b="b"/>
              <a:pathLst>
                <a:path w="242" h="6196" extrusionOk="0">
                  <a:moveTo>
                    <a:pt x="121" y="0"/>
                  </a:moveTo>
                  <a:cubicBezTo>
                    <a:pt x="54" y="0"/>
                    <a:pt x="1" y="53"/>
                    <a:pt x="1" y="120"/>
                  </a:cubicBezTo>
                  <a:cubicBezTo>
                    <a:pt x="1" y="186"/>
                    <a:pt x="54" y="241"/>
                    <a:pt x="121" y="241"/>
                  </a:cubicBezTo>
                  <a:cubicBezTo>
                    <a:pt x="187" y="241"/>
                    <a:pt x="241" y="186"/>
                    <a:pt x="241" y="120"/>
                  </a:cubicBezTo>
                  <a:cubicBezTo>
                    <a:pt x="241" y="53"/>
                    <a:pt x="187" y="0"/>
                    <a:pt x="121" y="0"/>
                  </a:cubicBezTo>
                  <a:close/>
                  <a:moveTo>
                    <a:pt x="121" y="541"/>
                  </a:moveTo>
                  <a:cubicBezTo>
                    <a:pt x="54" y="541"/>
                    <a:pt x="1" y="595"/>
                    <a:pt x="1" y="661"/>
                  </a:cubicBezTo>
                  <a:cubicBezTo>
                    <a:pt x="1" y="728"/>
                    <a:pt x="54" y="782"/>
                    <a:pt x="121" y="782"/>
                  </a:cubicBezTo>
                  <a:cubicBezTo>
                    <a:pt x="187" y="782"/>
                    <a:pt x="241" y="728"/>
                    <a:pt x="241" y="661"/>
                  </a:cubicBezTo>
                  <a:cubicBezTo>
                    <a:pt x="241" y="595"/>
                    <a:pt x="187" y="541"/>
                    <a:pt x="121" y="541"/>
                  </a:cubicBezTo>
                  <a:close/>
                  <a:moveTo>
                    <a:pt x="121" y="1082"/>
                  </a:moveTo>
                  <a:cubicBezTo>
                    <a:pt x="54" y="1082"/>
                    <a:pt x="1" y="1136"/>
                    <a:pt x="1" y="1202"/>
                  </a:cubicBezTo>
                  <a:cubicBezTo>
                    <a:pt x="1" y="1269"/>
                    <a:pt x="54" y="1322"/>
                    <a:pt x="121" y="1322"/>
                  </a:cubicBezTo>
                  <a:cubicBezTo>
                    <a:pt x="187" y="1322"/>
                    <a:pt x="241" y="1269"/>
                    <a:pt x="241" y="1202"/>
                  </a:cubicBezTo>
                  <a:cubicBezTo>
                    <a:pt x="241" y="1136"/>
                    <a:pt x="187" y="1082"/>
                    <a:pt x="121" y="1082"/>
                  </a:cubicBezTo>
                  <a:close/>
                  <a:moveTo>
                    <a:pt x="121" y="1624"/>
                  </a:moveTo>
                  <a:cubicBezTo>
                    <a:pt x="54" y="1624"/>
                    <a:pt x="1" y="1678"/>
                    <a:pt x="1" y="1745"/>
                  </a:cubicBezTo>
                  <a:cubicBezTo>
                    <a:pt x="1" y="1810"/>
                    <a:pt x="54" y="1864"/>
                    <a:pt x="121" y="1864"/>
                  </a:cubicBezTo>
                  <a:cubicBezTo>
                    <a:pt x="187" y="1864"/>
                    <a:pt x="241" y="1811"/>
                    <a:pt x="241" y="1745"/>
                  </a:cubicBezTo>
                  <a:cubicBezTo>
                    <a:pt x="241" y="1678"/>
                    <a:pt x="187" y="1624"/>
                    <a:pt x="121" y="1624"/>
                  </a:cubicBezTo>
                  <a:close/>
                  <a:moveTo>
                    <a:pt x="121" y="2165"/>
                  </a:moveTo>
                  <a:cubicBezTo>
                    <a:pt x="54" y="2165"/>
                    <a:pt x="1" y="2220"/>
                    <a:pt x="1" y="2286"/>
                  </a:cubicBezTo>
                  <a:cubicBezTo>
                    <a:pt x="1" y="2353"/>
                    <a:pt x="54" y="2406"/>
                    <a:pt x="121" y="2406"/>
                  </a:cubicBezTo>
                  <a:cubicBezTo>
                    <a:pt x="187" y="2406"/>
                    <a:pt x="241" y="2353"/>
                    <a:pt x="241" y="2286"/>
                  </a:cubicBezTo>
                  <a:cubicBezTo>
                    <a:pt x="241" y="2220"/>
                    <a:pt x="187" y="2165"/>
                    <a:pt x="121" y="2165"/>
                  </a:cubicBezTo>
                  <a:close/>
                  <a:moveTo>
                    <a:pt x="121" y="2707"/>
                  </a:moveTo>
                  <a:cubicBezTo>
                    <a:pt x="54" y="2707"/>
                    <a:pt x="1" y="2760"/>
                    <a:pt x="1" y="2826"/>
                  </a:cubicBezTo>
                  <a:cubicBezTo>
                    <a:pt x="1" y="2893"/>
                    <a:pt x="54" y="2947"/>
                    <a:pt x="121" y="2947"/>
                  </a:cubicBezTo>
                  <a:cubicBezTo>
                    <a:pt x="187" y="2947"/>
                    <a:pt x="241" y="2893"/>
                    <a:pt x="241" y="2826"/>
                  </a:cubicBezTo>
                  <a:cubicBezTo>
                    <a:pt x="241" y="2760"/>
                    <a:pt x="187" y="2707"/>
                    <a:pt x="121" y="2707"/>
                  </a:cubicBezTo>
                  <a:close/>
                  <a:moveTo>
                    <a:pt x="121" y="3249"/>
                  </a:moveTo>
                  <a:cubicBezTo>
                    <a:pt x="54" y="3249"/>
                    <a:pt x="1" y="3302"/>
                    <a:pt x="1" y="3369"/>
                  </a:cubicBezTo>
                  <a:cubicBezTo>
                    <a:pt x="1" y="3434"/>
                    <a:pt x="54" y="3489"/>
                    <a:pt x="121" y="3489"/>
                  </a:cubicBezTo>
                  <a:cubicBezTo>
                    <a:pt x="187" y="3489"/>
                    <a:pt x="241" y="3435"/>
                    <a:pt x="241" y="3369"/>
                  </a:cubicBezTo>
                  <a:cubicBezTo>
                    <a:pt x="241" y="3302"/>
                    <a:pt x="187" y="3249"/>
                    <a:pt x="121" y="3249"/>
                  </a:cubicBezTo>
                  <a:close/>
                  <a:moveTo>
                    <a:pt x="121" y="3790"/>
                  </a:moveTo>
                  <a:cubicBezTo>
                    <a:pt x="54" y="3790"/>
                    <a:pt x="1" y="3843"/>
                    <a:pt x="1" y="3910"/>
                  </a:cubicBezTo>
                  <a:cubicBezTo>
                    <a:pt x="1" y="3976"/>
                    <a:pt x="54" y="4031"/>
                    <a:pt x="121" y="4031"/>
                  </a:cubicBezTo>
                  <a:cubicBezTo>
                    <a:pt x="187" y="4031"/>
                    <a:pt x="241" y="3976"/>
                    <a:pt x="241" y="3910"/>
                  </a:cubicBezTo>
                  <a:cubicBezTo>
                    <a:pt x="241" y="3843"/>
                    <a:pt x="187" y="3790"/>
                    <a:pt x="121" y="3790"/>
                  </a:cubicBezTo>
                  <a:close/>
                  <a:moveTo>
                    <a:pt x="121" y="4330"/>
                  </a:moveTo>
                  <a:cubicBezTo>
                    <a:pt x="54" y="4330"/>
                    <a:pt x="1" y="4385"/>
                    <a:pt x="1" y="4451"/>
                  </a:cubicBezTo>
                  <a:cubicBezTo>
                    <a:pt x="1" y="4518"/>
                    <a:pt x="54" y="4571"/>
                    <a:pt x="121" y="4571"/>
                  </a:cubicBezTo>
                  <a:cubicBezTo>
                    <a:pt x="187" y="4571"/>
                    <a:pt x="241" y="4518"/>
                    <a:pt x="241" y="4451"/>
                  </a:cubicBezTo>
                  <a:cubicBezTo>
                    <a:pt x="241" y="4385"/>
                    <a:pt x="187" y="4330"/>
                    <a:pt x="121" y="4330"/>
                  </a:cubicBezTo>
                  <a:close/>
                  <a:moveTo>
                    <a:pt x="121" y="4872"/>
                  </a:moveTo>
                  <a:cubicBezTo>
                    <a:pt x="54" y="4872"/>
                    <a:pt x="1" y="4925"/>
                    <a:pt x="1" y="4991"/>
                  </a:cubicBezTo>
                  <a:cubicBezTo>
                    <a:pt x="1" y="5059"/>
                    <a:pt x="54" y="5112"/>
                    <a:pt x="121" y="5112"/>
                  </a:cubicBezTo>
                  <a:cubicBezTo>
                    <a:pt x="187" y="5112"/>
                    <a:pt x="241" y="5059"/>
                    <a:pt x="241" y="4991"/>
                  </a:cubicBezTo>
                  <a:cubicBezTo>
                    <a:pt x="241" y="4926"/>
                    <a:pt x="187" y="4872"/>
                    <a:pt x="121" y="4872"/>
                  </a:cubicBezTo>
                  <a:close/>
                  <a:moveTo>
                    <a:pt x="121" y="5414"/>
                  </a:moveTo>
                  <a:cubicBezTo>
                    <a:pt x="54" y="5414"/>
                    <a:pt x="1" y="5468"/>
                    <a:pt x="1" y="5535"/>
                  </a:cubicBezTo>
                  <a:cubicBezTo>
                    <a:pt x="1" y="5601"/>
                    <a:pt x="54" y="5654"/>
                    <a:pt x="121" y="5654"/>
                  </a:cubicBezTo>
                  <a:cubicBezTo>
                    <a:pt x="187" y="5654"/>
                    <a:pt x="241" y="5601"/>
                    <a:pt x="241" y="5535"/>
                  </a:cubicBezTo>
                  <a:cubicBezTo>
                    <a:pt x="241" y="5468"/>
                    <a:pt x="187" y="5414"/>
                    <a:pt x="121" y="5414"/>
                  </a:cubicBezTo>
                  <a:close/>
                  <a:moveTo>
                    <a:pt x="121" y="5955"/>
                  </a:moveTo>
                  <a:cubicBezTo>
                    <a:pt x="54" y="5955"/>
                    <a:pt x="1" y="6008"/>
                    <a:pt x="1" y="6075"/>
                  </a:cubicBezTo>
                  <a:cubicBezTo>
                    <a:pt x="1" y="6141"/>
                    <a:pt x="54" y="6196"/>
                    <a:pt x="121" y="6196"/>
                  </a:cubicBezTo>
                  <a:cubicBezTo>
                    <a:pt x="187" y="6196"/>
                    <a:pt x="241" y="6141"/>
                    <a:pt x="241" y="6075"/>
                  </a:cubicBezTo>
                  <a:cubicBezTo>
                    <a:pt x="241" y="6008"/>
                    <a:pt x="187" y="5955"/>
                    <a:pt x="121" y="5955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34" name="Google Shape;2034;p21"/>
            <p:cNvSpPr/>
            <p:nvPr/>
          </p:nvSpPr>
          <p:spPr>
            <a:xfrm>
              <a:off x="4122441" y="4380319"/>
              <a:ext cx="30245" cy="29747"/>
            </a:xfrm>
            <a:custGeom>
              <a:avLst/>
              <a:gdLst/>
              <a:ahLst/>
              <a:cxnLst/>
              <a:rect l="l" t="t" r="r" b="b"/>
              <a:pathLst>
                <a:path w="243" h="239" extrusionOk="0">
                  <a:moveTo>
                    <a:pt x="122" y="0"/>
                  </a:moveTo>
                  <a:cubicBezTo>
                    <a:pt x="90" y="0"/>
                    <a:pt x="59" y="11"/>
                    <a:pt x="37" y="33"/>
                  </a:cubicBezTo>
                  <a:cubicBezTo>
                    <a:pt x="13" y="56"/>
                    <a:pt x="1" y="87"/>
                    <a:pt x="1" y="118"/>
                  </a:cubicBezTo>
                  <a:cubicBezTo>
                    <a:pt x="1" y="150"/>
                    <a:pt x="13" y="182"/>
                    <a:pt x="37" y="204"/>
                  </a:cubicBezTo>
                  <a:cubicBezTo>
                    <a:pt x="58" y="226"/>
                    <a:pt x="89" y="239"/>
                    <a:pt x="121" y="239"/>
                  </a:cubicBezTo>
                  <a:cubicBezTo>
                    <a:pt x="153" y="239"/>
                    <a:pt x="184" y="226"/>
                    <a:pt x="207" y="204"/>
                  </a:cubicBezTo>
                  <a:cubicBezTo>
                    <a:pt x="230" y="181"/>
                    <a:pt x="242" y="150"/>
                    <a:pt x="242" y="118"/>
                  </a:cubicBezTo>
                  <a:cubicBezTo>
                    <a:pt x="242" y="87"/>
                    <a:pt x="230" y="56"/>
                    <a:pt x="207" y="33"/>
                  </a:cubicBezTo>
                  <a:cubicBezTo>
                    <a:pt x="184" y="11"/>
                    <a:pt x="153" y="0"/>
                    <a:pt x="12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36" name="Google Shape;2036;p21"/>
            <p:cNvSpPr/>
            <p:nvPr/>
          </p:nvSpPr>
          <p:spPr>
            <a:xfrm>
              <a:off x="5656052" y="2128192"/>
              <a:ext cx="237972" cy="2515257"/>
            </a:xfrm>
            <a:custGeom>
              <a:avLst/>
              <a:gdLst/>
              <a:ahLst/>
              <a:cxnLst/>
              <a:rect l="l" t="t" r="r" b="b"/>
              <a:pathLst>
                <a:path w="1912" h="20209" extrusionOk="0">
                  <a:moveTo>
                    <a:pt x="694" y="0"/>
                  </a:moveTo>
                  <a:cubicBezTo>
                    <a:pt x="627" y="0"/>
                    <a:pt x="573" y="55"/>
                    <a:pt x="573" y="121"/>
                  </a:cubicBezTo>
                  <a:cubicBezTo>
                    <a:pt x="573" y="188"/>
                    <a:pt x="627" y="241"/>
                    <a:pt x="694" y="241"/>
                  </a:cubicBezTo>
                  <a:cubicBezTo>
                    <a:pt x="761" y="241"/>
                    <a:pt x="816" y="188"/>
                    <a:pt x="816" y="121"/>
                  </a:cubicBezTo>
                  <a:cubicBezTo>
                    <a:pt x="816" y="55"/>
                    <a:pt x="760" y="0"/>
                    <a:pt x="694" y="0"/>
                  </a:cubicBezTo>
                  <a:close/>
                  <a:moveTo>
                    <a:pt x="694" y="542"/>
                  </a:moveTo>
                  <a:cubicBezTo>
                    <a:pt x="627" y="542"/>
                    <a:pt x="573" y="595"/>
                    <a:pt x="573" y="661"/>
                  </a:cubicBezTo>
                  <a:cubicBezTo>
                    <a:pt x="573" y="728"/>
                    <a:pt x="627" y="782"/>
                    <a:pt x="694" y="783"/>
                  </a:cubicBezTo>
                  <a:cubicBezTo>
                    <a:pt x="761" y="783"/>
                    <a:pt x="816" y="728"/>
                    <a:pt x="816" y="661"/>
                  </a:cubicBezTo>
                  <a:cubicBezTo>
                    <a:pt x="816" y="595"/>
                    <a:pt x="760" y="542"/>
                    <a:pt x="694" y="542"/>
                  </a:cubicBezTo>
                  <a:close/>
                  <a:moveTo>
                    <a:pt x="694" y="1084"/>
                  </a:moveTo>
                  <a:cubicBezTo>
                    <a:pt x="627" y="1084"/>
                    <a:pt x="573" y="1137"/>
                    <a:pt x="573" y="1204"/>
                  </a:cubicBezTo>
                  <a:cubicBezTo>
                    <a:pt x="573" y="1269"/>
                    <a:pt x="627" y="1324"/>
                    <a:pt x="694" y="1324"/>
                  </a:cubicBezTo>
                  <a:cubicBezTo>
                    <a:pt x="761" y="1324"/>
                    <a:pt x="816" y="1270"/>
                    <a:pt x="816" y="1204"/>
                  </a:cubicBezTo>
                  <a:cubicBezTo>
                    <a:pt x="816" y="1137"/>
                    <a:pt x="760" y="1084"/>
                    <a:pt x="694" y="1084"/>
                  </a:cubicBezTo>
                  <a:close/>
                  <a:moveTo>
                    <a:pt x="694" y="1625"/>
                  </a:moveTo>
                  <a:cubicBezTo>
                    <a:pt x="627" y="1625"/>
                    <a:pt x="573" y="1678"/>
                    <a:pt x="573" y="1745"/>
                  </a:cubicBezTo>
                  <a:cubicBezTo>
                    <a:pt x="573" y="1810"/>
                    <a:pt x="627" y="1866"/>
                    <a:pt x="694" y="1866"/>
                  </a:cubicBezTo>
                  <a:cubicBezTo>
                    <a:pt x="761" y="1866"/>
                    <a:pt x="816" y="1811"/>
                    <a:pt x="816" y="1745"/>
                  </a:cubicBezTo>
                  <a:cubicBezTo>
                    <a:pt x="816" y="1678"/>
                    <a:pt x="760" y="1625"/>
                    <a:pt x="694" y="1625"/>
                  </a:cubicBezTo>
                  <a:close/>
                  <a:moveTo>
                    <a:pt x="694" y="2164"/>
                  </a:moveTo>
                  <a:cubicBezTo>
                    <a:pt x="627" y="2164"/>
                    <a:pt x="573" y="2218"/>
                    <a:pt x="573" y="2285"/>
                  </a:cubicBezTo>
                  <a:cubicBezTo>
                    <a:pt x="573" y="2353"/>
                    <a:pt x="627" y="2406"/>
                    <a:pt x="694" y="2406"/>
                  </a:cubicBezTo>
                  <a:cubicBezTo>
                    <a:pt x="761" y="2406"/>
                    <a:pt x="816" y="2352"/>
                    <a:pt x="816" y="2285"/>
                  </a:cubicBezTo>
                  <a:cubicBezTo>
                    <a:pt x="816" y="2219"/>
                    <a:pt x="760" y="2164"/>
                    <a:pt x="694" y="2164"/>
                  </a:cubicBezTo>
                  <a:close/>
                  <a:moveTo>
                    <a:pt x="697" y="2703"/>
                  </a:moveTo>
                  <a:cubicBezTo>
                    <a:pt x="631" y="2703"/>
                    <a:pt x="577" y="2757"/>
                    <a:pt x="577" y="2823"/>
                  </a:cubicBezTo>
                  <a:cubicBezTo>
                    <a:pt x="577" y="2890"/>
                    <a:pt x="631" y="2943"/>
                    <a:pt x="697" y="2943"/>
                  </a:cubicBezTo>
                  <a:cubicBezTo>
                    <a:pt x="763" y="2943"/>
                    <a:pt x="818" y="2890"/>
                    <a:pt x="818" y="2823"/>
                  </a:cubicBezTo>
                  <a:cubicBezTo>
                    <a:pt x="818" y="2757"/>
                    <a:pt x="763" y="2703"/>
                    <a:pt x="697" y="2703"/>
                  </a:cubicBezTo>
                  <a:close/>
                  <a:moveTo>
                    <a:pt x="1238" y="2703"/>
                  </a:moveTo>
                  <a:cubicBezTo>
                    <a:pt x="1172" y="2703"/>
                    <a:pt x="1118" y="2757"/>
                    <a:pt x="1118" y="2823"/>
                  </a:cubicBezTo>
                  <a:cubicBezTo>
                    <a:pt x="1118" y="2890"/>
                    <a:pt x="1172" y="2943"/>
                    <a:pt x="1238" y="2943"/>
                  </a:cubicBezTo>
                  <a:cubicBezTo>
                    <a:pt x="1305" y="2943"/>
                    <a:pt x="1359" y="2890"/>
                    <a:pt x="1359" y="2823"/>
                  </a:cubicBezTo>
                  <a:cubicBezTo>
                    <a:pt x="1359" y="2757"/>
                    <a:pt x="1305" y="2703"/>
                    <a:pt x="1238" y="2703"/>
                  </a:cubicBezTo>
                  <a:close/>
                  <a:moveTo>
                    <a:pt x="1779" y="2703"/>
                  </a:moveTo>
                  <a:cubicBezTo>
                    <a:pt x="1713" y="2703"/>
                    <a:pt x="1660" y="2757"/>
                    <a:pt x="1660" y="2823"/>
                  </a:cubicBezTo>
                  <a:cubicBezTo>
                    <a:pt x="1660" y="2890"/>
                    <a:pt x="1713" y="2943"/>
                    <a:pt x="1779" y="2943"/>
                  </a:cubicBezTo>
                  <a:cubicBezTo>
                    <a:pt x="1846" y="2943"/>
                    <a:pt x="1899" y="2890"/>
                    <a:pt x="1899" y="2823"/>
                  </a:cubicBezTo>
                  <a:cubicBezTo>
                    <a:pt x="1899" y="2757"/>
                    <a:pt x="1846" y="2703"/>
                    <a:pt x="1779" y="2703"/>
                  </a:cubicBezTo>
                  <a:close/>
                  <a:moveTo>
                    <a:pt x="1790" y="3235"/>
                  </a:moveTo>
                  <a:cubicBezTo>
                    <a:pt x="1723" y="3235"/>
                    <a:pt x="1670" y="3289"/>
                    <a:pt x="1670" y="3355"/>
                  </a:cubicBezTo>
                  <a:cubicBezTo>
                    <a:pt x="1670" y="3422"/>
                    <a:pt x="1723" y="3475"/>
                    <a:pt x="1790" y="3475"/>
                  </a:cubicBezTo>
                  <a:cubicBezTo>
                    <a:pt x="1857" y="3475"/>
                    <a:pt x="1911" y="3422"/>
                    <a:pt x="1911" y="3355"/>
                  </a:cubicBezTo>
                  <a:cubicBezTo>
                    <a:pt x="1911" y="3289"/>
                    <a:pt x="1856" y="3235"/>
                    <a:pt x="1790" y="3235"/>
                  </a:cubicBezTo>
                  <a:close/>
                  <a:moveTo>
                    <a:pt x="1790" y="3776"/>
                  </a:moveTo>
                  <a:cubicBezTo>
                    <a:pt x="1723" y="3776"/>
                    <a:pt x="1670" y="3829"/>
                    <a:pt x="1670" y="3897"/>
                  </a:cubicBezTo>
                  <a:cubicBezTo>
                    <a:pt x="1670" y="3963"/>
                    <a:pt x="1723" y="4016"/>
                    <a:pt x="1790" y="4016"/>
                  </a:cubicBezTo>
                  <a:cubicBezTo>
                    <a:pt x="1857" y="4016"/>
                    <a:pt x="1911" y="3963"/>
                    <a:pt x="1911" y="3897"/>
                  </a:cubicBezTo>
                  <a:cubicBezTo>
                    <a:pt x="1911" y="3830"/>
                    <a:pt x="1856" y="3776"/>
                    <a:pt x="1790" y="3776"/>
                  </a:cubicBezTo>
                  <a:close/>
                  <a:moveTo>
                    <a:pt x="1790" y="4317"/>
                  </a:moveTo>
                  <a:cubicBezTo>
                    <a:pt x="1723" y="4317"/>
                    <a:pt x="1670" y="4370"/>
                    <a:pt x="1670" y="4437"/>
                  </a:cubicBezTo>
                  <a:cubicBezTo>
                    <a:pt x="1670" y="4503"/>
                    <a:pt x="1723" y="4558"/>
                    <a:pt x="1790" y="4559"/>
                  </a:cubicBezTo>
                  <a:cubicBezTo>
                    <a:pt x="1857" y="4559"/>
                    <a:pt x="1911" y="4503"/>
                    <a:pt x="1911" y="4437"/>
                  </a:cubicBezTo>
                  <a:cubicBezTo>
                    <a:pt x="1911" y="4370"/>
                    <a:pt x="1856" y="4317"/>
                    <a:pt x="1790" y="4317"/>
                  </a:cubicBezTo>
                  <a:close/>
                  <a:moveTo>
                    <a:pt x="1790" y="4856"/>
                  </a:moveTo>
                  <a:cubicBezTo>
                    <a:pt x="1723" y="4856"/>
                    <a:pt x="1670" y="4912"/>
                    <a:pt x="1670" y="4978"/>
                  </a:cubicBezTo>
                  <a:cubicBezTo>
                    <a:pt x="1670" y="5045"/>
                    <a:pt x="1723" y="5099"/>
                    <a:pt x="1790" y="5099"/>
                  </a:cubicBezTo>
                  <a:cubicBezTo>
                    <a:pt x="1857" y="5099"/>
                    <a:pt x="1911" y="5045"/>
                    <a:pt x="1911" y="4978"/>
                  </a:cubicBezTo>
                  <a:cubicBezTo>
                    <a:pt x="1911" y="4911"/>
                    <a:pt x="1856" y="4856"/>
                    <a:pt x="1790" y="4856"/>
                  </a:cubicBezTo>
                  <a:close/>
                  <a:moveTo>
                    <a:pt x="1790" y="5401"/>
                  </a:moveTo>
                  <a:cubicBezTo>
                    <a:pt x="1723" y="5401"/>
                    <a:pt x="1670" y="5454"/>
                    <a:pt x="1670" y="5520"/>
                  </a:cubicBezTo>
                  <a:cubicBezTo>
                    <a:pt x="1670" y="5586"/>
                    <a:pt x="1723" y="5640"/>
                    <a:pt x="1790" y="5640"/>
                  </a:cubicBezTo>
                  <a:cubicBezTo>
                    <a:pt x="1857" y="5640"/>
                    <a:pt x="1911" y="5587"/>
                    <a:pt x="1911" y="5520"/>
                  </a:cubicBezTo>
                  <a:cubicBezTo>
                    <a:pt x="1911" y="5454"/>
                    <a:pt x="1856" y="5401"/>
                    <a:pt x="1790" y="5401"/>
                  </a:cubicBezTo>
                  <a:close/>
                  <a:moveTo>
                    <a:pt x="1790" y="5940"/>
                  </a:moveTo>
                  <a:cubicBezTo>
                    <a:pt x="1723" y="5940"/>
                    <a:pt x="1670" y="5994"/>
                    <a:pt x="1670" y="6061"/>
                  </a:cubicBezTo>
                  <a:cubicBezTo>
                    <a:pt x="1670" y="6128"/>
                    <a:pt x="1723" y="6181"/>
                    <a:pt x="1790" y="6181"/>
                  </a:cubicBezTo>
                  <a:cubicBezTo>
                    <a:pt x="1857" y="6181"/>
                    <a:pt x="1911" y="6127"/>
                    <a:pt x="1911" y="6061"/>
                  </a:cubicBezTo>
                  <a:cubicBezTo>
                    <a:pt x="1911" y="5994"/>
                    <a:pt x="1856" y="5940"/>
                    <a:pt x="1790" y="5940"/>
                  </a:cubicBezTo>
                  <a:close/>
                  <a:moveTo>
                    <a:pt x="660" y="6435"/>
                  </a:moveTo>
                  <a:cubicBezTo>
                    <a:pt x="594" y="6435"/>
                    <a:pt x="540" y="6488"/>
                    <a:pt x="540" y="6555"/>
                  </a:cubicBezTo>
                  <a:cubicBezTo>
                    <a:pt x="540" y="6621"/>
                    <a:pt x="594" y="6676"/>
                    <a:pt x="660" y="6676"/>
                  </a:cubicBezTo>
                  <a:cubicBezTo>
                    <a:pt x="727" y="6676"/>
                    <a:pt x="781" y="6621"/>
                    <a:pt x="781" y="6555"/>
                  </a:cubicBezTo>
                  <a:cubicBezTo>
                    <a:pt x="781" y="6488"/>
                    <a:pt x="727" y="6435"/>
                    <a:pt x="660" y="6435"/>
                  </a:cubicBezTo>
                  <a:close/>
                  <a:moveTo>
                    <a:pt x="1201" y="6435"/>
                  </a:moveTo>
                  <a:cubicBezTo>
                    <a:pt x="1135" y="6435"/>
                    <a:pt x="1082" y="6488"/>
                    <a:pt x="1082" y="6555"/>
                  </a:cubicBezTo>
                  <a:cubicBezTo>
                    <a:pt x="1082" y="6621"/>
                    <a:pt x="1135" y="6676"/>
                    <a:pt x="1201" y="6676"/>
                  </a:cubicBezTo>
                  <a:cubicBezTo>
                    <a:pt x="1268" y="6676"/>
                    <a:pt x="1322" y="6621"/>
                    <a:pt x="1322" y="6555"/>
                  </a:cubicBezTo>
                  <a:cubicBezTo>
                    <a:pt x="1322" y="6488"/>
                    <a:pt x="1268" y="6435"/>
                    <a:pt x="1201" y="6435"/>
                  </a:cubicBezTo>
                  <a:close/>
                  <a:moveTo>
                    <a:pt x="1743" y="6435"/>
                  </a:moveTo>
                  <a:cubicBezTo>
                    <a:pt x="1676" y="6435"/>
                    <a:pt x="1622" y="6488"/>
                    <a:pt x="1622" y="6555"/>
                  </a:cubicBezTo>
                  <a:cubicBezTo>
                    <a:pt x="1622" y="6621"/>
                    <a:pt x="1676" y="6676"/>
                    <a:pt x="1743" y="6676"/>
                  </a:cubicBezTo>
                  <a:cubicBezTo>
                    <a:pt x="1809" y="6676"/>
                    <a:pt x="1862" y="6621"/>
                    <a:pt x="1862" y="6555"/>
                  </a:cubicBezTo>
                  <a:cubicBezTo>
                    <a:pt x="1862" y="6488"/>
                    <a:pt x="1809" y="6435"/>
                    <a:pt x="1743" y="6435"/>
                  </a:cubicBezTo>
                  <a:close/>
                  <a:moveTo>
                    <a:pt x="121" y="6437"/>
                  </a:moveTo>
                  <a:cubicBezTo>
                    <a:pt x="54" y="6437"/>
                    <a:pt x="0" y="6491"/>
                    <a:pt x="0" y="6558"/>
                  </a:cubicBezTo>
                  <a:cubicBezTo>
                    <a:pt x="0" y="6625"/>
                    <a:pt x="55" y="6678"/>
                    <a:pt x="121" y="6678"/>
                  </a:cubicBezTo>
                  <a:cubicBezTo>
                    <a:pt x="187" y="6678"/>
                    <a:pt x="241" y="6625"/>
                    <a:pt x="241" y="6558"/>
                  </a:cubicBezTo>
                  <a:cubicBezTo>
                    <a:pt x="241" y="6491"/>
                    <a:pt x="187" y="6437"/>
                    <a:pt x="121" y="6437"/>
                  </a:cubicBezTo>
                  <a:close/>
                  <a:moveTo>
                    <a:pt x="121" y="6979"/>
                  </a:moveTo>
                  <a:cubicBezTo>
                    <a:pt x="54" y="6979"/>
                    <a:pt x="0" y="7032"/>
                    <a:pt x="0" y="7098"/>
                  </a:cubicBezTo>
                  <a:cubicBezTo>
                    <a:pt x="0" y="7166"/>
                    <a:pt x="55" y="7219"/>
                    <a:pt x="121" y="7219"/>
                  </a:cubicBezTo>
                  <a:cubicBezTo>
                    <a:pt x="187" y="7219"/>
                    <a:pt x="241" y="7166"/>
                    <a:pt x="241" y="7098"/>
                  </a:cubicBezTo>
                  <a:cubicBezTo>
                    <a:pt x="241" y="7033"/>
                    <a:pt x="187" y="6979"/>
                    <a:pt x="121" y="6979"/>
                  </a:cubicBezTo>
                  <a:close/>
                  <a:moveTo>
                    <a:pt x="121" y="7520"/>
                  </a:moveTo>
                  <a:cubicBezTo>
                    <a:pt x="54" y="7520"/>
                    <a:pt x="0" y="7573"/>
                    <a:pt x="0" y="7640"/>
                  </a:cubicBezTo>
                  <a:cubicBezTo>
                    <a:pt x="0" y="7706"/>
                    <a:pt x="55" y="7760"/>
                    <a:pt x="121" y="7760"/>
                  </a:cubicBezTo>
                  <a:cubicBezTo>
                    <a:pt x="187" y="7760"/>
                    <a:pt x="241" y="7706"/>
                    <a:pt x="241" y="7640"/>
                  </a:cubicBezTo>
                  <a:cubicBezTo>
                    <a:pt x="241" y="7573"/>
                    <a:pt x="187" y="7520"/>
                    <a:pt x="121" y="7520"/>
                  </a:cubicBezTo>
                  <a:close/>
                  <a:moveTo>
                    <a:pt x="121" y="8061"/>
                  </a:moveTo>
                  <a:cubicBezTo>
                    <a:pt x="54" y="8061"/>
                    <a:pt x="0" y="8114"/>
                    <a:pt x="0" y="8181"/>
                  </a:cubicBezTo>
                  <a:cubicBezTo>
                    <a:pt x="0" y="8247"/>
                    <a:pt x="55" y="8300"/>
                    <a:pt x="121" y="8300"/>
                  </a:cubicBezTo>
                  <a:cubicBezTo>
                    <a:pt x="187" y="8300"/>
                    <a:pt x="241" y="8247"/>
                    <a:pt x="241" y="8181"/>
                  </a:cubicBezTo>
                  <a:cubicBezTo>
                    <a:pt x="241" y="8114"/>
                    <a:pt x="187" y="8061"/>
                    <a:pt x="121" y="8061"/>
                  </a:cubicBezTo>
                  <a:close/>
                  <a:moveTo>
                    <a:pt x="121" y="8601"/>
                  </a:moveTo>
                  <a:cubicBezTo>
                    <a:pt x="54" y="8601"/>
                    <a:pt x="0" y="8656"/>
                    <a:pt x="0" y="8722"/>
                  </a:cubicBezTo>
                  <a:cubicBezTo>
                    <a:pt x="0" y="8790"/>
                    <a:pt x="55" y="8842"/>
                    <a:pt x="121" y="8842"/>
                  </a:cubicBezTo>
                  <a:cubicBezTo>
                    <a:pt x="187" y="8842"/>
                    <a:pt x="241" y="8789"/>
                    <a:pt x="241" y="8722"/>
                  </a:cubicBezTo>
                  <a:cubicBezTo>
                    <a:pt x="241" y="8656"/>
                    <a:pt x="187" y="8601"/>
                    <a:pt x="121" y="8601"/>
                  </a:cubicBezTo>
                  <a:close/>
                  <a:moveTo>
                    <a:pt x="121" y="9144"/>
                  </a:moveTo>
                  <a:cubicBezTo>
                    <a:pt x="54" y="9144"/>
                    <a:pt x="0" y="9198"/>
                    <a:pt x="0" y="9264"/>
                  </a:cubicBezTo>
                  <a:cubicBezTo>
                    <a:pt x="0" y="9331"/>
                    <a:pt x="55" y="9384"/>
                    <a:pt x="121" y="9384"/>
                  </a:cubicBezTo>
                  <a:cubicBezTo>
                    <a:pt x="187" y="9384"/>
                    <a:pt x="241" y="9331"/>
                    <a:pt x="241" y="9264"/>
                  </a:cubicBezTo>
                  <a:cubicBezTo>
                    <a:pt x="241" y="9198"/>
                    <a:pt x="187" y="9144"/>
                    <a:pt x="121" y="9144"/>
                  </a:cubicBezTo>
                  <a:close/>
                  <a:moveTo>
                    <a:pt x="121" y="9685"/>
                  </a:moveTo>
                  <a:cubicBezTo>
                    <a:pt x="54" y="9685"/>
                    <a:pt x="0" y="9738"/>
                    <a:pt x="0" y="9806"/>
                  </a:cubicBezTo>
                  <a:cubicBezTo>
                    <a:pt x="0" y="9872"/>
                    <a:pt x="55" y="9925"/>
                    <a:pt x="121" y="9925"/>
                  </a:cubicBezTo>
                  <a:cubicBezTo>
                    <a:pt x="187" y="9925"/>
                    <a:pt x="241" y="9872"/>
                    <a:pt x="241" y="9806"/>
                  </a:cubicBezTo>
                  <a:cubicBezTo>
                    <a:pt x="241" y="9739"/>
                    <a:pt x="187" y="9685"/>
                    <a:pt x="121" y="9685"/>
                  </a:cubicBezTo>
                  <a:close/>
                  <a:moveTo>
                    <a:pt x="121" y="10226"/>
                  </a:moveTo>
                  <a:cubicBezTo>
                    <a:pt x="54" y="10226"/>
                    <a:pt x="0" y="10279"/>
                    <a:pt x="0" y="10346"/>
                  </a:cubicBezTo>
                  <a:cubicBezTo>
                    <a:pt x="0" y="10412"/>
                    <a:pt x="55" y="10467"/>
                    <a:pt x="121" y="10467"/>
                  </a:cubicBezTo>
                  <a:cubicBezTo>
                    <a:pt x="187" y="10467"/>
                    <a:pt x="241" y="10412"/>
                    <a:pt x="241" y="10346"/>
                  </a:cubicBezTo>
                  <a:cubicBezTo>
                    <a:pt x="241" y="10279"/>
                    <a:pt x="187" y="10226"/>
                    <a:pt x="121" y="10226"/>
                  </a:cubicBezTo>
                  <a:close/>
                  <a:moveTo>
                    <a:pt x="121" y="10767"/>
                  </a:moveTo>
                  <a:cubicBezTo>
                    <a:pt x="54" y="10767"/>
                    <a:pt x="0" y="10821"/>
                    <a:pt x="0" y="10887"/>
                  </a:cubicBezTo>
                  <a:cubicBezTo>
                    <a:pt x="0" y="10954"/>
                    <a:pt x="55" y="11008"/>
                    <a:pt x="121" y="11008"/>
                  </a:cubicBezTo>
                  <a:cubicBezTo>
                    <a:pt x="187" y="11008"/>
                    <a:pt x="241" y="10954"/>
                    <a:pt x="241" y="10887"/>
                  </a:cubicBezTo>
                  <a:cubicBezTo>
                    <a:pt x="241" y="10821"/>
                    <a:pt x="187" y="10767"/>
                    <a:pt x="121" y="10767"/>
                  </a:cubicBezTo>
                  <a:close/>
                  <a:moveTo>
                    <a:pt x="121" y="11308"/>
                  </a:moveTo>
                  <a:cubicBezTo>
                    <a:pt x="54" y="11308"/>
                    <a:pt x="0" y="11362"/>
                    <a:pt x="0" y="11428"/>
                  </a:cubicBezTo>
                  <a:cubicBezTo>
                    <a:pt x="0" y="11496"/>
                    <a:pt x="55" y="11548"/>
                    <a:pt x="121" y="11548"/>
                  </a:cubicBezTo>
                  <a:cubicBezTo>
                    <a:pt x="187" y="11548"/>
                    <a:pt x="241" y="11495"/>
                    <a:pt x="241" y="11428"/>
                  </a:cubicBezTo>
                  <a:cubicBezTo>
                    <a:pt x="241" y="11362"/>
                    <a:pt x="187" y="11308"/>
                    <a:pt x="121" y="11308"/>
                  </a:cubicBezTo>
                  <a:close/>
                  <a:moveTo>
                    <a:pt x="121" y="11850"/>
                  </a:moveTo>
                  <a:cubicBezTo>
                    <a:pt x="54" y="11850"/>
                    <a:pt x="0" y="11904"/>
                    <a:pt x="0" y="11971"/>
                  </a:cubicBezTo>
                  <a:cubicBezTo>
                    <a:pt x="0" y="12037"/>
                    <a:pt x="55" y="12090"/>
                    <a:pt x="121" y="12090"/>
                  </a:cubicBezTo>
                  <a:cubicBezTo>
                    <a:pt x="187" y="12090"/>
                    <a:pt x="241" y="12037"/>
                    <a:pt x="241" y="11971"/>
                  </a:cubicBezTo>
                  <a:cubicBezTo>
                    <a:pt x="241" y="11904"/>
                    <a:pt x="187" y="11850"/>
                    <a:pt x="121" y="11850"/>
                  </a:cubicBezTo>
                  <a:close/>
                  <a:moveTo>
                    <a:pt x="121" y="12391"/>
                  </a:moveTo>
                  <a:cubicBezTo>
                    <a:pt x="54" y="12391"/>
                    <a:pt x="0" y="12444"/>
                    <a:pt x="0" y="12512"/>
                  </a:cubicBezTo>
                  <a:cubicBezTo>
                    <a:pt x="0" y="12578"/>
                    <a:pt x="55" y="12632"/>
                    <a:pt x="121" y="12632"/>
                  </a:cubicBezTo>
                  <a:cubicBezTo>
                    <a:pt x="187" y="12632"/>
                    <a:pt x="241" y="12578"/>
                    <a:pt x="241" y="12512"/>
                  </a:cubicBezTo>
                  <a:cubicBezTo>
                    <a:pt x="241" y="12445"/>
                    <a:pt x="187" y="12391"/>
                    <a:pt x="121" y="12391"/>
                  </a:cubicBezTo>
                  <a:close/>
                  <a:moveTo>
                    <a:pt x="121" y="12932"/>
                  </a:moveTo>
                  <a:cubicBezTo>
                    <a:pt x="54" y="12932"/>
                    <a:pt x="0" y="12986"/>
                    <a:pt x="0" y="13052"/>
                  </a:cubicBezTo>
                  <a:cubicBezTo>
                    <a:pt x="0" y="13119"/>
                    <a:pt x="55" y="13173"/>
                    <a:pt x="121" y="13173"/>
                  </a:cubicBezTo>
                  <a:cubicBezTo>
                    <a:pt x="187" y="13173"/>
                    <a:pt x="241" y="13119"/>
                    <a:pt x="241" y="13052"/>
                  </a:cubicBezTo>
                  <a:cubicBezTo>
                    <a:pt x="241" y="12986"/>
                    <a:pt x="187" y="12932"/>
                    <a:pt x="121" y="12932"/>
                  </a:cubicBezTo>
                  <a:close/>
                  <a:moveTo>
                    <a:pt x="121" y="13474"/>
                  </a:moveTo>
                  <a:cubicBezTo>
                    <a:pt x="54" y="13474"/>
                    <a:pt x="0" y="13527"/>
                    <a:pt x="0" y="13593"/>
                  </a:cubicBezTo>
                  <a:cubicBezTo>
                    <a:pt x="0" y="13660"/>
                    <a:pt x="55" y="13714"/>
                    <a:pt x="121" y="13714"/>
                  </a:cubicBezTo>
                  <a:cubicBezTo>
                    <a:pt x="187" y="13714"/>
                    <a:pt x="241" y="13660"/>
                    <a:pt x="241" y="13593"/>
                  </a:cubicBezTo>
                  <a:cubicBezTo>
                    <a:pt x="241" y="13527"/>
                    <a:pt x="187" y="13474"/>
                    <a:pt x="121" y="13474"/>
                  </a:cubicBezTo>
                  <a:close/>
                  <a:moveTo>
                    <a:pt x="121" y="14014"/>
                  </a:moveTo>
                  <a:cubicBezTo>
                    <a:pt x="54" y="14014"/>
                    <a:pt x="0" y="14068"/>
                    <a:pt x="0" y="14135"/>
                  </a:cubicBezTo>
                  <a:cubicBezTo>
                    <a:pt x="0" y="14201"/>
                    <a:pt x="55" y="14254"/>
                    <a:pt x="121" y="14254"/>
                  </a:cubicBezTo>
                  <a:cubicBezTo>
                    <a:pt x="187" y="14254"/>
                    <a:pt x="241" y="14201"/>
                    <a:pt x="241" y="14135"/>
                  </a:cubicBezTo>
                  <a:cubicBezTo>
                    <a:pt x="241" y="14068"/>
                    <a:pt x="187" y="14014"/>
                    <a:pt x="121" y="14014"/>
                  </a:cubicBezTo>
                  <a:close/>
                  <a:moveTo>
                    <a:pt x="121" y="14555"/>
                  </a:moveTo>
                  <a:cubicBezTo>
                    <a:pt x="54" y="14555"/>
                    <a:pt x="0" y="14609"/>
                    <a:pt x="0" y="14676"/>
                  </a:cubicBezTo>
                  <a:cubicBezTo>
                    <a:pt x="0" y="14744"/>
                    <a:pt x="55" y="14796"/>
                    <a:pt x="121" y="14796"/>
                  </a:cubicBezTo>
                  <a:cubicBezTo>
                    <a:pt x="187" y="14796"/>
                    <a:pt x="241" y="14742"/>
                    <a:pt x="241" y="14676"/>
                  </a:cubicBezTo>
                  <a:cubicBezTo>
                    <a:pt x="241" y="14609"/>
                    <a:pt x="187" y="14555"/>
                    <a:pt x="121" y="14555"/>
                  </a:cubicBezTo>
                  <a:close/>
                  <a:moveTo>
                    <a:pt x="121" y="15098"/>
                  </a:moveTo>
                  <a:cubicBezTo>
                    <a:pt x="54" y="15098"/>
                    <a:pt x="0" y="15152"/>
                    <a:pt x="0" y="15218"/>
                  </a:cubicBezTo>
                  <a:cubicBezTo>
                    <a:pt x="0" y="15284"/>
                    <a:pt x="55" y="15338"/>
                    <a:pt x="121" y="15338"/>
                  </a:cubicBezTo>
                  <a:cubicBezTo>
                    <a:pt x="187" y="15338"/>
                    <a:pt x="241" y="15285"/>
                    <a:pt x="241" y="15218"/>
                  </a:cubicBezTo>
                  <a:cubicBezTo>
                    <a:pt x="241" y="15152"/>
                    <a:pt x="187" y="15098"/>
                    <a:pt x="121" y="15098"/>
                  </a:cubicBezTo>
                  <a:close/>
                  <a:moveTo>
                    <a:pt x="121" y="15639"/>
                  </a:moveTo>
                  <a:cubicBezTo>
                    <a:pt x="54" y="15639"/>
                    <a:pt x="0" y="15692"/>
                    <a:pt x="0" y="15759"/>
                  </a:cubicBezTo>
                  <a:cubicBezTo>
                    <a:pt x="0" y="15825"/>
                    <a:pt x="55" y="15879"/>
                    <a:pt x="121" y="15879"/>
                  </a:cubicBezTo>
                  <a:cubicBezTo>
                    <a:pt x="187" y="15879"/>
                    <a:pt x="241" y="15825"/>
                    <a:pt x="241" y="15759"/>
                  </a:cubicBezTo>
                  <a:cubicBezTo>
                    <a:pt x="241" y="15692"/>
                    <a:pt x="187" y="15639"/>
                    <a:pt x="121" y="15639"/>
                  </a:cubicBezTo>
                  <a:close/>
                  <a:moveTo>
                    <a:pt x="121" y="16180"/>
                  </a:moveTo>
                  <a:cubicBezTo>
                    <a:pt x="54" y="16180"/>
                    <a:pt x="0" y="16233"/>
                    <a:pt x="0" y="16300"/>
                  </a:cubicBezTo>
                  <a:cubicBezTo>
                    <a:pt x="0" y="16366"/>
                    <a:pt x="55" y="16421"/>
                    <a:pt x="121" y="16421"/>
                  </a:cubicBezTo>
                  <a:cubicBezTo>
                    <a:pt x="187" y="16421"/>
                    <a:pt x="241" y="16366"/>
                    <a:pt x="241" y="16300"/>
                  </a:cubicBezTo>
                  <a:cubicBezTo>
                    <a:pt x="241" y="16233"/>
                    <a:pt x="187" y="16180"/>
                    <a:pt x="121" y="16180"/>
                  </a:cubicBezTo>
                  <a:close/>
                  <a:moveTo>
                    <a:pt x="121" y="16720"/>
                  </a:moveTo>
                  <a:cubicBezTo>
                    <a:pt x="54" y="16720"/>
                    <a:pt x="0" y="16775"/>
                    <a:pt x="0" y="16841"/>
                  </a:cubicBezTo>
                  <a:cubicBezTo>
                    <a:pt x="0" y="16908"/>
                    <a:pt x="55" y="16961"/>
                    <a:pt x="121" y="16961"/>
                  </a:cubicBezTo>
                  <a:cubicBezTo>
                    <a:pt x="187" y="16961"/>
                    <a:pt x="241" y="16908"/>
                    <a:pt x="241" y="16841"/>
                  </a:cubicBezTo>
                  <a:cubicBezTo>
                    <a:pt x="241" y="16775"/>
                    <a:pt x="187" y="16720"/>
                    <a:pt x="121" y="16720"/>
                  </a:cubicBezTo>
                  <a:close/>
                  <a:moveTo>
                    <a:pt x="121" y="17262"/>
                  </a:moveTo>
                  <a:cubicBezTo>
                    <a:pt x="54" y="17262"/>
                    <a:pt x="0" y="17315"/>
                    <a:pt x="0" y="17381"/>
                  </a:cubicBezTo>
                  <a:cubicBezTo>
                    <a:pt x="0" y="17450"/>
                    <a:pt x="55" y="17502"/>
                    <a:pt x="121" y="17502"/>
                  </a:cubicBezTo>
                  <a:cubicBezTo>
                    <a:pt x="187" y="17502"/>
                    <a:pt x="241" y="17449"/>
                    <a:pt x="241" y="17381"/>
                  </a:cubicBezTo>
                  <a:cubicBezTo>
                    <a:pt x="241" y="17316"/>
                    <a:pt x="187" y="17262"/>
                    <a:pt x="121" y="17262"/>
                  </a:cubicBezTo>
                  <a:close/>
                  <a:moveTo>
                    <a:pt x="121" y="17804"/>
                  </a:moveTo>
                  <a:cubicBezTo>
                    <a:pt x="54" y="17804"/>
                    <a:pt x="0" y="17858"/>
                    <a:pt x="0" y="17925"/>
                  </a:cubicBezTo>
                  <a:cubicBezTo>
                    <a:pt x="0" y="17991"/>
                    <a:pt x="55" y="18044"/>
                    <a:pt x="121" y="18044"/>
                  </a:cubicBezTo>
                  <a:cubicBezTo>
                    <a:pt x="187" y="18044"/>
                    <a:pt x="241" y="17991"/>
                    <a:pt x="241" y="17925"/>
                  </a:cubicBezTo>
                  <a:cubicBezTo>
                    <a:pt x="241" y="17858"/>
                    <a:pt x="187" y="17804"/>
                    <a:pt x="121" y="17804"/>
                  </a:cubicBezTo>
                  <a:close/>
                  <a:moveTo>
                    <a:pt x="121" y="18345"/>
                  </a:moveTo>
                  <a:cubicBezTo>
                    <a:pt x="54" y="18345"/>
                    <a:pt x="0" y="18398"/>
                    <a:pt x="0" y="18465"/>
                  </a:cubicBezTo>
                  <a:cubicBezTo>
                    <a:pt x="0" y="18531"/>
                    <a:pt x="55" y="18586"/>
                    <a:pt x="121" y="18586"/>
                  </a:cubicBezTo>
                  <a:cubicBezTo>
                    <a:pt x="187" y="18586"/>
                    <a:pt x="241" y="18531"/>
                    <a:pt x="241" y="18465"/>
                  </a:cubicBezTo>
                  <a:cubicBezTo>
                    <a:pt x="241" y="18398"/>
                    <a:pt x="187" y="18345"/>
                    <a:pt x="121" y="18345"/>
                  </a:cubicBezTo>
                  <a:close/>
                  <a:moveTo>
                    <a:pt x="121" y="18886"/>
                  </a:moveTo>
                  <a:cubicBezTo>
                    <a:pt x="54" y="18886"/>
                    <a:pt x="0" y="18940"/>
                    <a:pt x="0" y="19006"/>
                  </a:cubicBezTo>
                  <a:cubicBezTo>
                    <a:pt x="0" y="19072"/>
                    <a:pt x="54" y="19126"/>
                    <a:pt x="119" y="19126"/>
                  </a:cubicBezTo>
                  <a:cubicBezTo>
                    <a:pt x="120" y="19126"/>
                    <a:pt x="120" y="19126"/>
                    <a:pt x="121" y="19126"/>
                  </a:cubicBezTo>
                  <a:cubicBezTo>
                    <a:pt x="187" y="19126"/>
                    <a:pt x="241" y="19073"/>
                    <a:pt x="241" y="19006"/>
                  </a:cubicBezTo>
                  <a:cubicBezTo>
                    <a:pt x="241" y="18940"/>
                    <a:pt x="187" y="18886"/>
                    <a:pt x="121" y="18886"/>
                  </a:cubicBezTo>
                  <a:close/>
                  <a:moveTo>
                    <a:pt x="121" y="19427"/>
                  </a:moveTo>
                  <a:cubicBezTo>
                    <a:pt x="54" y="19427"/>
                    <a:pt x="0" y="19481"/>
                    <a:pt x="0" y="19547"/>
                  </a:cubicBezTo>
                  <a:cubicBezTo>
                    <a:pt x="0" y="19614"/>
                    <a:pt x="55" y="19667"/>
                    <a:pt x="121" y="19667"/>
                  </a:cubicBezTo>
                  <a:cubicBezTo>
                    <a:pt x="187" y="19667"/>
                    <a:pt x="241" y="19614"/>
                    <a:pt x="241" y="19547"/>
                  </a:cubicBezTo>
                  <a:cubicBezTo>
                    <a:pt x="241" y="19481"/>
                    <a:pt x="187" y="19427"/>
                    <a:pt x="121" y="19427"/>
                  </a:cubicBezTo>
                  <a:close/>
                  <a:moveTo>
                    <a:pt x="121" y="19968"/>
                  </a:moveTo>
                  <a:cubicBezTo>
                    <a:pt x="54" y="19968"/>
                    <a:pt x="0" y="20021"/>
                    <a:pt x="0" y="20089"/>
                  </a:cubicBezTo>
                  <a:cubicBezTo>
                    <a:pt x="0" y="20155"/>
                    <a:pt x="55" y="20208"/>
                    <a:pt x="121" y="20208"/>
                  </a:cubicBezTo>
                  <a:cubicBezTo>
                    <a:pt x="187" y="20208"/>
                    <a:pt x="241" y="20155"/>
                    <a:pt x="241" y="20089"/>
                  </a:cubicBezTo>
                  <a:cubicBezTo>
                    <a:pt x="241" y="20022"/>
                    <a:pt x="187" y="19968"/>
                    <a:pt x="121" y="19968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37" name="Google Shape;2037;p21"/>
            <p:cNvSpPr/>
            <p:nvPr/>
          </p:nvSpPr>
          <p:spPr>
            <a:xfrm>
              <a:off x="7856153" y="2246556"/>
              <a:ext cx="234114" cy="2520359"/>
            </a:xfrm>
            <a:custGeom>
              <a:avLst/>
              <a:gdLst/>
              <a:ahLst/>
              <a:cxnLst/>
              <a:rect l="l" t="t" r="r" b="b"/>
              <a:pathLst>
                <a:path w="1881" h="20250" extrusionOk="0">
                  <a:moveTo>
                    <a:pt x="1761" y="1"/>
                  </a:moveTo>
                  <a:cubicBezTo>
                    <a:pt x="1694" y="1"/>
                    <a:pt x="1640" y="55"/>
                    <a:pt x="1640" y="122"/>
                  </a:cubicBezTo>
                  <a:cubicBezTo>
                    <a:pt x="1640" y="186"/>
                    <a:pt x="1694" y="241"/>
                    <a:pt x="1761" y="241"/>
                  </a:cubicBezTo>
                  <a:cubicBezTo>
                    <a:pt x="1827" y="241"/>
                    <a:pt x="1880" y="188"/>
                    <a:pt x="1880" y="122"/>
                  </a:cubicBezTo>
                  <a:cubicBezTo>
                    <a:pt x="1880" y="55"/>
                    <a:pt x="1827" y="1"/>
                    <a:pt x="1761" y="1"/>
                  </a:cubicBezTo>
                  <a:close/>
                  <a:moveTo>
                    <a:pt x="1761" y="542"/>
                  </a:moveTo>
                  <a:cubicBezTo>
                    <a:pt x="1694" y="542"/>
                    <a:pt x="1640" y="595"/>
                    <a:pt x="1640" y="662"/>
                  </a:cubicBezTo>
                  <a:cubicBezTo>
                    <a:pt x="1640" y="727"/>
                    <a:pt x="1694" y="783"/>
                    <a:pt x="1761" y="783"/>
                  </a:cubicBezTo>
                  <a:cubicBezTo>
                    <a:pt x="1827" y="783"/>
                    <a:pt x="1880" y="728"/>
                    <a:pt x="1880" y="662"/>
                  </a:cubicBezTo>
                  <a:cubicBezTo>
                    <a:pt x="1880" y="595"/>
                    <a:pt x="1827" y="542"/>
                    <a:pt x="1761" y="542"/>
                  </a:cubicBezTo>
                  <a:close/>
                  <a:moveTo>
                    <a:pt x="1761" y="1083"/>
                  </a:moveTo>
                  <a:cubicBezTo>
                    <a:pt x="1694" y="1083"/>
                    <a:pt x="1640" y="1137"/>
                    <a:pt x="1640" y="1203"/>
                  </a:cubicBezTo>
                  <a:cubicBezTo>
                    <a:pt x="1640" y="1270"/>
                    <a:pt x="1694" y="1324"/>
                    <a:pt x="1761" y="1324"/>
                  </a:cubicBezTo>
                  <a:cubicBezTo>
                    <a:pt x="1827" y="1324"/>
                    <a:pt x="1880" y="1270"/>
                    <a:pt x="1880" y="1203"/>
                  </a:cubicBezTo>
                  <a:cubicBezTo>
                    <a:pt x="1880" y="1137"/>
                    <a:pt x="1827" y="1083"/>
                    <a:pt x="1761" y="1083"/>
                  </a:cubicBezTo>
                  <a:close/>
                  <a:moveTo>
                    <a:pt x="1761" y="1624"/>
                  </a:moveTo>
                  <a:cubicBezTo>
                    <a:pt x="1694" y="1624"/>
                    <a:pt x="1640" y="1678"/>
                    <a:pt x="1640" y="1744"/>
                  </a:cubicBezTo>
                  <a:cubicBezTo>
                    <a:pt x="1640" y="1811"/>
                    <a:pt x="1694" y="1864"/>
                    <a:pt x="1761" y="1864"/>
                  </a:cubicBezTo>
                  <a:cubicBezTo>
                    <a:pt x="1827" y="1864"/>
                    <a:pt x="1880" y="1811"/>
                    <a:pt x="1880" y="1744"/>
                  </a:cubicBezTo>
                  <a:cubicBezTo>
                    <a:pt x="1880" y="1678"/>
                    <a:pt x="1827" y="1624"/>
                    <a:pt x="1761" y="1624"/>
                  </a:cubicBezTo>
                  <a:close/>
                  <a:moveTo>
                    <a:pt x="1761" y="2165"/>
                  </a:moveTo>
                  <a:cubicBezTo>
                    <a:pt x="1694" y="2165"/>
                    <a:pt x="1640" y="2218"/>
                    <a:pt x="1640" y="2285"/>
                  </a:cubicBezTo>
                  <a:cubicBezTo>
                    <a:pt x="1640" y="2352"/>
                    <a:pt x="1694" y="2405"/>
                    <a:pt x="1761" y="2405"/>
                  </a:cubicBezTo>
                  <a:cubicBezTo>
                    <a:pt x="1827" y="2405"/>
                    <a:pt x="1880" y="2352"/>
                    <a:pt x="1880" y="2285"/>
                  </a:cubicBezTo>
                  <a:cubicBezTo>
                    <a:pt x="1880" y="2219"/>
                    <a:pt x="1827" y="2165"/>
                    <a:pt x="1761" y="2165"/>
                  </a:cubicBezTo>
                  <a:close/>
                  <a:moveTo>
                    <a:pt x="1761" y="2706"/>
                  </a:moveTo>
                  <a:cubicBezTo>
                    <a:pt x="1694" y="2706"/>
                    <a:pt x="1640" y="2759"/>
                    <a:pt x="1640" y="2826"/>
                  </a:cubicBezTo>
                  <a:cubicBezTo>
                    <a:pt x="1640" y="2892"/>
                    <a:pt x="1693" y="2947"/>
                    <a:pt x="1759" y="2947"/>
                  </a:cubicBezTo>
                  <a:cubicBezTo>
                    <a:pt x="1759" y="2947"/>
                    <a:pt x="1760" y="2947"/>
                    <a:pt x="1761" y="2947"/>
                  </a:cubicBezTo>
                  <a:cubicBezTo>
                    <a:pt x="1827" y="2947"/>
                    <a:pt x="1880" y="2892"/>
                    <a:pt x="1880" y="2826"/>
                  </a:cubicBezTo>
                  <a:cubicBezTo>
                    <a:pt x="1880" y="2759"/>
                    <a:pt x="1827" y="2706"/>
                    <a:pt x="1761" y="2706"/>
                  </a:cubicBezTo>
                  <a:close/>
                  <a:moveTo>
                    <a:pt x="1761" y="3249"/>
                  </a:moveTo>
                  <a:cubicBezTo>
                    <a:pt x="1694" y="3249"/>
                    <a:pt x="1640" y="3302"/>
                    <a:pt x="1640" y="3368"/>
                  </a:cubicBezTo>
                  <a:cubicBezTo>
                    <a:pt x="1640" y="3434"/>
                    <a:pt x="1694" y="3489"/>
                    <a:pt x="1761" y="3489"/>
                  </a:cubicBezTo>
                  <a:cubicBezTo>
                    <a:pt x="1827" y="3489"/>
                    <a:pt x="1880" y="3435"/>
                    <a:pt x="1880" y="3368"/>
                  </a:cubicBezTo>
                  <a:cubicBezTo>
                    <a:pt x="1880" y="3302"/>
                    <a:pt x="1827" y="3249"/>
                    <a:pt x="1761" y="3249"/>
                  </a:cubicBezTo>
                  <a:close/>
                  <a:moveTo>
                    <a:pt x="1761" y="3790"/>
                  </a:moveTo>
                  <a:cubicBezTo>
                    <a:pt x="1694" y="3790"/>
                    <a:pt x="1640" y="3843"/>
                    <a:pt x="1640" y="3910"/>
                  </a:cubicBezTo>
                  <a:cubicBezTo>
                    <a:pt x="1640" y="3975"/>
                    <a:pt x="1693" y="4029"/>
                    <a:pt x="1759" y="4029"/>
                  </a:cubicBezTo>
                  <a:cubicBezTo>
                    <a:pt x="1759" y="4029"/>
                    <a:pt x="1760" y="4029"/>
                    <a:pt x="1761" y="4029"/>
                  </a:cubicBezTo>
                  <a:cubicBezTo>
                    <a:pt x="1827" y="4029"/>
                    <a:pt x="1880" y="3976"/>
                    <a:pt x="1880" y="3910"/>
                  </a:cubicBezTo>
                  <a:cubicBezTo>
                    <a:pt x="1880" y="3843"/>
                    <a:pt x="1827" y="3790"/>
                    <a:pt x="1761" y="3790"/>
                  </a:cubicBezTo>
                  <a:close/>
                  <a:moveTo>
                    <a:pt x="1761" y="4330"/>
                  </a:moveTo>
                  <a:cubicBezTo>
                    <a:pt x="1694" y="4330"/>
                    <a:pt x="1640" y="4384"/>
                    <a:pt x="1640" y="4451"/>
                  </a:cubicBezTo>
                  <a:cubicBezTo>
                    <a:pt x="1640" y="4517"/>
                    <a:pt x="1694" y="4571"/>
                    <a:pt x="1761" y="4571"/>
                  </a:cubicBezTo>
                  <a:cubicBezTo>
                    <a:pt x="1827" y="4571"/>
                    <a:pt x="1880" y="4517"/>
                    <a:pt x="1880" y="4451"/>
                  </a:cubicBezTo>
                  <a:cubicBezTo>
                    <a:pt x="1880" y="4384"/>
                    <a:pt x="1827" y="4330"/>
                    <a:pt x="1761" y="4330"/>
                  </a:cubicBezTo>
                  <a:close/>
                  <a:moveTo>
                    <a:pt x="1761" y="4871"/>
                  </a:moveTo>
                  <a:cubicBezTo>
                    <a:pt x="1694" y="4871"/>
                    <a:pt x="1640" y="4925"/>
                    <a:pt x="1640" y="4992"/>
                  </a:cubicBezTo>
                  <a:cubicBezTo>
                    <a:pt x="1640" y="5059"/>
                    <a:pt x="1694" y="5112"/>
                    <a:pt x="1761" y="5112"/>
                  </a:cubicBezTo>
                  <a:cubicBezTo>
                    <a:pt x="1827" y="5112"/>
                    <a:pt x="1880" y="5059"/>
                    <a:pt x="1880" y="4992"/>
                  </a:cubicBezTo>
                  <a:cubicBezTo>
                    <a:pt x="1880" y="4926"/>
                    <a:pt x="1827" y="4871"/>
                    <a:pt x="1761" y="4871"/>
                  </a:cubicBezTo>
                  <a:close/>
                  <a:moveTo>
                    <a:pt x="1761" y="5413"/>
                  </a:moveTo>
                  <a:cubicBezTo>
                    <a:pt x="1694" y="5413"/>
                    <a:pt x="1640" y="5466"/>
                    <a:pt x="1640" y="5532"/>
                  </a:cubicBezTo>
                  <a:cubicBezTo>
                    <a:pt x="1640" y="5599"/>
                    <a:pt x="1694" y="5653"/>
                    <a:pt x="1761" y="5653"/>
                  </a:cubicBezTo>
                  <a:cubicBezTo>
                    <a:pt x="1827" y="5653"/>
                    <a:pt x="1880" y="5599"/>
                    <a:pt x="1880" y="5532"/>
                  </a:cubicBezTo>
                  <a:cubicBezTo>
                    <a:pt x="1880" y="5466"/>
                    <a:pt x="1827" y="5413"/>
                    <a:pt x="1761" y="5413"/>
                  </a:cubicBezTo>
                  <a:close/>
                  <a:moveTo>
                    <a:pt x="1761" y="5955"/>
                  </a:moveTo>
                  <a:cubicBezTo>
                    <a:pt x="1694" y="5955"/>
                    <a:pt x="1640" y="6008"/>
                    <a:pt x="1640" y="6075"/>
                  </a:cubicBezTo>
                  <a:cubicBezTo>
                    <a:pt x="1640" y="6140"/>
                    <a:pt x="1694" y="6195"/>
                    <a:pt x="1761" y="6195"/>
                  </a:cubicBezTo>
                  <a:cubicBezTo>
                    <a:pt x="1827" y="6195"/>
                    <a:pt x="1880" y="6141"/>
                    <a:pt x="1880" y="6075"/>
                  </a:cubicBezTo>
                  <a:cubicBezTo>
                    <a:pt x="1880" y="6008"/>
                    <a:pt x="1827" y="5955"/>
                    <a:pt x="1761" y="5955"/>
                  </a:cubicBezTo>
                  <a:close/>
                  <a:moveTo>
                    <a:pt x="1761" y="6496"/>
                  </a:moveTo>
                  <a:cubicBezTo>
                    <a:pt x="1694" y="6496"/>
                    <a:pt x="1640" y="6549"/>
                    <a:pt x="1640" y="6616"/>
                  </a:cubicBezTo>
                  <a:cubicBezTo>
                    <a:pt x="1640" y="6681"/>
                    <a:pt x="1694" y="6736"/>
                    <a:pt x="1761" y="6736"/>
                  </a:cubicBezTo>
                  <a:cubicBezTo>
                    <a:pt x="1827" y="6736"/>
                    <a:pt x="1880" y="6682"/>
                    <a:pt x="1880" y="6616"/>
                  </a:cubicBezTo>
                  <a:cubicBezTo>
                    <a:pt x="1880" y="6549"/>
                    <a:pt x="1827" y="6496"/>
                    <a:pt x="1761" y="6496"/>
                  </a:cubicBezTo>
                  <a:close/>
                  <a:moveTo>
                    <a:pt x="1761" y="7036"/>
                  </a:moveTo>
                  <a:cubicBezTo>
                    <a:pt x="1694" y="7036"/>
                    <a:pt x="1640" y="7091"/>
                    <a:pt x="1640" y="7157"/>
                  </a:cubicBezTo>
                  <a:cubicBezTo>
                    <a:pt x="1640" y="7224"/>
                    <a:pt x="1694" y="7277"/>
                    <a:pt x="1761" y="7277"/>
                  </a:cubicBezTo>
                  <a:cubicBezTo>
                    <a:pt x="1827" y="7277"/>
                    <a:pt x="1880" y="7224"/>
                    <a:pt x="1880" y="7157"/>
                  </a:cubicBezTo>
                  <a:cubicBezTo>
                    <a:pt x="1880" y="7091"/>
                    <a:pt x="1827" y="7036"/>
                    <a:pt x="1761" y="7036"/>
                  </a:cubicBezTo>
                  <a:close/>
                  <a:moveTo>
                    <a:pt x="1761" y="7578"/>
                  </a:moveTo>
                  <a:cubicBezTo>
                    <a:pt x="1694" y="7578"/>
                    <a:pt x="1640" y="7631"/>
                    <a:pt x="1640" y="7698"/>
                  </a:cubicBezTo>
                  <a:cubicBezTo>
                    <a:pt x="1640" y="7765"/>
                    <a:pt x="1694" y="7818"/>
                    <a:pt x="1761" y="7818"/>
                  </a:cubicBezTo>
                  <a:cubicBezTo>
                    <a:pt x="1827" y="7818"/>
                    <a:pt x="1880" y="7765"/>
                    <a:pt x="1880" y="7698"/>
                  </a:cubicBezTo>
                  <a:cubicBezTo>
                    <a:pt x="1880" y="7632"/>
                    <a:pt x="1827" y="7578"/>
                    <a:pt x="1761" y="7578"/>
                  </a:cubicBezTo>
                  <a:close/>
                  <a:moveTo>
                    <a:pt x="1761" y="8119"/>
                  </a:moveTo>
                  <a:cubicBezTo>
                    <a:pt x="1694" y="8119"/>
                    <a:pt x="1640" y="8172"/>
                    <a:pt x="1640" y="8239"/>
                  </a:cubicBezTo>
                  <a:cubicBezTo>
                    <a:pt x="1640" y="8305"/>
                    <a:pt x="1694" y="8359"/>
                    <a:pt x="1761" y="8359"/>
                  </a:cubicBezTo>
                  <a:cubicBezTo>
                    <a:pt x="1827" y="8359"/>
                    <a:pt x="1880" y="8305"/>
                    <a:pt x="1880" y="8239"/>
                  </a:cubicBezTo>
                  <a:cubicBezTo>
                    <a:pt x="1880" y="8172"/>
                    <a:pt x="1827" y="8119"/>
                    <a:pt x="1761" y="8119"/>
                  </a:cubicBezTo>
                  <a:close/>
                  <a:moveTo>
                    <a:pt x="1761" y="8660"/>
                  </a:moveTo>
                  <a:cubicBezTo>
                    <a:pt x="1694" y="8660"/>
                    <a:pt x="1640" y="8713"/>
                    <a:pt x="1640" y="8780"/>
                  </a:cubicBezTo>
                  <a:cubicBezTo>
                    <a:pt x="1640" y="8846"/>
                    <a:pt x="1693" y="8901"/>
                    <a:pt x="1759" y="8901"/>
                  </a:cubicBezTo>
                  <a:cubicBezTo>
                    <a:pt x="1759" y="8901"/>
                    <a:pt x="1760" y="8901"/>
                    <a:pt x="1761" y="8901"/>
                  </a:cubicBezTo>
                  <a:cubicBezTo>
                    <a:pt x="1827" y="8901"/>
                    <a:pt x="1880" y="8846"/>
                    <a:pt x="1880" y="8780"/>
                  </a:cubicBezTo>
                  <a:cubicBezTo>
                    <a:pt x="1880" y="8713"/>
                    <a:pt x="1827" y="8660"/>
                    <a:pt x="1761" y="8660"/>
                  </a:cubicBezTo>
                  <a:close/>
                  <a:moveTo>
                    <a:pt x="1761" y="9202"/>
                  </a:moveTo>
                  <a:cubicBezTo>
                    <a:pt x="1694" y="9202"/>
                    <a:pt x="1640" y="9256"/>
                    <a:pt x="1640" y="9322"/>
                  </a:cubicBezTo>
                  <a:cubicBezTo>
                    <a:pt x="1640" y="9388"/>
                    <a:pt x="1694" y="9443"/>
                    <a:pt x="1761" y="9443"/>
                  </a:cubicBezTo>
                  <a:cubicBezTo>
                    <a:pt x="1827" y="9443"/>
                    <a:pt x="1880" y="9389"/>
                    <a:pt x="1880" y="9322"/>
                  </a:cubicBezTo>
                  <a:cubicBezTo>
                    <a:pt x="1880" y="9256"/>
                    <a:pt x="1827" y="9202"/>
                    <a:pt x="1761" y="9202"/>
                  </a:cubicBezTo>
                  <a:close/>
                  <a:moveTo>
                    <a:pt x="1761" y="9743"/>
                  </a:moveTo>
                  <a:cubicBezTo>
                    <a:pt x="1694" y="9743"/>
                    <a:pt x="1640" y="9797"/>
                    <a:pt x="1640" y="9863"/>
                  </a:cubicBezTo>
                  <a:cubicBezTo>
                    <a:pt x="1640" y="9930"/>
                    <a:pt x="1694" y="9983"/>
                    <a:pt x="1761" y="9983"/>
                  </a:cubicBezTo>
                  <a:cubicBezTo>
                    <a:pt x="1827" y="9983"/>
                    <a:pt x="1880" y="9930"/>
                    <a:pt x="1880" y="9863"/>
                  </a:cubicBezTo>
                  <a:cubicBezTo>
                    <a:pt x="1880" y="9797"/>
                    <a:pt x="1827" y="9743"/>
                    <a:pt x="1761" y="9743"/>
                  </a:cubicBezTo>
                  <a:close/>
                  <a:moveTo>
                    <a:pt x="1761" y="10284"/>
                  </a:moveTo>
                  <a:cubicBezTo>
                    <a:pt x="1694" y="10284"/>
                    <a:pt x="1640" y="10338"/>
                    <a:pt x="1640" y="10405"/>
                  </a:cubicBezTo>
                  <a:cubicBezTo>
                    <a:pt x="1640" y="10470"/>
                    <a:pt x="1694" y="10524"/>
                    <a:pt x="1761" y="10524"/>
                  </a:cubicBezTo>
                  <a:cubicBezTo>
                    <a:pt x="1827" y="10524"/>
                    <a:pt x="1880" y="10471"/>
                    <a:pt x="1880" y="10405"/>
                  </a:cubicBezTo>
                  <a:cubicBezTo>
                    <a:pt x="1880" y="10338"/>
                    <a:pt x="1827" y="10284"/>
                    <a:pt x="1761" y="10284"/>
                  </a:cubicBezTo>
                  <a:close/>
                  <a:moveTo>
                    <a:pt x="1761" y="10825"/>
                  </a:moveTo>
                  <a:cubicBezTo>
                    <a:pt x="1694" y="10825"/>
                    <a:pt x="1640" y="10878"/>
                    <a:pt x="1640" y="10945"/>
                  </a:cubicBezTo>
                  <a:cubicBezTo>
                    <a:pt x="1640" y="11011"/>
                    <a:pt x="1694" y="11066"/>
                    <a:pt x="1761" y="11066"/>
                  </a:cubicBezTo>
                  <a:cubicBezTo>
                    <a:pt x="1827" y="11066"/>
                    <a:pt x="1880" y="11011"/>
                    <a:pt x="1880" y="10945"/>
                  </a:cubicBezTo>
                  <a:cubicBezTo>
                    <a:pt x="1880" y="10878"/>
                    <a:pt x="1827" y="10825"/>
                    <a:pt x="1761" y="10825"/>
                  </a:cubicBezTo>
                  <a:close/>
                  <a:moveTo>
                    <a:pt x="1761" y="11367"/>
                  </a:moveTo>
                  <a:cubicBezTo>
                    <a:pt x="1694" y="11367"/>
                    <a:pt x="1640" y="11420"/>
                    <a:pt x="1640" y="11486"/>
                  </a:cubicBezTo>
                  <a:cubicBezTo>
                    <a:pt x="1640" y="11553"/>
                    <a:pt x="1694" y="11607"/>
                    <a:pt x="1761" y="11607"/>
                  </a:cubicBezTo>
                  <a:cubicBezTo>
                    <a:pt x="1827" y="11607"/>
                    <a:pt x="1880" y="11553"/>
                    <a:pt x="1880" y="11486"/>
                  </a:cubicBezTo>
                  <a:cubicBezTo>
                    <a:pt x="1880" y="11420"/>
                    <a:pt x="1827" y="11367"/>
                    <a:pt x="1761" y="11367"/>
                  </a:cubicBezTo>
                  <a:close/>
                  <a:moveTo>
                    <a:pt x="1761" y="11909"/>
                  </a:moveTo>
                  <a:cubicBezTo>
                    <a:pt x="1694" y="11909"/>
                    <a:pt x="1640" y="11962"/>
                    <a:pt x="1640" y="12029"/>
                  </a:cubicBezTo>
                  <a:cubicBezTo>
                    <a:pt x="1640" y="12094"/>
                    <a:pt x="1694" y="12149"/>
                    <a:pt x="1761" y="12149"/>
                  </a:cubicBezTo>
                  <a:cubicBezTo>
                    <a:pt x="1827" y="12149"/>
                    <a:pt x="1880" y="12095"/>
                    <a:pt x="1880" y="12029"/>
                  </a:cubicBezTo>
                  <a:cubicBezTo>
                    <a:pt x="1880" y="11962"/>
                    <a:pt x="1827" y="11909"/>
                    <a:pt x="1761" y="11909"/>
                  </a:cubicBezTo>
                  <a:close/>
                  <a:moveTo>
                    <a:pt x="1761" y="12449"/>
                  </a:moveTo>
                  <a:cubicBezTo>
                    <a:pt x="1694" y="12449"/>
                    <a:pt x="1640" y="12503"/>
                    <a:pt x="1640" y="12570"/>
                  </a:cubicBezTo>
                  <a:cubicBezTo>
                    <a:pt x="1640" y="12635"/>
                    <a:pt x="1694" y="12690"/>
                    <a:pt x="1761" y="12690"/>
                  </a:cubicBezTo>
                  <a:cubicBezTo>
                    <a:pt x="1827" y="12690"/>
                    <a:pt x="1880" y="12636"/>
                    <a:pt x="1880" y="12570"/>
                  </a:cubicBezTo>
                  <a:cubicBezTo>
                    <a:pt x="1880" y="12503"/>
                    <a:pt x="1827" y="12449"/>
                    <a:pt x="1761" y="12449"/>
                  </a:cubicBezTo>
                  <a:close/>
                  <a:moveTo>
                    <a:pt x="132" y="12986"/>
                  </a:moveTo>
                  <a:cubicBezTo>
                    <a:pt x="65" y="12986"/>
                    <a:pt x="12" y="13040"/>
                    <a:pt x="12" y="13107"/>
                  </a:cubicBezTo>
                  <a:cubicBezTo>
                    <a:pt x="12" y="13172"/>
                    <a:pt x="65" y="13227"/>
                    <a:pt x="132" y="13227"/>
                  </a:cubicBezTo>
                  <a:cubicBezTo>
                    <a:pt x="198" y="13227"/>
                    <a:pt x="252" y="13173"/>
                    <a:pt x="252" y="13107"/>
                  </a:cubicBezTo>
                  <a:cubicBezTo>
                    <a:pt x="252" y="13040"/>
                    <a:pt x="198" y="12986"/>
                    <a:pt x="132" y="12986"/>
                  </a:cubicBezTo>
                  <a:close/>
                  <a:moveTo>
                    <a:pt x="674" y="12986"/>
                  </a:moveTo>
                  <a:cubicBezTo>
                    <a:pt x="607" y="12986"/>
                    <a:pt x="554" y="13040"/>
                    <a:pt x="554" y="13107"/>
                  </a:cubicBezTo>
                  <a:cubicBezTo>
                    <a:pt x="554" y="13172"/>
                    <a:pt x="606" y="13227"/>
                    <a:pt x="674" y="13227"/>
                  </a:cubicBezTo>
                  <a:cubicBezTo>
                    <a:pt x="740" y="13227"/>
                    <a:pt x="795" y="13173"/>
                    <a:pt x="795" y="13107"/>
                  </a:cubicBezTo>
                  <a:cubicBezTo>
                    <a:pt x="795" y="13040"/>
                    <a:pt x="740" y="12986"/>
                    <a:pt x="674" y="12986"/>
                  </a:cubicBezTo>
                  <a:close/>
                  <a:moveTo>
                    <a:pt x="1215" y="12986"/>
                  </a:moveTo>
                  <a:cubicBezTo>
                    <a:pt x="1149" y="12986"/>
                    <a:pt x="1096" y="13040"/>
                    <a:pt x="1096" y="13107"/>
                  </a:cubicBezTo>
                  <a:cubicBezTo>
                    <a:pt x="1096" y="13172"/>
                    <a:pt x="1149" y="13227"/>
                    <a:pt x="1215" y="13227"/>
                  </a:cubicBezTo>
                  <a:cubicBezTo>
                    <a:pt x="1282" y="13227"/>
                    <a:pt x="1335" y="13173"/>
                    <a:pt x="1335" y="13107"/>
                  </a:cubicBezTo>
                  <a:cubicBezTo>
                    <a:pt x="1335" y="13040"/>
                    <a:pt x="1282" y="12986"/>
                    <a:pt x="1215" y="12986"/>
                  </a:cubicBezTo>
                  <a:close/>
                  <a:moveTo>
                    <a:pt x="1756" y="12986"/>
                  </a:moveTo>
                  <a:cubicBezTo>
                    <a:pt x="1690" y="12986"/>
                    <a:pt x="1636" y="13040"/>
                    <a:pt x="1636" y="13107"/>
                  </a:cubicBezTo>
                  <a:cubicBezTo>
                    <a:pt x="1636" y="13172"/>
                    <a:pt x="1690" y="13227"/>
                    <a:pt x="1756" y="13227"/>
                  </a:cubicBezTo>
                  <a:cubicBezTo>
                    <a:pt x="1823" y="13227"/>
                    <a:pt x="1876" y="13173"/>
                    <a:pt x="1876" y="13107"/>
                  </a:cubicBezTo>
                  <a:cubicBezTo>
                    <a:pt x="1876" y="13040"/>
                    <a:pt x="1823" y="12986"/>
                    <a:pt x="1756" y="12986"/>
                  </a:cubicBezTo>
                  <a:close/>
                  <a:moveTo>
                    <a:pt x="120" y="13515"/>
                  </a:moveTo>
                  <a:cubicBezTo>
                    <a:pt x="54" y="13515"/>
                    <a:pt x="1" y="13568"/>
                    <a:pt x="1" y="13635"/>
                  </a:cubicBezTo>
                  <a:cubicBezTo>
                    <a:pt x="1" y="13701"/>
                    <a:pt x="53" y="13756"/>
                    <a:pt x="120" y="13756"/>
                  </a:cubicBezTo>
                  <a:cubicBezTo>
                    <a:pt x="187" y="13756"/>
                    <a:pt x="240" y="13701"/>
                    <a:pt x="240" y="13635"/>
                  </a:cubicBezTo>
                  <a:cubicBezTo>
                    <a:pt x="240" y="13568"/>
                    <a:pt x="187" y="13515"/>
                    <a:pt x="120" y="13515"/>
                  </a:cubicBezTo>
                  <a:close/>
                  <a:moveTo>
                    <a:pt x="120" y="14055"/>
                  </a:moveTo>
                  <a:cubicBezTo>
                    <a:pt x="54" y="14055"/>
                    <a:pt x="1" y="14110"/>
                    <a:pt x="1" y="14176"/>
                  </a:cubicBezTo>
                  <a:cubicBezTo>
                    <a:pt x="1" y="14243"/>
                    <a:pt x="53" y="14296"/>
                    <a:pt x="120" y="14296"/>
                  </a:cubicBezTo>
                  <a:cubicBezTo>
                    <a:pt x="187" y="14296"/>
                    <a:pt x="240" y="14243"/>
                    <a:pt x="240" y="14176"/>
                  </a:cubicBezTo>
                  <a:cubicBezTo>
                    <a:pt x="240" y="14110"/>
                    <a:pt x="187" y="14055"/>
                    <a:pt x="120" y="14055"/>
                  </a:cubicBezTo>
                  <a:close/>
                  <a:moveTo>
                    <a:pt x="120" y="14597"/>
                  </a:moveTo>
                  <a:cubicBezTo>
                    <a:pt x="54" y="14597"/>
                    <a:pt x="1" y="14650"/>
                    <a:pt x="1" y="14716"/>
                  </a:cubicBezTo>
                  <a:cubicBezTo>
                    <a:pt x="1" y="14784"/>
                    <a:pt x="53" y="14837"/>
                    <a:pt x="120" y="14837"/>
                  </a:cubicBezTo>
                  <a:cubicBezTo>
                    <a:pt x="187" y="14837"/>
                    <a:pt x="240" y="14784"/>
                    <a:pt x="240" y="14716"/>
                  </a:cubicBezTo>
                  <a:cubicBezTo>
                    <a:pt x="240" y="14651"/>
                    <a:pt x="187" y="14597"/>
                    <a:pt x="120" y="14597"/>
                  </a:cubicBezTo>
                  <a:close/>
                  <a:moveTo>
                    <a:pt x="120" y="15138"/>
                  </a:moveTo>
                  <a:cubicBezTo>
                    <a:pt x="54" y="15138"/>
                    <a:pt x="1" y="15191"/>
                    <a:pt x="1" y="15258"/>
                  </a:cubicBezTo>
                  <a:cubicBezTo>
                    <a:pt x="1" y="15324"/>
                    <a:pt x="52" y="15378"/>
                    <a:pt x="119" y="15378"/>
                  </a:cubicBezTo>
                  <a:cubicBezTo>
                    <a:pt x="119" y="15378"/>
                    <a:pt x="120" y="15378"/>
                    <a:pt x="120" y="15378"/>
                  </a:cubicBezTo>
                  <a:cubicBezTo>
                    <a:pt x="187" y="15378"/>
                    <a:pt x="240" y="15324"/>
                    <a:pt x="240" y="15258"/>
                  </a:cubicBezTo>
                  <a:cubicBezTo>
                    <a:pt x="240" y="15191"/>
                    <a:pt x="187" y="15138"/>
                    <a:pt x="120" y="15138"/>
                  </a:cubicBezTo>
                  <a:close/>
                  <a:moveTo>
                    <a:pt x="120" y="15680"/>
                  </a:moveTo>
                  <a:cubicBezTo>
                    <a:pt x="54" y="15680"/>
                    <a:pt x="1" y="15734"/>
                    <a:pt x="1" y="15800"/>
                  </a:cubicBezTo>
                  <a:cubicBezTo>
                    <a:pt x="1" y="15865"/>
                    <a:pt x="53" y="15921"/>
                    <a:pt x="120" y="15921"/>
                  </a:cubicBezTo>
                  <a:cubicBezTo>
                    <a:pt x="187" y="15921"/>
                    <a:pt x="240" y="15867"/>
                    <a:pt x="240" y="15800"/>
                  </a:cubicBezTo>
                  <a:cubicBezTo>
                    <a:pt x="240" y="15734"/>
                    <a:pt x="187" y="15680"/>
                    <a:pt x="120" y="15680"/>
                  </a:cubicBezTo>
                  <a:close/>
                  <a:moveTo>
                    <a:pt x="120" y="16222"/>
                  </a:moveTo>
                  <a:cubicBezTo>
                    <a:pt x="54" y="16222"/>
                    <a:pt x="1" y="16275"/>
                    <a:pt x="1" y="16341"/>
                  </a:cubicBezTo>
                  <a:cubicBezTo>
                    <a:pt x="1" y="16407"/>
                    <a:pt x="52" y="16461"/>
                    <a:pt x="119" y="16461"/>
                  </a:cubicBezTo>
                  <a:cubicBezTo>
                    <a:pt x="119" y="16461"/>
                    <a:pt x="120" y="16461"/>
                    <a:pt x="120" y="16461"/>
                  </a:cubicBezTo>
                  <a:cubicBezTo>
                    <a:pt x="187" y="16461"/>
                    <a:pt x="240" y="16408"/>
                    <a:pt x="240" y="16341"/>
                  </a:cubicBezTo>
                  <a:cubicBezTo>
                    <a:pt x="240" y="16275"/>
                    <a:pt x="187" y="16222"/>
                    <a:pt x="120" y="16222"/>
                  </a:cubicBezTo>
                  <a:close/>
                  <a:moveTo>
                    <a:pt x="120" y="16762"/>
                  </a:moveTo>
                  <a:cubicBezTo>
                    <a:pt x="54" y="16762"/>
                    <a:pt x="1" y="16816"/>
                    <a:pt x="1" y="16883"/>
                  </a:cubicBezTo>
                  <a:cubicBezTo>
                    <a:pt x="1" y="16949"/>
                    <a:pt x="53" y="17002"/>
                    <a:pt x="120" y="17002"/>
                  </a:cubicBezTo>
                  <a:cubicBezTo>
                    <a:pt x="187" y="17002"/>
                    <a:pt x="240" y="16949"/>
                    <a:pt x="240" y="16883"/>
                  </a:cubicBezTo>
                  <a:cubicBezTo>
                    <a:pt x="240" y="16816"/>
                    <a:pt x="187" y="16762"/>
                    <a:pt x="120" y="16762"/>
                  </a:cubicBezTo>
                  <a:close/>
                  <a:moveTo>
                    <a:pt x="120" y="17303"/>
                  </a:moveTo>
                  <a:cubicBezTo>
                    <a:pt x="54" y="17303"/>
                    <a:pt x="1" y="17356"/>
                    <a:pt x="1" y="17424"/>
                  </a:cubicBezTo>
                  <a:cubicBezTo>
                    <a:pt x="1" y="17490"/>
                    <a:pt x="53" y="17544"/>
                    <a:pt x="120" y="17544"/>
                  </a:cubicBezTo>
                  <a:cubicBezTo>
                    <a:pt x="187" y="17544"/>
                    <a:pt x="240" y="17490"/>
                    <a:pt x="240" y="17424"/>
                  </a:cubicBezTo>
                  <a:cubicBezTo>
                    <a:pt x="240" y="17357"/>
                    <a:pt x="187" y="17303"/>
                    <a:pt x="120" y="17303"/>
                  </a:cubicBezTo>
                  <a:close/>
                  <a:moveTo>
                    <a:pt x="120" y="17844"/>
                  </a:moveTo>
                  <a:cubicBezTo>
                    <a:pt x="54" y="17844"/>
                    <a:pt x="1" y="17898"/>
                    <a:pt x="1" y="17964"/>
                  </a:cubicBezTo>
                  <a:cubicBezTo>
                    <a:pt x="1" y="18031"/>
                    <a:pt x="53" y="18085"/>
                    <a:pt x="120" y="18085"/>
                  </a:cubicBezTo>
                  <a:cubicBezTo>
                    <a:pt x="187" y="18085"/>
                    <a:pt x="240" y="18031"/>
                    <a:pt x="240" y="17964"/>
                  </a:cubicBezTo>
                  <a:cubicBezTo>
                    <a:pt x="240" y="17898"/>
                    <a:pt x="187" y="17844"/>
                    <a:pt x="120" y="17844"/>
                  </a:cubicBezTo>
                  <a:close/>
                  <a:moveTo>
                    <a:pt x="120" y="18387"/>
                  </a:moveTo>
                  <a:cubicBezTo>
                    <a:pt x="54" y="18387"/>
                    <a:pt x="1" y="18440"/>
                    <a:pt x="1" y="18506"/>
                  </a:cubicBezTo>
                  <a:cubicBezTo>
                    <a:pt x="1" y="18572"/>
                    <a:pt x="53" y="18627"/>
                    <a:pt x="120" y="18627"/>
                  </a:cubicBezTo>
                  <a:cubicBezTo>
                    <a:pt x="187" y="18627"/>
                    <a:pt x="240" y="18573"/>
                    <a:pt x="240" y="18506"/>
                  </a:cubicBezTo>
                  <a:cubicBezTo>
                    <a:pt x="240" y="18440"/>
                    <a:pt x="187" y="18387"/>
                    <a:pt x="120" y="18387"/>
                  </a:cubicBezTo>
                  <a:close/>
                  <a:moveTo>
                    <a:pt x="120" y="18928"/>
                  </a:moveTo>
                  <a:cubicBezTo>
                    <a:pt x="54" y="18928"/>
                    <a:pt x="1" y="18981"/>
                    <a:pt x="1" y="19048"/>
                  </a:cubicBezTo>
                  <a:cubicBezTo>
                    <a:pt x="1" y="19113"/>
                    <a:pt x="53" y="19167"/>
                    <a:pt x="120" y="19167"/>
                  </a:cubicBezTo>
                  <a:cubicBezTo>
                    <a:pt x="187" y="19167"/>
                    <a:pt x="240" y="19114"/>
                    <a:pt x="240" y="19048"/>
                  </a:cubicBezTo>
                  <a:cubicBezTo>
                    <a:pt x="240" y="18981"/>
                    <a:pt x="187" y="18928"/>
                    <a:pt x="120" y="18928"/>
                  </a:cubicBezTo>
                  <a:close/>
                  <a:moveTo>
                    <a:pt x="120" y="19468"/>
                  </a:moveTo>
                  <a:cubicBezTo>
                    <a:pt x="54" y="19468"/>
                    <a:pt x="1" y="19522"/>
                    <a:pt x="1" y="19589"/>
                  </a:cubicBezTo>
                  <a:cubicBezTo>
                    <a:pt x="1" y="19655"/>
                    <a:pt x="53" y="19709"/>
                    <a:pt x="120" y="19709"/>
                  </a:cubicBezTo>
                  <a:cubicBezTo>
                    <a:pt x="187" y="19709"/>
                    <a:pt x="240" y="19655"/>
                    <a:pt x="240" y="19589"/>
                  </a:cubicBezTo>
                  <a:cubicBezTo>
                    <a:pt x="240" y="19522"/>
                    <a:pt x="187" y="19468"/>
                    <a:pt x="120" y="19468"/>
                  </a:cubicBezTo>
                  <a:close/>
                  <a:moveTo>
                    <a:pt x="120" y="20009"/>
                  </a:moveTo>
                  <a:cubicBezTo>
                    <a:pt x="54" y="20009"/>
                    <a:pt x="1" y="20063"/>
                    <a:pt x="1" y="20130"/>
                  </a:cubicBezTo>
                  <a:cubicBezTo>
                    <a:pt x="1" y="20197"/>
                    <a:pt x="53" y="20250"/>
                    <a:pt x="120" y="20250"/>
                  </a:cubicBezTo>
                  <a:cubicBezTo>
                    <a:pt x="187" y="20250"/>
                    <a:pt x="240" y="20197"/>
                    <a:pt x="240" y="20130"/>
                  </a:cubicBezTo>
                  <a:cubicBezTo>
                    <a:pt x="240" y="20064"/>
                    <a:pt x="187" y="20009"/>
                    <a:pt x="120" y="20009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39" name="Google Shape;2039;p21"/>
            <p:cNvSpPr/>
            <p:nvPr/>
          </p:nvSpPr>
          <p:spPr>
            <a:xfrm>
              <a:off x="6603949" y="2659393"/>
              <a:ext cx="366914" cy="2184312"/>
            </a:xfrm>
            <a:custGeom>
              <a:avLst/>
              <a:gdLst/>
              <a:ahLst/>
              <a:cxnLst/>
              <a:rect l="l" t="t" r="r" b="b"/>
              <a:pathLst>
                <a:path w="2948" h="17550" extrusionOk="0">
                  <a:moveTo>
                    <a:pt x="121" y="0"/>
                  </a:moveTo>
                  <a:cubicBezTo>
                    <a:pt x="55" y="0"/>
                    <a:pt x="1" y="54"/>
                    <a:pt x="1" y="121"/>
                  </a:cubicBezTo>
                  <a:cubicBezTo>
                    <a:pt x="1" y="187"/>
                    <a:pt x="55" y="241"/>
                    <a:pt x="121" y="241"/>
                  </a:cubicBezTo>
                  <a:cubicBezTo>
                    <a:pt x="188" y="241"/>
                    <a:pt x="241" y="187"/>
                    <a:pt x="241" y="121"/>
                  </a:cubicBezTo>
                  <a:cubicBezTo>
                    <a:pt x="241" y="54"/>
                    <a:pt x="188" y="0"/>
                    <a:pt x="121" y="0"/>
                  </a:cubicBezTo>
                  <a:close/>
                  <a:moveTo>
                    <a:pt x="121" y="541"/>
                  </a:moveTo>
                  <a:cubicBezTo>
                    <a:pt x="55" y="541"/>
                    <a:pt x="1" y="596"/>
                    <a:pt x="1" y="662"/>
                  </a:cubicBezTo>
                  <a:cubicBezTo>
                    <a:pt x="1" y="729"/>
                    <a:pt x="55" y="782"/>
                    <a:pt x="121" y="782"/>
                  </a:cubicBezTo>
                  <a:cubicBezTo>
                    <a:pt x="188" y="782"/>
                    <a:pt x="241" y="729"/>
                    <a:pt x="241" y="662"/>
                  </a:cubicBezTo>
                  <a:cubicBezTo>
                    <a:pt x="241" y="596"/>
                    <a:pt x="188" y="541"/>
                    <a:pt x="121" y="541"/>
                  </a:cubicBezTo>
                  <a:close/>
                  <a:moveTo>
                    <a:pt x="121" y="1083"/>
                  </a:moveTo>
                  <a:cubicBezTo>
                    <a:pt x="55" y="1083"/>
                    <a:pt x="1" y="1136"/>
                    <a:pt x="1" y="1202"/>
                  </a:cubicBezTo>
                  <a:cubicBezTo>
                    <a:pt x="1" y="1269"/>
                    <a:pt x="55" y="1323"/>
                    <a:pt x="121" y="1323"/>
                  </a:cubicBezTo>
                  <a:cubicBezTo>
                    <a:pt x="188" y="1323"/>
                    <a:pt x="241" y="1269"/>
                    <a:pt x="241" y="1202"/>
                  </a:cubicBezTo>
                  <a:cubicBezTo>
                    <a:pt x="241" y="1136"/>
                    <a:pt x="188" y="1083"/>
                    <a:pt x="121" y="1083"/>
                  </a:cubicBezTo>
                  <a:close/>
                  <a:moveTo>
                    <a:pt x="121" y="1624"/>
                  </a:moveTo>
                  <a:cubicBezTo>
                    <a:pt x="55" y="1624"/>
                    <a:pt x="1" y="1677"/>
                    <a:pt x="1" y="1744"/>
                  </a:cubicBezTo>
                  <a:cubicBezTo>
                    <a:pt x="1" y="1810"/>
                    <a:pt x="54" y="1863"/>
                    <a:pt x="120" y="1863"/>
                  </a:cubicBezTo>
                  <a:cubicBezTo>
                    <a:pt x="120" y="1863"/>
                    <a:pt x="121" y="1863"/>
                    <a:pt x="121" y="1863"/>
                  </a:cubicBezTo>
                  <a:cubicBezTo>
                    <a:pt x="188" y="1863"/>
                    <a:pt x="241" y="1810"/>
                    <a:pt x="241" y="1744"/>
                  </a:cubicBezTo>
                  <a:cubicBezTo>
                    <a:pt x="241" y="1677"/>
                    <a:pt x="188" y="1624"/>
                    <a:pt x="121" y="1624"/>
                  </a:cubicBezTo>
                  <a:close/>
                  <a:moveTo>
                    <a:pt x="661" y="1625"/>
                  </a:moveTo>
                  <a:cubicBezTo>
                    <a:pt x="594" y="1625"/>
                    <a:pt x="541" y="1678"/>
                    <a:pt x="541" y="1745"/>
                  </a:cubicBezTo>
                  <a:cubicBezTo>
                    <a:pt x="541" y="1811"/>
                    <a:pt x="594" y="1865"/>
                    <a:pt x="661" y="1865"/>
                  </a:cubicBezTo>
                  <a:cubicBezTo>
                    <a:pt x="727" y="1865"/>
                    <a:pt x="780" y="1811"/>
                    <a:pt x="780" y="1745"/>
                  </a:cubicBezTo>
                  <a:cubicBezTo>
                    <a:pt x="780" y="1678"/>
                    <a:pt x="727" y="1625"/>
                    <a:pt x="661" y="1625"/>
                  </a:cubicBezTo>
                  <a:close/>
                  <a:moveTo>
                    <a:pt x="1202" y="1625"/>
                  </a:moveTo>
                  <a:cubicBezTo>
                    <a:pt x="1135" y="1625"/>
                    <a:pt x="1081" y="1678"/>
                    <a:pt x="1081" y="1745"/>
                  </a:cubicBezTo>
                  <a:cubicBezTo>
                    <a:pt x="1081" y="1811"/>
                    <a:pt x="1135" y="1865"/>
                    <a:pt x="1202" y="1865"/>
                  </a:cubicBezTo>
                  <a:cubicBezTo>
                    <a:pt x="1268" y="1865"/>
                    <a:pt x="1322" y="1811"/>
                    <a:pt x="1322" y="1745"/>
                  </a:cubicBezTo>
                  <a:cubicBezTo>
                    <a:pt x="1322" y="1678"/>
                    <a:pt x="1268" y="1625"/>
                    <a:pt x="1202" y="1625"/>
                  </a:cubicBezTo>
                  <a:close/>
                  <a:moveTo>
                    <a:pt x="1744" y="1625"/>
                  </a:moveTo>
                  <a:cubicBezTo>
                    <a:pt x="1678" y="1625"/>
                    <a:pt x="1623" y="1678"/>
                    <a:pt x="1623" y="1745"/>
                  </a:cubicBezTo>
                  <a:cubicBezTo>
                    <a:pt x="1623" y="1811"/>
                    <a:pt x="1677" y="1865"/>
                    <a:pt x="1744" y="1865"/>
                  </a:cubicBezTo>
                  <a:cubicBezTo>
                    <a:pt x="1811" y="1865"/>
                    <a:pt x="1864" y="1811"/>
                    <a:pt x="1864" y="1745"/>
                  </a:cubicBezTo>
                  <a:cubicBezTo>
                    <a:pt x="1864" y="1678"/>
                    <a:pt x="1811" y="1625"/>
                    <a:pt x="1744" y="1625"/>
                  </a:cubicBezTo>
                  <a:close/>
                  <a:moveTo>
                    <a:pt x="2285" y="1625"/>
                  </a:moveTo>
                  <a:cubicBezTo>
                    <a:pt x="2219" y="1625"/>
                    <a:pt x="2165" y="1678"/>
                    <a:pt x="2165" y="1745"/>
                  </a:cubicBezTo>
                  <a:cubicBezTo>
                    <a:pt x="2165" y="1811"/>
                    <a:pt x="2219" y="1865"/>
                    <a:pt x="2285" y="1865"/>
                  </a:cubicBezTo>
                  <a:cubicBezTo>
                    <a:pt x="2352" y="1865"/>
                    <a:pt x="2405" y="1811"/>
                    <a:pt x="2405" y="1745"/>
                  </a:cubicBezTo>
                  <a:cubicBezTo>
                    <a:pt x="2405" y="1678"/>
                    <a:pt x="2352" y="1625"/>
                    <a:pt x="2285" y="1625"/>
                  </a:cubicBezTo>
                  <a:close/>
                  <a:moveTo>
                    <a:pt x="2826" y="1625"/>
                  </a:moveTo>
                  <a:cubicBezTo>
                    <a:pt x="2759" y="1625"/>
                    <a:pt x="2706" y="1678"/>
                    <a:pt x="2706" y="1745"/>
                  </a:cubicBezTo>
                  <a:cubicBezTo>
                    <a:pt x="2706" y="1811"/>
                    <a:pt x="2759" y="1865"/>
                    <a:pt x="2826" y="1865"/>
                  </a:cubicBezTo>
                  <a:cubicBezTo>
                    <a:pt x="2892" y="1865"/>
                    <a:pt x="2946" y="1811"/>
                    <a:pt x="2946" y="1745"/>
                  </a:cubicBezTo>
                  <a:cubicBezTo>
                    <a:pt x="2946" y="1678"/>
                    <a:pt x="2892" y="1625"/>
                    <a:pt x="2826" y="1625"/>
                  </a:cubicBezTo>
                  <a:close/>
                  <a:moveTo>
                    <a:pt x="2827" y="2164"/>
                  </a:moveTo>
                  <a:cubicBezTo>
                    <a:pt x="2761" y="2164"/>
                    <a:pt x="2707" y="2218"/>
                    <a:pt x="2707" y="2285"/>
                  </a:cubicBezTo>
                  <a:cubicBezTo>
                    <a:pt x="2707" y="2351"/>
                    <a:pt x="2761" y="2405"/>
                    <a:pt x="2827" y="2405"/>
                  </a:cubicBezTo>
                  <a:cubicBezTo>
                    <a:pt x="2893" y="2405"/>
                    <a:pt x="2947" y="2351"/>
                    <a:pt x="2947" y="2285"/>
                  </a:cubicBezTo>
                  <a:cubicBezTo>
                    <a:pt x="2947" y="2218"/>
                    <a:pt x="2893" y="2164"/>
                    <a:pt x="2827" y="2164"/>
                  </a:cubicBezTo>
                  <a:close/>
                  <a:moveTo>
                    <a:pt x="2827" y="2706"/>
                  </a:moveTo>
                  <a:cubicBezTo>
                    <a:pt x="2761" y="2706"/>
                    <a:pt x="2707" y="2761"/>
                    <a:pt x="2707" y="2827"/>
                  </a:cubicBezTo>
                  <a:cubicBezTo>
                    <a:pt x="2707" y="2893"/>
                    <a:pt x="2761" y="2947"/>
                    <a:pt x="2827" y="2947"/>
                  </a:cubicBezTo>
                  <a:cubicBezTo>
                    <a:pt x="2893" y="2947"/>
                    <a:pt x="2947" y="2894"/>
                    <a:pt x="2947" y="2827"/>
                  </a:cubicBezTo>
                  <a:cubicBezTo>
                    <a:pt x="2947" y="2761"/>
                    <a:pt x="2893" y="2706"/>
                    <a:pt x="2827" y="2706"/>
                  </a:cubicBezTo>
                  <a:close/>
                  <a:moveTo>
                    <a:pt x="2827" y="3248"/>
                  </a:moveTo>
                  <a:cubicBezTo>
                    <a:pt x="2761" y="3248"/>
                    <a:pt x="2707" y="3301"/>
                    <a:pt x="2707" y="3367"/>
                  </a:cubicBezTo>
                  <a:cubicBezTo>
                    <a:pt x="2707" y="3435"/>
                    <a:pt x="2761" y="3488"/>
                    <a:pt x="2827" y="3488"/>
                  </a:cubicBezTo>
                  <a:cubicBezTo>
                    <a:pt x="2893" y="3488"/>
                    <a:pt x="2947" y="3435"/>
                    <a:pt x="2947" y="3367"/>
                  </a:cubicBezTo>
                  <a:cubicBezTo>
                    <a:pt x="2947" y="3302"/>
                    <a:pt x="2893" y="3248"/>
                    <a:pt x="2827" y="3248"/>
                  </a:cubicBezTo>
                  <a:close/>
                  <a:moveTo>
                    <a:pt x="2827" y="3789"/>
                  </a:moveTo>
                  <a:cubicBezTo>
                    <a:pt x="2761" y="3789"/>
                    <a:pt x="2707" y="3842"/>
                    <a:pt x="2707" y="3909"/>
                  </a:cubicBezTo>
                  <a:cubicBezTo>
                    <a:pt x="2707" y="3975"/>
                    <a:pt x="2761" y="4029"/>
                    <a:pt x="2827" y="4029"/>
                  </a:cubicBezTo>
                  <a:cubicBezTo>
                    <a:pt x="2893" y="4029"/>
                    <a:pt x="2947" y="3975"/>
                    <a:pt x="2947" y="3909"/>
                  </a:cubicBezTo>
                  <a:cubicBezTo>
                    <a:pt x="2947" y="3842"/>
                    <a:pt x="2893" y="3789"/>
                    <a:pt x="2827" y="3789"/>
                  </a:cubicBezTo>
                  <a:close/>
                  <a:moveTo>
                    <a:pt x="2827" y="4330"/>
                  </a:moveTo>
                  <a:cubicBezTo>
                    <a:pt x="2761" y="4330"/>
                    <a:pt x="2707" y="4383"/>
                    <a:pt x="2707" y="4450"/>
                  </a:cubicBezTo>
                  <a:cubicBezTo>
                    <a:pt x="2707" y="4516"/>
                    <a:pt x="2761" y="4570"/>
                    <a:pt x="2827" y="4570"/>
                  </a:cubicBezTo>
                  <a:cubicBezTo>
                    <a:pt x="2893" y="4570"/>
                    <a:pt x="2947" y="4516"/>
                    <a:pt x="2947" y="4450"/>
                  </a:cubicBezTo>
                  <a:cubicBezTo>
                    <a:pt x="2947" y="4383"/>
                    <a:pt x="2893" y="4330"/>
                    <a:pt x="2827" y="4330"/>
                  </a:cubicBezTo>
                  <a:close/>
                  <a:moveTo>
                    <a:pt x="2827" y="4870"/>
                  </a:moveTo>
                  <a:cubicBezTo>
                    <a:pt x="2761" y="4870"/>
                    <a:pt x="2707" y="4925"/>
                    <a:pt x="2707" y="4991"/>
                  </a:cubicBezTo>
                  <a:cubicBezTo>
                    <a:pt x="2707" y="5058"/>
                    <a:pt x="2761" y="5111"/>
                    <a:pt x="2827" y="5111"/>
                  </a:cubicBezTo>
                  <a:cubicBezTo>
                    <a:pt x="2893" y="5111"/>
                    <a:pt x="2947" y="5058"/>
                    <a:pt x="2947" y="4991"/>
                  </a:cubicBezTo>
                  <a:cubicBezTo>
                    <a:pt x="2947" y="4925"/>
                    <a:pt x="2893" y="4870"/>
                    <a:pt x="2827" y="4870"/>
                  </a:cubicBezTo>
                  <a:close/>
                  <a:moveTo>
                    <a:pt x="2827" y="5413"/>
                  </a:moveTo>
                  <a:cubicBezTo>
                    <a:pt x="2761" y="5413"/>
                    <a:pt x="2707" y="5467"/>
                    <a:pt x="2707" y="5534"/>
                  </a:cubicBezTo>
                  <a:cubicBezTo>
                    <a:pt x="2707" y="5599"/>
                    <a:pt x="2761" y="5653"/>
                    <a:pt x="2827" y="5653"/>
                  </a:cubicBezTo>
                  <a:cubicBezTo>
                    <a:pt x="2893" y="5653"/>
                    <a:pt x="2947" y="5600"/>
                    <a:pt x="2947" y="5534"/>
                  </a:cubicBezTo>
                  <a:cubicBezTo>
                    <a:pt x="2947" y="5467"/>
                    <a:pt x="2893" y="5413"/>
                    <a:pt x="2827" y="5413"/>
                  </a:cubicBezTo>
                  <a:close/>
                  <a:moveTo>
                    <a:pt x="2827" y="5954"/>
                  </a:moveTo>
                  <a:cubicBezTo>
                    <a:pt x="2761" y="5954"/>
                    <a:pt x="2707" y="6007"/>
                    <a:pt x="2707" y="6075"/>
                  </a:cubicBezTo>
                  <a:cubicBezTo>
                    <a:pt x="2707" y="6139"/>
                    <a:pt x="2761" y="6194"/>
                    <a:pt x="2827" y="6194"/>
                  </a:cubicBezTo>
                  <a:cubicBezTo>
                    <a:pt x="2893" y="6194"/>
                    <a:pt x="2947" y="6141"/>
                    <a:pt x="2947" y="6075"/>
                  </a:cubicBezTo>
                  <a:cubicBezTo>
                    <a:pt x="2947" y="6008"/>
                    <a:pt x="2893" y="5954"/>
                    <a:pt x="2827" y="5954"/>
                  </a:cubicBezTo>
                  <a:close/>
                  <a:moveTo>
                    <a:pt x="2827" y="6495"/>
                  </a:moveTo>
                  <a:cubicBezTo>
                    <a:pt x="2761" y="6495"/>
                    <a:pt x="2707" y="6549"/>
                    <a:pt x="2707" y="6615"/>
                  </a:cubicBezTo>
                  <a:cubicBezTo>
                    <a:pt x="2707" y="6682"/>
                    <a:pt x="2761" y="6736"/>
                    <a:pt x="2827" y="6736"/>
                  </a:cubicBezTo>
                  <a:cubicBezTo>
                    <a:pt x="2893" y="6736"/>
                    <a:pt x="2947" y="6682"/>
                    <a:pt x="2947" y="6615"/>
                  </a:cubicBezTo>
                  <a:cubicBezTo>
                    <a:pt x="2947" y="6549"/>
                    <a:pt x="2893" y="6495"/>
                    <a:pt x="2827" y="6495"/>
                  </a:cubicBezTo>
                  <a:close/>
                  <a:moveTo>
                    <a:pt x="2827" y="7037"/>
                  </a:moveTo>
                  <a:cubicBezTo>
                    <a:pt x="2761" y="7037"/>
                    <a:pt x="2707" y="7090"/>
                    <a:pt x="2707" y="7156"/>
                  </a:cubicBezTo>
                  <a:cubicBezTo>
                    <a:pt x="2707" y="7223"/>
                    <a:pt x="2761" y="7277"/>
                    <a:pt x="2827" y="7277"/>
                  </a:cubicBezTo>
                  <a:cubicBezTo>
                    <a:pt x="2893" y="7277"/>
                    <a:pt x="2947" y="7223"/>
                    <a:pt x="2947" y="7156"/>
                  </a:cubicBezTo>
                  <a:cubicBezTo>
                    <a:pt x="2947" y="7090"/>
                    <a:pt x="2893" y="7037"/>
                    <a:pt x="2827" y="7037"/>
                  </a:cubicBezTo>
                  <a:close/>
                  <a:moveTo>
                    <a:pt x="2827" y="7577"/>
                  </a:moveTo>
                  <a:cubicBezTo>
                    <a:pt x="2761" y="7577"/>
                    <a:pt x="2707" y="7631"/>
                    <a:pt x="2707" y="7698"/>
                  </a:cubicBezTo>
                  <a:cubicBezTo>
                    <a:pt x="2707" y="7764"/>
                    <a:pt x="2761" y="7817"/>
                    <a:pt x="2827" y="7817"/>
                  </a:cubicBezTo>
                  <a:cubicBezTo>
                    <a:pt x="2893" y="7817"/>
                    <a:pt x="2947" y="7764"/>
                    <a:pt x="2947" y="7698"/>
                  </a:cubicBezTo>
                  <a:cubicBezTo>
                    <a:pt x="2947" y="7631"/>
                    <a:pt x="2893" y="7577"/>
                    <a:pt x="2827" y="7577"/>
                  </a:cubicBezTo>
                  <a:close/>
                  <a:moveTo>
                    <a:pt x="2827" y="8118"/>
                  </a:moveTo>
                  <a:cubicBezTo>
                    <a:pt x="2761" y="8118"/>
                    <a:pt x="2707" y="8172"/>
                    <a:pt x="2707" y="8239"/>
                  </a:cubicBezTo>
                  <a:cubicBezTo>
                    <a:pt x="2707" y="8304"/>
                    <a:pt x="2761" y="8359"/>
                    <a:pt x="2827" y="8359"/>
                  </a:cubicBezTo>
                  <a:cubicBezTo>
                    <a:pt x="2893" y="8359"/>
                    <a:pt x="2947" y="8305"/>
                    <a:pt x="2947" y="8239"/>
                  </a:cubicBezTo>
                  <a:cubicBezTo>
                    <a:pt x="2947" y="8172"/>
                    <a:pt x="2893" y="8118"/>
                    <a:pt x="2827" y="8118"/>
                  </a:cubicBezTo>
                  <a:close/>
                  <a:moveTo>
                    <a:pt x="2827" y="8660"/>
                  </a:moveTo>
                  <a:cubicBezTo>
                    <a:pt x="2761" y="8660"/>
                    <a:pt x="2707" y="8714"/>
                    <a:pt x="2707" y="8781"/>
                  </a:cubicBezTo>
                  <a:cubicBezTo>
                    <a:pt x="2707" y="8846"/>
                    <a:pt x="2761" y="8901"/>
                    <a:pt x="2827" y="8901"/>
                  </a:cubicBezTo>
                  <a:cubicBezTo>
                    <a:pt x="2893" y="8901"/>
                    <a:pt x="2947" y="8848"/>
                    <a:pt x="2947" y="8781"/>
                  </a:cubicBezTo>
                  <a:cubicBezTo>
                    <a:pt x="2947" y="8715"/>
                    <a:pt x="2893" y="8660"/>
                    <a:pt x="2827" y="8660"/>
                  </a:cubicBezTo>
                  <a:close/>
                  <a:moveTo>
                    <a:pt x="2827" y="9202"/>
                  </a:moveTo>
                  <a:cubicBezTo>
                    <a:pt x="2761" y="9202"/>
                    <a:pt x="2707" y="9255"/>
                    <a:pt x="2707" y="9321"/>
                  </a:cubicBezTo>
                  <a:cubicBezTo>
                    <a:pt x="2707" y="9388"/>
                    <a:pt x="2761" y="9442"/>
                    <a:pt x="2827" y="9442"/>
                  </a:cubicBezTo>
                  <a:cubicBezTo>
                    <a:pt x="2893" y="9442"/>
                    <a:pt x="2947" y="9388"/>
                    <a:pt x="2947" y="9321"/>
                  </a:cubicBezTo>
                  <a:cubicBezTo>
                    <a:pt x="2947" y="9255"/>
                    <a:pt x="2893" y="9202"/>
                    <a:pt x="2827" y="9202"/>
                  </a:cubicBezTo>
                  <a:close/>
                  <a:moveTo>
                    <a:pt x="1218" y="9216"/>
                  </a:moveTo>
                  <a:cubicBezTo>
                    <a:pt x="1152" y="9216"/>
                    <a:pt x="1099" y="9269"/>
                    <a:pt x="1099" y="9336"/>
                  </a:cubicBezTo>
                  <a:cubicBezTo>
                    <a:pt x="1099" y="9402"/>
                    <a:pt x="1152" y="9457"/>
                    <a:pt x="1218" y="9457"/>
                  </a:cubicBezTo>
                  <a:cubicBezTo>
                    <a:pt x="1285" y="9457"/>
                    <a:pt x="1339" y="9402"/>
                    <a:pt x="1339" y="9336"/>
                  </a:cubicBezTo>
                  <a:cubicBezTo>
                    <a:pt x="1339" y="9269"/>
                    <a:pt x="1285" y="9216"/>
                    <a:pt x="1218" y="9216"/>
                  </a:cubicBezTo>
                  <a:close/>
                  <a:moveTo>
                    <a:pt x="1760" y="9216"/>
                  </a:moveTo>
                  <a:cubicBezTo>
                    <a:pt x="1693" y="9216"/>
                    <a:pt x="1639" y="9269"/>
                    <a:pt x="1639" y="9336"/>
                  </a:cubicBezTo>
                  <a:cubicBezTo>
                    <a:pt x="1639" y="9402"/>
                    <a:pt x="1694" y="9457"/>
                    <a:pt x="1760" y="9457"/>
                  </a:cubicBezTo>
                  <a:cubicBezTo>
                    <a:pt x="1826" y="9457"/>
                    <a:pt x="1879" y="9402"/>
                    <a:pt x="1879" y="9336"/>
                  </a:cubicBezTo>
                  <a:cubicBezTo>
                    <a:pt x="1879" y="9269"/>
                    <a:pt x="1826" y="9216"/>
                    <a:pt x="1760" y="9216"/>
                  </a:cubicBezTo>
                  <a:close/>
                  <a:moveTo>
                    <a:pt x="2301" y="9216"/>
                  </a:moveTo>
                  <a:cubicBezTo>
                    <a:pt x="2234" y="9216"/>
                    <a:pt x="2180" y="9269"/>
                    <a:pt x="2180" y="9336"/>
                  </a:cubicBezTo>
                  <a:cubicBezTo>
                    <a:pt x="2180" y="9402"/>
                    <a:pt x="2235" y="9457"/>
                    <a:pt x="2301" y="9457"/>
                  </a:cubicBezTo>
                  <a:cubicBezTo>
                    <a:pt x="2366" y="9457"/>
                    <a:pt x="2421" y="9402"/>
                    <a:pt x="2421" y="9336"/>
                  </a:cubicBezTo>
                  <a:cubicBezTo>
                    <a:pt x="2421" y="9269"/>
                    <a:pt x="2366" y="9216"/>
                    <a:pt x="2301" y="9216"/>
                  </a:cubicBezTo>
                  <a:close/>
                  <a:moveTo>
                    <a:pt x="1193" y="9731"/>
                  </a:moveTo>
                  <a:cubicBezTo>
                    <a:pt x="1125" y="9731"/>
                    <a:pt x="1071" y="9785"/>
                    <a:pt x="1071" y="9851"/>
                  </a:cubicBezTo>
                  <a:cubicBezTo>
                    <a:pt x="1071" y="9918"/>
                    <a:pt x="1126" y="9971"/>
                    <a:pt x="1193" y="9971"/>
                  </a:cubicBezTo>
                  <a:cubicBezTo>
                    <a:pt x="1259" y="9971"/>
                    <a:pt x="1313" y="9918"/>
                    <a:pt x="1313" y="9851"/>
                  </a:cubicBezTo>
                  <a:cubicBezTo>
                    <a:pt x="1313" y="9785"/>
                    <a:pt x="1259" y="9731"/>
                    <a:pt x="1193" y="9731"/>
                  </a:cubicBezTo>
                  <a:close/>
                  <a:moveTo>
                    <a:pt x="1193" y="10272"/>
                  </a:moveTo>
                  <a:cubicBezTo>
                    <a:pt x="1125" y="10272"/>
                    <a:pt x="1071" y="10325"/>
                    <a:pt x="1071" y="10393"/>
                  </a:cubicBezTo>
                  <a:cubicBezTo>
                    <a:pt x="1071" y="10459"/>
                    <a:pt x="1126" y="10512"/>
                    <a:pt x="1193" y="10512"/>
                  </a:cubicBezTo>
                  <a:cubicBezTo>
                    <a:pt x="1259" y="10512"/>
                    <a:pt x="1313" y="10459"/>
                    <a:pt x="1313" y="10393"/>
                  </a:cubicBezTo>
                  <a:cubicBezTo>
                    <a:pt x="1313" y="10326"/>
                    <a:pt x="1259" y="10272"/>
                    <a:pt x="1193" y="10272"/>
                  </a:cubicBezTo>
                  <a:close/>
                  <a:moveTo>
                    <a:pt x="1193" y="10813"/>
                  </a:moveTo>
                  <a:cubicBezTo>
                    <a:pt x="1125" y="10813"/>
                    <a:pt x="1071" y="10866"/>
                    <a:pt x="1071" y="10933"/>
                  </a:cubicBezTo>
                  <a:cubicBezTo>
                    <a:pt x="1071" y="10999"/>
                    <a:pt x="1126" y="11054"/>
                    <a:pt x="1193" y="11054"/>
                  </a:cubicBezTo>
                  <a:cubicBezTo>
                    <a:pt x="1259" y="11054"/>
                    <a:pt x="1313" y="10999"/>
                    <a:pt x="1313" y="10933"/>
                  </a:cubicBezTo>
                  <a:cubicBezTo>
                    <a:pt x="1313" y="10866"/>
                    <a:pt x="1259" y="10813"/>
                    <a:pt x="1193" y="10813"/>
                  </a:cubicBezTo>
                  <a:close/>
                  <a:moveTo>
                    <a:pt x="1193" y="11355"/>
                  </a:moveTo>
                  <a:cubicBezTo>
                    <a:pt x="1125" y="11355"/>
                    <a:pt x="1071" y="11409"/>
                    <a:pt x="1071" y="11475"/>
                  </a:cubicBezTo>
                  <a:cubicBezTo>
                    <a:pt x="1071" y="11541"/>
                    <a:pt x="1126" y="11596"/>
                    <a:pt x="1193" y="11596"/>
                  </a:cubicBezTo>
                  <a:cubicBezTo>
                    <a:pt x="1259" y="11596"/>
                    <a:pt x="1313" y="11542"/>
                    <a:pt x="1313" y="11475"/>
                  </a:cubicBezTo>
                  <a:cubicBezTo>
                    <a:pt x="1313" y="11409"/>
                    <a:pt x="1259" y="11355"/>
                    <a:pt x="1193" y="11355"/>
                  </a:cubicBezTo>
                  <a:close/>
                  <a:moveTo>
                    <a:pt x="1193" y="11897"/>
                  </a:moveTo>
                  <a:cubicBezTo>
                    <a:pt x="1125" y="11897"/>
                    <a:pt x="1071" y="11950"/>
                    <a:pt x="1071" y="12016"/>
                  </a:cubicBezTo>
                  <a:cubicBezTo>
                    <a:pt x="1071" y="12082"/>
                    <a:pt x="1126" y="12137"/>
                    <a:pt x="1193" y="12137"/>
                  </a:cubicBezTo>
                  <a:cubicBezTo>
                    <a:pt x="1259" y="12137"/>
                    <a:pt x="1313" y="12083"/>
                    <a:pt x="1313" y="12016"/>
                  </a:cubicBezTo>
                  <a:cubicBezTo>
                    <a:pt x="1313" y="11950"/>
                    <a:pt x="1259" y="11897"/>
                    <a:pt x="1193" y="11897"/>
                  </a:cubicBezTo>
                  <a:close/>
                  <a:moveTo>
                    <a:pt x="1193" y="12437"/>
                  </a:moveTo>
                  <a:cubicBezTo>
                    <a:pt x="1125" y="12437"/>
                    <a:pt x="1071" y="12491"/>
                    <a:pt x="1071" y="12558"/>
                  </a:cubicBezTo>
                  <a:cubicBezTo>
                    <a:pt x="1071" y="12624"/>
                    <a:pt x="1126" y="12677"/>
                    <a:pt x="1193" y="12677"/>
                  </a:cubicBezTo>
                  <a:cubicBezTo>
                    <a:pt x="1259" y="12677"/>
                    <a:pt x="1313" y="12624"/>
                    <a:pt x="1313" y="12558"/>
                  </a:cubicBezTo>
                  <a:cubicBezTo>
                    <a:pt x="1313" y="12491"/>
                    <a:pt x="1259" y="12437"/>
                    <a:pt x="1193" y="12437"/>
                  </a:cubicBezTo>
                  <a:close/>
                  <a:moveTo>
                    <a:pt x="1193" y="12978"/>
                  </a:moveTo>
                  <a:cubicBezTo>
                    <a:pt x="1125" y="12978"/>
                    <a:pt x="1071" y="13032"/>
                    <a:pt x="1071" y="13099"/>
                  </a:cubicBezTo>
                  <a:cubicBezTo>
                    <a:pt x="1071" y="13164"/>
                    <a:pt x="1126" y="13219"/>
                    <a:pt x="1193" y="13219"/>
                  </a:cubicBezTo>
                  <a:cubicBezTo>
                    <a:pt x="1259" y="13219"/>
                    <a:pt x="1313" y="13165"/>
                    <a:pt x="1313" y="13099"/>
                  </a:cubicBezTo>
                  <a:cubicBezTo>
                    <a:pt x="1313" y="13032"/>
                    <a:pt x="1259" y="12978"/>
                    <a:pt x="1193" y="12978"/>
                  </a:cubicBezTo>
                  <a:close/>
                  <a:moveTo>
                    <a:pt x="1193" y="13520"/>
                  </a:moveTo>
                  <a:cubicBezTo>
                    <a:pt x="1125" y="13520"/>
                    <a:pt x="1071" y="13573"/>
                    <a:pt x="1071" y="13639"/>
                  </a:cubicBezTo>
                  <a:cubicBezTo>
                    <a:pt x="1071" y="13706"/>
                    <a:pt x="1126" y="13760"/>
                    <a:pt x="1193" y="13760"/>
                  </a:cubicBezTo>
                  <a:cubicBezTo>
                    <a:pt x="1259" y="13760"/>
                    <a:pt x="1313" y="13706"/>
                    <a:pt x="1313" y="13639"/>
                  </a:cubicBezTo>
                  <a:cubicBezTo>
                    <a:pt x="1313" y="13573"/>
                    <a:pt x="1259" y="13520"/>
                    <a:pt x="1193" y="13520"/>
                  </a:cubicBezTo>
                  <a:close/>
                  <a:moveTo>
                    <a:pt x="1193" y="14062"/>
                  </a:moveTo>
                  <a:cubicBezTo>
                    <a:pt x="1125" y="14062"/>
                    <a:pt x="1071" y="14115"/>
                    <a:pt x="1071" y="14182"/>
                  </a:cubicBezTo>
                  <a:cubicBezTo>
                    <a:pt x="1071" y="14247"/>
                    <a:pt x="1126" y="14302"/>
                    <a:pt x="1193" y="14302"/>
                  </a:cubicBezTo>
                  <a:cubicBezTo>
                    <a:pt x="1259" y="14302"/>
                    <a:pt x="1313" y="14248"/>
                    <a:pt x="1313" y="14182"/>
                  </a:cubicBezTo>
                  <a:cubicBezTo>
                    <a:pt x="1313" y="14115"/>
                    <a:pt x="1259" y="14062"/>
                    <a:pt x="1193" y="14062"/>
                  </a:cubicBezTo>
                  <a:close/>
                  <a:moveTo>
                    <a:pt x="1193" y="14603"/>
                  </a:moveTo>
                  <a:cubicBezTo>
                    <a:pt x="1125" y="14603"/>
                    <a:pt x="1071" y="14656"/>
                    <a:pt x="1071" y="14723"/>
                  </a:cubicBezTo>
                  <a:cubicBezTo>
                    <a:pt x="1071" y="14788"/>
                    <a:pt x="1126" y="14844"/>
                    <a:pt x="1193" y="14844"/>
                  </a:cubicBezTo>
                  <a:cubicBezTo>
                    <a:pt x="1259" y="14844"/>
                    <a:pt x="1313" y="14789"/>
                    <a:pt x="1313" y="14723"/>
                  </a:cubicBezTo>
                  <a:cubicBezTo>
                    <a:pt x="1313" y="14656"/>
                    <a:pt x="1259" y="14603"/>
                    <a:pt x="1193" y="14603"/>
                  </a:cubicBezTo>
                  <a:close/>
                  <a:moveTo>
                    <a:pt x="1193" y="15143"/>
                  </a:moveTo>
                  <a:cubicBezTo>
                    <a:pt x="1125" y="15143"/>
                    <a:pt x="1071" y="15198"/>
                    <a:pt x="1071" y="15264"/>
                  </a:cubicBezTo>
                  <a:cubicBezTo>
                    <a:pt x="1071" y="15331"/>
                    <a:pt x="1126" y="15384"/>
                    <a:pt x="1193" y="15384"/>
                  </a:cubicBezTo>
                  <a:cubicBezTo>
                    <a:pt x="1259" y="15384"/>
                    <a:pt x="1313" y="15331"/>
                    <a:pt x="1313" y="15264"/>
                  </a:cubicBezTo>
                  <a:cubicBezTo>
                    <a:pt x="1313" y="15198"/>
                    <a:pt x="1259" y="15143"/>
                    <a:pt x="1193" y="15143"/>
                  </a:cubicBezTo>
                  <a:close/>
                  <a:moveTo>
                    <a:pt x="1193" y="15685"/>
                  </a:moveTo>
                  <a:cubicBezTo>
                    <a:pt x="1125" y="15685"/>
                    <a:pt x="1071" y="15739"/>
                    <a:pt x="1071" y="15805"/>
                  </a:cubicBezTo>
                  <a:cubicBezTo>
                    <a:pt x="1071" y="15872"/>
                    <a:pt x="1126" y="15925"/>
                    <a:pt x="1193" y="15925"/>
                  </a:cubicBezTo>
                  <a:cubicBezTo>
                    <a:pt x="1259" y="15925"/>
                    <a:pt x="1313" y="15872"/>
                    <a:pt x="1313" y="15805"/>
                  </a:cubicBezTo>
                  <a:cubicBezTo>
                    <a:pt x="1313" y="15739"/>
                    <a:pt x="1259" y="15685"/>
                    <a:pt x="1193" y="15685"/>
                  </a:cubicBezTo>
                  <a:close/>
                  <a:moveTo>
                    <a:pt x="1193" y="16226"/>
                  </a:moveTo>
                  <a:cubicBezTo>
                    <a:pt x="1125" y="16226"/>
                    <a:pt x="1071" y="16279"/>
                    <a:pt x="1071" y="16346"/>
                  </a:cubicBezTo>
                  <a:cubicBezTo>
                    <a:pt x="1071" y="16412"/>
                    <a:pt x="1126" y="16466"/>
                    <a:pt x="1193" y="16466"/>
                  </a:cubicBezTo>
                  <a:cubicBezTo>
                    <a:pt x="1259" y="16466"/>
                    <a:pt x="1313" y="16412"/>
                    <a:pt x="1313" y="16346"/>
                  </a:cubicBezTo>
                  <a:cubicBezTo>
                    <a:pt x="1313" y="16279"/>
                    <a:pt x="1259" y="16226"/>
                    <a:pt x="1193" y="16226"/>
                  </a:cubicBezTo>
                  <a:close/>
                  <a:moveTo>
                    <a:pt x="1193" y="16767"/>
                  </a:moveTo>
                  <a:cubicBezTo>
                    <a:pt x="1125" y="16767"/>
                    <a:pt x="1071" y="16820"/>
                    <a:pt x="1071" y="16887"/>
                  </a:cubicBezTo>
                  <a:cubicBezTo>
                    <a:pt x="1071" y="16953"/>
                    <a:pt x="1125" y="17007"/>
                    <a:pt x="1191" y="17007"/>
                  </a:cubicBezTo>
                  <a:cubicBezTo>
                    <a:pt x="1191" y="17007"/>
                    <a:pt x="1192" y="17007"/>
                    <a:pt x="1193" y="17007"/>
                  </a:cubicBezTo>
                  <a:cubicBezTo>
                    <a:pt x="1259" y="17007"/>
                    <a:pt x="1313" y="16953"/>
                    <a:pt x="1313" y="16887"/>
                  </a:cubicBezTo>
                  <a:cubicBezTo>
                    <a:pt x="1313" y="16820"/>
                    <a:pt x="1259" y="16767"/>
                    <a:pt x="1193" y="16767"/>
                  </a:cubicBezTo>
                  <a:close/>
                  <a:moveTo>
                    <a:pt x="1193" y="17309"/>
                  </a:moveTo>
                  <a:cubicBezTo>
                    <a:pt x="1125" y="17309"/>
                    <a:pt x="1071" y="17363"/>
                    <a:pt x="1071" y="17429"/>
                  </a:cubicBezTo>
                  <a:cubicBezTo>
                    <a:pt x="1071" y="17495"/>
                    <a:pt x="1126" y="17550"/>
                    <a:pt x="1193" y="17550"/>
                  </a:cubicBezTo>
                  <a:cubicBezTo>
                    <a:pt x="1259" y="17550"/>
                    <a:pt x="1313" y="17496"/>
                    <a:pt x="1313" y="17429"/>
                  </a:cubicBezTo>
                  <a:cubicBezTo>
                    <a:pt x="1313" y="17363"/>
                    <a:pt x="1259" y="17309"/>
                    <a:pt x="1193" y="17309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0" name="Google Shape;2040;p21"/>
            <p:cNvSpPr/>
            <p:nvPr/>
          </p:nvSpPr>
          <p:spPr>
            <a:xfrm>
              <a:off x="7788944" y="5299217"/>
              <a:ext cx="505565" cy="854929"/>
            </a:xfrm>
            <a:custGeom>
              <a:avLst/>
              <a:gdLst/>
              <a:ahLst/>
              <a:cxnLst/>
              <a:rect l="l" t="t" r="r" b="b"/>
              <a:pathLst>
                <a:path w="4062" h="6869" extrusionOk="0">
                  <a:moveTo>
                    <a:pt x="0" y="1"/>
                  </a:moveTo>
                  <a:lnTo>
                    <a:pt x="0" y="6868"/>
                  </a:lnTo>
                  <a:lnTo>
                    <a:pt x="4061" y="6868"/>
                  </a:lnTo>
                  <a:lnTo>
                    <a:pt x="4061" y="1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1" name="Google Shape;2041;p21"/>
            <p:cNvSpPr/>
            <p:nvPr/>
          </p:nvSpPr>
          <p:spPr>
            <a:xfrm>
              <a:off x="7883533" y="4767021"/>
              <a:ext cx="316257" cy="444952"/>
            </a:xfrm>
            <a:custGeom>
              <a:avLst/>
              <a:gdLst/>
              <a:ahLst/>
              <a:cxnLst/>
              <a:rect l="l" t="t" r="r" b="b"/>
              <a:pathLst>
                <a:path w="2541" h="3575" extrusionOk="0">
                  <a:moveTo>
                    <a:pt x="1" y="1"/>
                  </a:moveTo>
                  <a:lnTo>
                    <a:pt x="1" y="3575"/>
                  </a:lnTo>
                  <a:lnTo>
                    <a:pt x="2540" y="3575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2" name="Google Shape;2042;p21"/>
            <p:cNvSpPr/>
            <p:nvPr/>
          </p:nvSpPr>
          <p:spPr>
            <a:xfrm>
              <a:off x="8018077" y="4593894"/>
              <a:ext cx="47422" cy="444952"/>
            </a:xfrm>
            <a:custGeom>
              <a:avLst/>
              <a:gdLst/>
              <a:ahLst/>
              <a:cxnLst/>
              <a:rect l="l" t="t" r="r" b="b"/>
              <a:pathLst>
                <a:path w="381" h="3575" extrusionOk="0">
                  <a:moveTo>
                    <a:pt x="0" y="0"/>
                  </a:moveTo>
                  <a:lnTo>
                    <a:pt x="0" y="3574"/>
                  </a:lnTo>
                  <a:lnTo>
                    <a:pt x="381" y="3574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3" name="Google Shape;2043;p21"/>
            <p:cNvSpPr/>
            <p:nvPr/>
          </p:nvSpPr>
          <p:spPr>
            <a:xfrm>
              <a:off x="7788944" y="4958939"/>
              <a:ext cx="505441" cy="1194962"/>
            </a:xfrm>
            <a:custGeom>
              <a:avLst/>
              <a:gdLst/>
              <a:ahLst/>
              <a:cxnLst/>
              <a:rect l="l" t="t" r="r" b="b"/>
              <a:pathLst>
                <a:path w="4061" h="9601" extrusionOk="0">
                  <a:moveTo>
                    <a:pt x="0" y="1"/>
                  </a:moveTo>
                  <a:lnTo>
                    <a:pt x="0" y="641"/>
                  </a:lnTo>
                  <a:lnTo>
                    <a:pt x="1662" y="641"/>
                  </a:lnTo>
                  <a:lnTo>
                    <a:pt x="1662" y="1314"/>
                  </a:lnTo>
                  <a:lnTo>
                    <a:pt x="0" y="1314"/>
                  </a:lnTo>
                  <a:lnTo>
                    <a:pt x="0" y="2203"/>
                  </a:lnTo>
                  <a:lnTo>
                    <a:pt x="1662" y="2203"/>
                  </a:lnTo>
                  <a:lnTo>
                    <a:pt x="1662" y="2876"/>
                  </a:lnTo>
                  <a:lnTo>
                    <a:pt x="0" y="2876"/>
                  </a:lnTo>
                  <a:lnTo>
                    <a:pt x="0" y="3763"/>
                  </a:lnTo>
                  <a:lnTo>
                    <a:pt x="1662" y="3763"/>
                  </a:lnTo>
                  <a:lnTo>
                    <a:pt x="1662" y="4436"/>
                  </a:lnTo>
                  <a:lnTo>
                    <a:pt x="0" y="4436"/>
                  </a:lnTo>
                  <a:lnTo>
                    <a:pt x="0" y="5326"/>
                  </a:lnTo>
                  <a:lnTo>
                    <a:pt x="1662" y="5326"/>
                  </a:lnTo>
                  <a:lnTo>
                    <a:pt x="1662" y="5998"/>
                  </a:lnTo>
                  <a:lnTo>
                    <a:pt x="0" y="5998"/>
                  </a:lnTo>
                  <a:lnTo>
                    <a:pt x="0" y="6887"/>
                  </a:lnTo>
                  <a:lnTo>
                    <a:pt x="1662" y="6887"/>
                  </a:lnTo>
                  <a:lnTo>
                    <a:pt x="1662" y="7559"/>
                  </a:lnTo>
                  <a:lnTo>
                    <a:pt x="0" y="7559"/>
                  </a:lnTo>
                  <a:lnTo>
                    <a:pt x="0" y="8448"/>
                  </a:lnTo>
                  <a:lnTo>
                    <a:pt x="1662" y="8448"/>
                  </a:lnTo>
                  <a:lnTo>
                    <a:pt x="1662" y="9122"/>
                  </a:lnTo>
                  <a:lnTo>
                    <a:pt x="0" y="9122"/>
                  </a:lnTo>
                  <a:lnTo>
                    <a:pt x="0" y="9600"/>
                  </a:lnTo>
                  <a:lnTo>
                    <a:pt x="4060" y="9600"/>
                  </a:lnTo>
                  <a:lnTo>
                    <a:pt x="4060" y="9122"/>
                  </a:lnTo>
                  <a:lnTo>
                    <a:pt x="2400" y="9122"/>
                  </a:lnTo>
                  <a:lnTo>
                    <a:pt x="2400" y="8448"/>
                  </a:lnTo>
                  <a:lnTo>
                    <a:pt x="4060" y="8448"/>
                  </a:lnTo>
                  <a:lnTo>
                    <a:pt x="4060" y="7559"/>
                  </a:lnTo>
                  <a:lnTo>
                    <a:pt x="2400" y="7559"/>
                  </a:lnTo>
                  <a:lnTo>
                    <a:pt x="2400" y="6887"/>
                  </a:lnTo>
                  <a:lnTo>
                    <a:pt x="4060" y="6887"/>
                  </a:lnTo>
                  <a:lnTo>
                    <a:pt x="4060" y="5998"/>
                  </a:lnTo>
                  <a:lnTo>
                    <a:pt x="2400" y="5998"/>
                  </a:lnTo>
                  <a:lnTo>
                    <a:pt x="2400" y="5326"/>
                  </a:lnTo>
                  <a:lnTo>
                    <a:pt x="4060" y="5326"/>
                  </a:lnTo>
                  <a:lnTo>
                    <a:pt x="4060" y="4436"/>
                  </a:lnTo>
                  <a:lnTo>
                    <a:pt x="2400" y="4436"/>
                  </a:lnTo>
                  <a:lnTo>
                    <a:pt x="2400" y="3763"/>
                  </a:lnTo>
                  <a:lnTo>
                    <a:pt x="4060" y="3763"/>
                  </a:lnTo>
                  <a:lnTo>
                    <a:pt x="4060" y="2876"/>
                  </a:lnTo>
                  <a:lnTo>
                    <a:pt x="2400" y="2876"/>
                  </a:lnTo>
                  <a:lnTo>
                    <a:pt x="2400" y="2203"/>
                  </a:lnTo>
                  <a:lnTo>
                    <a:pt x="4060" y="2203"/>
                  </a:lnTo>
                  <a:lnTo>
                    <a:pt x="4060" y="1314"/>
                  </a:lnTo>
                  <a:lnTo>
                    <a:pt x="2400" y="1314"/>
                  </a:lnTo>
                  <a:lnTo>
                    <a:pt x="2400" y="641"/>
                  </a:lnTo>
                  <a:lnTo>
                    <a:pt x="4060" y="641"/>
                  </a:lnTo>
                  <a:lnTo>
                    <a:pt x="40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4" name="Google Shape;2044;p21"/>
            <p:cNvSpPr/>
            <p:nvPr/>
          </p:nvSpPr>
          <p:spPr>
            <a:xfrm>
              <a:off x="7788944" y="5038719"/>
              <a:ext cx="206981" cy="83887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0" y="0"/>
                  </a:moveTo>
                  <a:lnTo>
                    <a:pt x="0" y="674"/>
                  </a:lnTo>
                  <a:lnTo>
                    <a:pt x="1662" y="674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5" name="Google Shape;2045;p21"/>
            <p:cNvSpPr/>
            <p:nvPr/>
          </p:nvSpPr>
          <p:spPr>
            <a:xfrm>
              <a:off x="8087527" y="5038719"/>
              <a:ext cx="206981" cy="83887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1" y="0"/>
                  </a:moveTo>
                  <a:lnTo>
                    <a:pt x="1" y="674"/>
                  </a:lnTo>
                  <a:lnTo>
                    <a:pt x="1662" y="674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6" name="Google Shape;2046;p21"/>
            <p:cNvSpPr/>
            <p:nvPr/>
          </p:nvSpPr>
          <p:spPr>
            <a:xfrm>
              <a:off x="7788944" y="5233004"/>
              <a:ext cx="206981" cy="83887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0" y="1"/>
                  </a:moveTo>
                  <a:lnTo>
                    <a:pt x="0" y="674"/>
                  </a:lnTo>
                  <a:lnTo>
                    <a:pt x="1662" y="674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7" name="Google Shape;2047;p21"/>
            <p:cNvSpPr/>
            <p:nvPr/>
          </p:nvSpPr>
          <p:spPr>
            <a:xfrm>
              <a:off x="8087527" y="5233004"/>
              <a:ext cx="206981" cy="83887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1" y="1"/>
                  </a:moveTo>
                  <a:lnTo>
                    <a:pt x="1" y="674"/>
                  </a:lnTo>
                  <a:lnTo>
                    <a:pt x="1662" y="674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8" name="Google Shape;2048;p21"/>
            <p:cNvSpPr/>
            <p:nvPr/>
          </p:nvSpPr>
          <p:spPr>
            <a:xfrm>
              <a:off x="7788944" y="5427287"/>
              <a:ext cx="206981" cy="83887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0" y="0"/>
                  </a:moveTo>
                  <a:lnTo>
                    <a:pt x="0" y="673"/>
                  </a:lnTo>
                  <a:lnTo>
                    <a:pt x="1662" y="673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49" name="Google Shape;2049;p21"/>
            <p:cNvSpPr/>
            <p:nvPr/>
          </p:nvSpPr>
          <p:spPr>
            <a:xfrm>
              <a:off x="8087527" y="5427287"/>
              <a:ext cx="206981" cy="83887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1" y="0"/>
                  </a:moveTo>
                  <a:lnTo>
                    <a:pt x="1" y="673"/>
                  </a:lnTo>
                  <a:lnTo>
                    <a:pt x="1662" y="673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0" name="Google Shape;2050;p21"/>
            <p:cNvSpPr/>
            <p:nvPr/>
          </p:nvSpPr>
          <p:spPr>
            <a:xfrm>
              <a:off x="7788944" y="5621696"/>
              <a:ext cx="206981" cy="83762"/>
            </a:xfrm>
            <a:custGeom>
              <a:avLst/>
              <a:gdLst/>
              <a:ahLst/>
              <a:cxnLst/>
              <a:rect l="l" t="t" r="r" b="b"/>
              <a:pathLst>
                <a:path w="1663" h="673" extrusionOk="0">
                  <a:moveTo>
                    <a:pt x="0" y="1"/>
                  </a:moveTo>
                  <a:lnTo>
                    <a:pt x="0" y="673"/>
                  </a:lnTo>
                  <a:lnTo>
                    <a:pt x="1662" y="673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1" name="Google Shape;2051;p21"/>
            <p:cNvSpPr/>
            <p:nvPr/>
          </p:nvSpPr>
          <p:spPr>
            <a:xfrm>
              <a:off x="8087527" y="5621696"/>
              <a:ext cx="206981" cy="83762"/>
            </a:xfrm>
            <a:custGeom>
              <a:avLst/>
              <a:gdLst/>
              <a:ahLst/>
              <a:cxnLst/>
              <a:rect l="l" t="t" r="r" b="b"/>
              <a:pathLst>
                <a:path w="1663" h="673" extrusionOk="0">
                  <a:moveTo>
                    <a:pt x="1" y="1"/>
                  </a:moveTo>
                  <a:lnTo>
                    <a:pt x="1" y="673"/>
                  </a:lnTo>
                  <a:lnTo>
                    <a:pt x="1662" y="673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2" name="Google Shape;2052;p21"/>
            <p:cNvSpPr/>
            <p:nvPr/>
          </p:nvSpPr>
          <p:spPr>
            <a:xfrm>
              <a:off x="7788944" y="5815979"/>
              <a:ext cx="206981" cy="83887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0" y="1"/>
                  </a:moveTo>
                  <a:lnTo>
                    <a:pt x="0" y="673"/>
                  </a:lnTo>
                  <a:lnTo>
                    <a:pt x="1662" y="673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3" name="Google Shape;2053;p21"/>
            <p:cNvSpPr/>
            <p:nvPr/>
          </p:nvSpPr>
          <p:spPr>
            <a:xfrm>
              <a:off x="8087527" y="5815979"/>
              <a:ext cx="206981" cy="83887"/>
            </a:xfrm>
            <a:custGeom>
              <a:avLst/>
              <a:gdLst/>
              <a:ahLst/>
              <a:cxnLst/>
              <a:rect l="l" t="t" r="r" b="b"/>
              <a:pathLst>
                <a:path w="1663" h="674" extrusionOk="0">
                  <a:moveTo>
                    <a:pt x="1" y="1"/>
                  </a:moveTo>
                  <a:lnTo>
                    <a:pt x="1" y="673"/>
                  </a:lnTo>
                  <a:lnTo>
                    <a:pt x="1662" y="673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4" name="Google Shape;2054;p21"/>
            <p:cNvSpPr/>
            <p:nvPr/>
          </p:nvSpPr>
          <p:spPr>
            <a:xfrm>
              <a:off x="7788944" y="6000058"/>
              <a:ext cx="219054" cy="109277"/>
            </a:xfrm>
            <a:custGeom>
              <a:avLst/>
              <a:gdLst/>
              <a:ahLst/>
              <a:cxnLst/>
              <a:rect l="l" t="t" r="r" b="b"/>
              <a:pathLst>
                <a:path w="1760" h="878" extrusionOk="0">
                  <a:moveTo>
                    <a:pt x="0" y="0"/>
                  </a:moveTo>
                  <a:lnTo>
                    <a:pt x="0" y="877"/>
                  </a:lnTo>
                  <a:lnTo>
                    <a:pt x="1759" y="877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5" name="Google Shape;2055;p21"/>
            <p:cNvSpPr/>
            <p:nvPr/>
          </p:nvSpPr>
          <p:spPr>
            <a:xfrm>
              <a:off x="8066742" y="5987612"/>
              <a:ext cx="227642" cy="133050"/>
            </a:xfrm>
            <a:custGeom>
              <a:avLst/>
              <a:gdLst/>
              <a:ahLst/>
              <a:cxnLst/>
              <a:rect l="l" t="t" r="r" b="b"/>
              <a:pathLst>
                <a:path w="1829" h="1069" extrusionOk="0">
                  <a:moveTo>
                    <a:pt x="0" y="0"/>
                  </a:moveTo>
                  <a:lnTo>
                    <a:pt x="0" y="1068"/>
                  </a:lnTo>
                  <a:lnTo>
                    <a:pt x="1828" y="1068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6" name="Google Shape;2056;p21"/>
            <p:cNvSpPr/>
            <p:nvPr/>
          </p:nvSpPr>
          <p:spPr>
            <a:xfrm>
              <a:off x="7165021" y="4229846"/>
              <a:ext cx="524982" cy="1964387"/>
            </a:xfrm>
            <a:custGeom>
              <a:avLst/>
              <a:gdLst/>
              <a:ahLst/>
              <a:cxnLst/>
              <a:rect l="l" t="t" r="r" b="b"/>
              <a:pathLst>
                <a:path w="4218" h="15783" extrusionOk="0">
                  <a:moveTo>
                    <a:pt x="1" y="0"/>
                  </a:moveTo>
                  <a:lnTo>
                    <a:pt x="1" y="15783"/>
                  </a:lnTo>
                  <a:lnTo>
                    <a:pt x="4217" y="15783"/>
                  </a:lnTo>
                  <a:lnTo>
                    <a:pt x="4217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7" name="Google Shape;2057;p21"/>
            <p:cNvSpPr/>
            <p:nvPr/>
          </p:nvSpPr>
          <p:spPr>
            <a:xfrm>
              <a:off x="7232103" y="4423757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8" name="Google Shape;2058;p21"/>
            <p:cNvSpPr/>
            <p:nvPr/>
          </p:nvSpPr>
          <p:spPr>
            <a:xfrm>
              <a:off x="7232103" y="4634344"/>
              <a:ext cx="377494" cy="62603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59" name="Google Shape;2059;p21"/>
            <p:cNvSpPr/>
            <p:nvPr/>
          </p:nvSpPr>
          <p:spPr>
            <a:xfrm>
              <a:off x="7232103" y="4845059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1"/>
                  </a:lnTo>
                  <a:lnTo>
                    <a:pt x="3033" y="501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0" name="Google Shape;2060;p21"/>
            <p:cNvSpPr/>
            <p:nvPr/>
          </p:nvSpPr>
          <p:spPr>
            <a:xfrm>
              <a:off x="7232103" y="5055522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1" name="Google Shape;2061;p21"/>
            <p:cNvSpPr/>
            <p:nvPr/>
          </p:nvSpPr>
          <p:spPr>
            <a:xfrm>
              <a:off x="7232103" y="5266109"/>
              <a:ext cx="377494" cy="62603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2" name="Google Shape;2062;p21"/>
            <p:cNvSpPr/>
            <p:nvPr/>
          </p:nvSpPr>
          <p:spPr>
            <a:xfrm>
              <a:off x="7232103" y="5476823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1"/>
                  </a:lnTo>
                  <a:lnTo>
                    <a:pt x="3033" y="501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3" name="Google Shape;2063;p21"/>
            <p:cNvSpPr/>
            <p:nvPr/>
          </p:nvSpPr>
          <p:spPr>
            <a:xfrm>
              <a:off x="7232103" y="5687411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4" name="Google Shape;2064;p21"/>
            <p:cNvSpPr/>
            <p:nvPr/>
          </p:nvSpPr>
          <p:spPr>
            <a:xfrm>
              <a:off x="7232103" y="5897999"/>
              <a:ext cx="377494" cy="62603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5" name="Google Shape;2065;p21"/>
            <p:cNvSpPr/>
            <p:nvPr/>
          </p:nvSpPr>
          <p:spPr>
            <a:xfrm>
              <a:off x="7165021" y="4229846"/>
              <a:ext cx="524982" cy="1964387"/>
            </a:xfrm>
            <a:custGeom>
              <a:avLst/>
              <a:gdLst/>
              <a:ahLst/>
              <a:cxnLst/>
              <a:rect l="l" t="t" r="r" b="b"/>
              <a:pathLst>
                <a:path w="4218" h="15783" extrusionOk="0">
                  <a:moveTo>
                    <a:pt x="1" y="0"/>
                  </a:moveTo>
                  <a:lnTo>
                    <a:pt x="1" y="15783"/>
                  </a:lnTo>
                  <a:lnTo>
                    <a:pt x="4217" y="15783"/>
                  </a:lnTo>
                  <a:lnTo>
                    <a:pt x="42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6" name="Google Shape;2066;p21"/>
            <p:cNvSpPr/>
            <p:nvPr/>
          </p:nvSpPr>
          <p:spPr>
            <a:xfrm>
              <a:off x="7232103" y="4423757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7" name="Google Shape;2067;p21"/>
            <p:cNvSpPr/>
            <p:nvPr/>
          </p:nvSpPr>
          <p:spPr>
            <a:xfrm>
              <a:off x="7232103" y="4634344"/>
              <a:ext cx="377494" cy="62603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8" name="Google Shape;2068;p21"/>
            <p:cNvSpPr/>
            <p:nvPr/>
          </p:nvSpPr>
          <p:spPr>
            <a:xfrm>
              <a:off x="7232103" y="4845059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1"/>
                  </a:lnTo>
                  <a:lnTo>
                    <a:pt x="3033" y="501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69" name="Google Shape;2069;p21"/>
            <p:cNvSpPr/>
            <p:nvPr/>
          </p:nvSpPr>
          <p:spPr>
            <a:xfrm>
              <a:off x="7232103" y="5055522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0" name="Google Shape;2070;p21"/>
            <p:cNvSpPr/>
            <p:nvPr/>
          </p:nvSpPr>
          <p:spPr>
            <a:xfrm>
              <a:off x="7232103" y="5266109"/>
              <a:ext cx="377494" cy="62603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1" name="Google Shape;2071;p21"/>
            <p:cNvSpPr/>
            <p:nvPr/>
          </p:nvSpPr>
          <p:spPr>
            <a:xfrm>
              <a:off x="7232103" y="5476823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1"/>
                  </a:lnTo>
                  <a:lnTo>
                    <a:pt x="3033" y="501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2" name="Google Shape;2072;p21"/>
            <p:cNvSpPr/>
            <p:nvPr/>
          </p:nvSpPr>
          <p:spPr>
            <a:xfrm>
              <a:off x="7232103" y="5687411"/>
              <a:ext cx="377494" cy="62481"/>
            </a:xfrm>
            <a:custGeom>
              <a:avLst/>
              <a:gdLst/>
              <a:ahLst/>
              <a:cxnLst/>
              <a:rect l="l" t="t" r="r" b="b"/>
              <a:pathLst>
                <a:path w="3033" h="502" extrusionOk="0">
                  <a:moveTo>
                    <a:pt x="0" y="0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3" name="Google Shape;2073;p21"/>
            <p:cNvSpPr/>
            <p:nvPr/>
          </p:nvSpPr>
          <p:spPr>
            <a:xfrm>
              <a:off x="7232103" y="5897999"/>
              <a:ext cx="377494" cy="62603"/>
            </a:xfrm>
            <a:custGeom>
              <a:avLst/>
              <a:gdLst/>
              <a:ahLst/>
              <a:cxnLst/>
              <a:rect l="l" t="t" r="r" b="b"/>
              <a:pathLst>
                <a:path w="3033" h="503" extrusionOk="0">
                  <a:moveTo>
                    <a:pt x="0" y="1"/>
                  </a:moveTo>
                  <a:lnTo>
                    <a:pt x="0" y="502"/>
                  </a:lnTo>
                  <a:lnTo>
                    <a:pt x="3033" y="502"/>
                  </a:lnTo>
                  <a:lnTo>
                    <a:pt x="3033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4" name="Google Shape;2074;p21"/>
            <p:cNvSpPr/>
            <p:nvPr/>
          </p:nvSpPr>
          <p:spPr>
            <a:xfrm>
              <a:off x="6774460" y="4585431"/>
              <a:ext cx="385582" cy="1605438"/>
            </a:xfrm>
            <a:custGeom>
              <a:avLst/>
              <a:gdLst/>
              <a:ahLst/>
              <a:cxnLst/>
              <a:rect l="l" t="t" r="r" b="b"/>
              <a:pathLst>
                <a:path w="3098" h="12899" extrusionOk="0">
                  <a:moveTo>
                    <a:pt x="3098" y="1"/>
                  </a:moveTo>
                  <a:lnTo>
                    <a:pt x="1" y="2608"/>
                  </a:lnTo>
                  <a:lnTo>
                    <a:pt x="1" y="12898"/>
                  </a:lnTo>
                  <a:lnTo>
                    <a:pt x="3098" y="12898"/>
                  </a:lnTo>
                  <a:lnTo>
                    <a:pt x="3098" y="1"/>
                  </a:ln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5" name="Google Shape;2075;p21"/>
            <p:cNvSpPr/>
            <p:nvPr/>
          </p:nvSpPr>
          <p:spPr>
            <a:xfrm>
              <a:off x="6774460" y="4585431"/>
              <a:ext cx="385582" cy="1605438"/>
            </a:xfrm>
            <a:custGeom>
              <a:avLst/>
              <a:gdLst/>
              <a:ahLst/>
              <a:cxnLst/>
              <a:rect l="l" t="t" r="r" b="b"/>
              <a:pathLst>
                <a:path w="3098" h="12899" extrusionOk="0">
                  <a:moveTo>
                    <a:pt x="3098" y="1"/>
                  </a:moveTo>
                  <a:lnTo>
                    <a:pt x="1" y="2608"/>
                  </a:lnTo>
                  <a:lnTo>
                    <a:pt x="1" y="12898"/>
                  </a:lnTo>
                  <a:lnTo>
                    <a:pt x="3098" y="12898"/>
                  </a:lnTo>
                  <a:lnTo>
                    <a:pt x="30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6" name="Google Shape;2076;p21"/>
            <p:cNvSpPr/>
            <p:nvPr/>
          </p:nvSpPr>
          <p:spPr>
            <a:xfrm>
              <a:off x="6816031" y="4992170"/>
              <a:ext cx="127946" cy="127324"/>
            </a:xfrm>
            <a:custGeom>
              <a:avLst/>
              <a:gdLst/>
              <a:ahLst/>
              <a:cxnLst/>
              <a:rect l="l" t="t" r="r" b="b"/>
              <a:pathLst>
                <a:path w="1028" h="1023" extrusionOk="0">
                  <a:moveTo>
                    <a:pt x="515" y="1"/>
                  </a:moveTo>
                  <a:cubicBezTo>
                    <a:pt x="236" y="1"/>
                    <a:pt x="7" y="225"/>
                    <a:pt x="3" y="505"/>
                  </a:cubicBezTo>
                  <a:cubicBezTo>
                    <a:pt x="0" y="787"/>
                    <a:pt x="225" y="1018"/>
                    <a:pt x="507" y="1022"/>
                  </a:cubicBezTo>
                  <a:cubicBezTo>
                    <a:pt x="509" y="1022"/>
                    <a:pt x="511" y="1022"/>
                    <a:pt x="512" y="1022"/>
                  </a:cubicBezTo>
                  <a:cubicBezTo>
                    <a:pt x="792" y="1022"/>
                    <a:pt x="1020" y="798"/>
                    <a:pt x="1025" y="519"/>
                  </a:cubicBezTo>
                  <a:cubicBezTo>
                    <a:pt x="1028" y="236"/>
                    <a:pt x="802" y="5"/>
                    <a:pt x="521" y="1"/>
                  </a:cubicBezTo>
                  <a:cubicBezTo>
                    <a:pt x="519" y="1"/>
                    <a:pt x="517" y="1"/>
                    <a:pt x="51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7" name="Google Shape;2077;p21"/>
            <p:cNvSpPr/>
            <p:nvPr/>
          </p:nvSpPr>
          <p:spPr>
            <a:xfrm>
              <a:off x="6990649" y="4992047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1"/>
                  </a:moveTo>
                  <a:cubicBezTo>
                    <a:pt x="229" y="1"/>
                    <a:pt x="0" y="229"/>
                    <a:pt x="0" y="510"/>
                  </a:cubicBezTo>
                  <a:cubicBezTo>
                    <a:pt x="0" y="792"/>
                    <a:pt x="229" y="1021"/>
                    <a:pt x="511" y="1021"/>
                  </a:cubicBezTo>
                  <a:cubicBezTo>
                    <a:pt x="793" y="1021"/>
                    <a:pt x="1021" y="792"/>
                    <a:pt x="1021" y="510"/>
                  </a:cubicBezTo>
                  <a:cubicBezTo>
                    <a:pt x="1021" y="229"/>
                    <a:pt x="792" y="1"/>
                    <a:pt x="5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8" name="Google Shape;2078;p21"/>
            <p:cNvSpPr/>
            <p:nvPr/>
          </p:nvSpPr>
          <p:spPr>
            <a:xfrm>
              <a:off x="6816653" y="5169527"/>
              <a:ext cx="127076" cy="127201"/>
            </a:xfrm>
            <a:custGeom>
              <a:avLst/>
              <a:gdLst/>
              <a:ahLst/>
              <a:cxnLst/>
              <a:rect l="l" t="t" r="r" b="b"/>
              <a:pathLst>
                <a:path w="1021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3"/>
                    <a:pt x="229" y="1021"/>
                    <a:pt x="511" y="1021"/>
                  </a:cubicBezTo>
                  <a:cubicBezTo>
                    <a:pt x="792" y="1021"/>
                    <a:pt x="1021" y="793"/>
                    <a:pt x="1021" y="511"/>
                  </a:cubicBezTo>
                  <a:cubicBezTo>
                    <a:pt x="1021" y="229"/>
                    <a:pt x="792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79" name="Google Shape;2079;p21"/>
            <p:cNvSpPr/>
            <p:nvPr/>
          </p:nvSpPr>
          <p:spPr>
            <a:xfrm>
              <a:off x="6990649" y="5169651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0"/>
                  </a:moveTo>
                  <a:cubicBezTo>
                    <a:pt x="229" y="0"/>
                    <a:pt x="0" y="227"/>
                    <a:pt x="0" y="510"/>
                  </a:cubicBezTo>
                  <a:cubicBezTo>
                    <a:pt x="0" y="791"/>
                    <a:pt x="229" y="1020"/>
                    <a:pt x="511" y="1020"/>
                  </a:cubicBezTo>
                  <a:cubicBezTo>
                    <a:pt x="793" y="1019"/>
                    <a:pt x="1021" y="791"/>
                    <a:pt x="1021" y="510"/>
                  </a:cubicBezTo>
                  <a:cubicBezTo>
                    <a:pt x="1021" y="228"/>
                    <a:pt x="792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0" name="Google Shape;2080;p21"/>
            <p:cNvSpPr/>
            <p:nvPr/>
          </p:nvSpPr>
          <p:spPr>
            <a:xfrm>
              <a:off x="6816031" y="5346512"/>
              <a:ext cx="127946" cy="127076"/>
            </a:xfrm>
            <a:custGeom>
              <a:avLst/>
              <a:gdLst/>
              <a:ahLst/>
              <a:cxnLst/>
              <a:rect l="l" t="t" r="r" b="b"/>
              <a:pathLst>
                <a:path w="1028" h="1021" extrusionOk="0">
                  <a:moveTo>
                    <a:pt x="513" y="0"/>
                  </a:moveTo>
                  <a:cubicBezTo>
                    <a:pt x="512" y="0"/>
                    <a:pt x="510" y="0"/>
                    <a:pt x="508" y="0"/>
                  </a:cubicBezTo>
                  <a:cubicBezTo>
                    <a:pt x="225" y="5"/>
                    <a:pt x="0" y="236"/>
                    <a:pt x="3" y="517"/>
                  </a:cubicBezTo>
                  <a:cubicBezTo>
                    <a:pt x="7" y="796"/>
                    <a:pt x="235" y="1021"/>
                    <a:pt x="513" y="1021"/>
                  </a:cubicBezTo>
                  <a:cubicBezTo>
                    <a:pt x="515" y="1021"/>
                    <a:pt x="518" y="1021"/>
                    <a:pt x="520" y="1021"/>
                  </a:cubicBezTo>
                  <a:cubicBezTo>
                    <a:pt x="802" y="1017"/>
                    <a:pt x="1028" y="786"/>
                    <a:pt x="1025" y="505"/>
                  </a:cubicBezTo>
                  <a:cubicBezTo>
                    <a:pt x="1020" y="224"/>
                    <a:pt x="792" y="0"/>
                    <a:pt x="513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1" name="Google Shape;2081;p21"/>
            <p:cNvSpPr/>
            <p:nvPr/>
          </p:nvSpPr>
          <p:spPr>
            <a:xfrm>
              <a:off x="6990649" y="5346885"/>
              <a:ext cx="127200" cy="127201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29" y="0"/>
                    <a:pt x="0" y="230"/>
                    <a:pt x="0" y="511"/>
                  </a:cubicBezTo>
                  <a:cubicBezTo>
                    <a:pt x="0" y="792"/>
                    <a:pt x="229" y="1022"/>
                    <a:pt x="511" y="1022"/>
                  </a:cubicBezTo>
                  <a:cubicBezTo>
                    <a:pt x="793" y="1022"/>
                    <a:pt x="1021" y="792"/>
                    <a:pt x="1021" y="511"/>
                  </a:cubicBezTo>
                  <a:cubicBezTo>
                    <a:pt x="1021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2" name="Google Shape;2082;p21"/>
            <p:cNvSpPr/>
            <p:nvPr/>
          </p:nvSpPr>
          <p:spPr>
            <a:xfrm>
              <a:off x="6816031" y="5524492"/>
              <a:ext cx="128073" cy="127076"/>
            </a:xfrm>
            <a:custGeom>
              <a:avLst/>
              <a:gdLst/>
              <a:ahLst/>
              <a:cxnLst/>
              <a:rect l="l" t="t" r="r" b="b"/>
              <a:pathLst>
                <a:path w="1029" h="1021" extrusionOk="0">
                  <a:moveTo>
                    <a:pt x="514" y="1"/>
                  </a:moveTo>
                  <a:cubicBezTo>
                    <a:pt x="236" y="1"/>
                    <a:pt x="7" y="225"/>
                    <a:pt x="4" y="504"/>
                  </a:cubicBezTo>
                  <a:cubicBezTo>
                    <a:pt x="0" y="786"/>
                    <a:pt x="226" y="1018"/>
                    <a:pt x="508" y="1021"/>
                  </a:cubicBezTo>
                  <a:cubicBezTo>
                    <a:pt x="510" y="1021"/>
                    <a:pt x="513" y="1021"/>
                    <a:pt x="515" y="1021"/>
                  </a:cubicBezTo>
                  <a:cubicBezTo>
                    <a:pt x="793" y="1021"/>
                    <a:pt x="1021" y="797"/>
                    <a:pt x="1025" y="518"/>
                  </a:cubicBezTo>
                  <a:cubicBezTo>
                    <a:pt x="1029" y="236"/>
                    <a:pt x="804" y="4"/>
                    <a:pt x="521" y="1"/>
                  </a:cubicBezTo>
                  <a:cubicBezTo>
                    <a:pt x="519" y="1"/>
                    <a:pt x="516" y="1"/>
                    <a:pt x="514" y="1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3" name="Google Shape;2083;p21"/>
            <p:cNvSpPr/>
            <p:nvPr/>
          </p:nvSpPr>
          <p:spPr>
            <a:xfrm>
              <a:off x="6990649" y="5524367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1"/>
                  </a:moveTo>
                  <a:cubicBezTo>
                    <a:pt x="229" y="1"/>
                    <a:pt x="0" y="230"/>
                    <a:pt x="0" y="511"/>
                  </a:cubicBezTo>
                  <a:cubicBezTo>
                    <a:pt x="0" y="793"/>
                    <a:pt x="229" y="1021"/>
                    <a:pt x="511" y="1021"/>
                  </a:cubicBezTo>
                  <a:cubicBezTo>
                    <a:pt x="793" y="1020"/>
                    <a:pt x="1021" y="793"/>
                    <a:pt x="1021" y="511"/>
                  </a:cubicBezTo>
                  <a:cubicBezTo>
                    <a:pt x="1021" y="230"/>
                    <a:pt x="792" y="1"/>
                    <a:pt x="511" y="1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4" name="Google Shape;2084;p21"/>
            <p:cNvSpPr/>
            <p:nvPr/>
          </p:nvSpPr>
          <p:spPr>
            <a:xfrm>
              <a:off x="6816653" y="5701724"/>
              <a:ext cx="127076" cy="127201"/>
            </a:xfrm>
            <a:custGeom>
              <a:avLst/>
              <a:gdLst/>
              <a:ahLst/>
              <a:cxnLst/>
              <a:rect l="l" t="t" r="r" b="b"/>
              <a:pathLst>
                <a:path w="1021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2"/>
                    <a:pt x="229" y="1021"/>
                    <a:pt x="511" y="1021"/>
                  </a:cubicBezTo>
                  <a:cubicBezTo>
                    <a:pt x="792" y="1021"/>
                    <a:pt x="1021" y="792"/>
                    <a:pt x="1021" y="511"/>
                  </a:cubicBezTo>
                  <a:cubicBezTo>
                    <a:pt x="1021" y="229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5" name="Google Shape;2085;p21"/>
            <p:cNvSpPr/>
            <p:nvPr/>
          </p:nvSpPr>
          <p:spPr>
            <a:xfrm>
              <a:off x="6990649" y="5701724"/>
              <a:ext cx="127200" cy="127201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2"/>
                    <a:pt x="229" y="1021"/>
                    <a:pt x="511" y="1021"/>
                  </a:cubicBezTo>
                  <a:cubicBezTo>
                    <a:pt x="793" y="1021"/>
                    <a:pt x="1021" y="792"/>
                    <a:pt x="1021" y="511"/>
                  </a:cubicBezTo>
                  <a:cubicBezTo>
                    <a:pt x="1021" y="229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6" name="Google Shape;2086;p21"/>
            <p:cNvSpPr/>
            <p:nvPr/>
          </p:nvSpPr>
          <p:spPr>
            <a:xfrm>
              <a:off x="6816653" y="5879206"/>
              <a:ext cx="127200" cy="127201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30" y="0"/>
                    <a:pt x="0" y="229"/>
                    <a:pt x="0" y="511"/>
                  </a:cubicBezTo>
                  <a:cubicBezTo>
                    <a:pt x="0" y="792"/>
                    <a:pt x="230" y="1022"/>
                    <a:pt x="511" y="1022"/>
                  </a:cubicBezTo>
                  <a:cubicBezTo>
                    <a:pt x="792" y="1020"/>
                    <a:pt x="1022" y="792"/>
                    <a:pt x="1022" y="511"/>
                  </a:cubicBezTo>
                  <a:cubicBezTo>
                    <a:pt x="1022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7" name="Google Shape;2087;p21"/>
            <p:cNvSpPr/>
            <p:nvPr/>
          </p:nvSpPr>
          <p:spPr>
            <a:xfrm>
              <a:off x="6990649" y="5879206"/>
              <a:ext cx="127200" cy="127201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29" y="0"/>
                    <a:pt x="0" y="229"/>
                    <a:pt x="0" y="511"/>
                  </a:cubicBezTo>
                  <a:cubicBezTo>
                    <a:pt x="0" y="792"/>
                    <a:pt x="229" y="1022"/>
                    <a:pt x="511" y="1022"/>
                  </a:cubicBezTo>
                  <a:cubicBezTo>
                    <a:pt x="793" y="1020"/>
                    <a:pt x="1021" y="792"/>
                    <a:pt x="1021" y="511"/>
                  </a:cubicBezTo>
                  <a:cubicBezTo>
                    <a:pt x="1021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EF352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8" name="Google Shape;2088;p21"/>
            <p:cNvSpPr/>
            <p:nvPr/>
          </p:nvSpPr>
          <p:spPr>
            <a:xfrm>
              <a:off x="6003299" y="4585431"/>
              <a:ext cx="385582" cy="1605438"/>
            </a:xfrm>
            <a:custGeom>
              <a:avLst/>
              <a:gdLst/>
              <a:ahLst/>
              <a:cxnLst/>
              <a:rect l="l" t="t" r="r" b="b"/>
              <a:pathLst>
                <a:path w="3098" h="12899" extrusionOk="0">
                  <a:moveTo>
                    <a:pt x="3098" y="1"/>
                  </a:moveTo>
                  <a:lnTo>
                    <a:pt x="0" y="2608"/>
                  </a:lnTo>
                  <a:lnTo>
                    <a:pt x="0" y="12898"/>
                  </a:lnTo>
                  <a:lnTo>
                    <a:pt x="3098" y="12898"/>
                  </a:lnTo>
                  <a:lnTo>
                    <a:pt x="30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89" name="Google Shape;2089;p21"/>
            <p:cNvSpPr/>
            <p:nvPr/>
          </p:nvSpPr>
          <p:spPr>
            <a:xfrm>
              <a:off x="6045366" y="4972505"/>
              <a:ext cx="127200" cy="127201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2" y="0"/>
                  </a:moveTo>
                  <a:cubicBezTo>
                    <a:pt x="230" y="0"/>
                    <a:pt x="1" y="230"/>
                    <a:pt x="1" y="511"/>
                  </a:cubicBezTo>
                  <a:cubicBezTo>
                    <a:pt x="1" y="792"/>
                    <a:pt x="230" y="1021"/>
                    <a:pt x="512" y="1021"/>
                  </a:cubicBezTo>
                  <a:cubicBezTo>
                    <a:pt x="794" y="1021"/>
                    <a:pt x="1021" y="792"/>
                    <a:pt x="1021" y="511"/>
                  </a:cubicBezTo>
                  <a:cubicBezTo>
                    <a:pt x="1021" y="230"/>
                    <a:pt x="793" y="0"/>
                    <a:pt x="5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0" name="Google Shape;2090;p21"/>
            <p:cNvSpPr/>
            <p:nvPr/>
          </p:nvSpPr>
          <p:spPr>
            <a:xfrm>
              <a:off x="6219364" y="4972505"/>
              <a:ext cx="127200" cy="127201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0"/>
                  </a:moveTo>
                  <a:cubicBezTo>
                    <a:pt x="230" y="0"/>
                    <a:pt x="1" y="230"/>
                    <a:pt x="1" y="511"/>
                  </a:cubicBezTo>
                  <a:cubicBezTo>
                    <a:pt x="1" y="792"/>
                    <a:pt x="229" y="1021"/>
                    <a:pt x="511" y="1021"/>
                  </a:cubicBezTo>
                  <a:cubicBezTo>
                    <a:pt x="794" y="1021"/>
                    <a:pt x="1022" y="792"/>
                    <a:pt x="1022" y="511"/>
                  </a:cubicBezTo>
                  <a:cubicBezTo>
                    <a:pt x="1022" y="230"/>
                    <a:pt x="793" y="0"/>
                    <a:pt x="5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1" name="Google Shape;2091;p21"/>
            <p:cNvSpPr/>
            <p:nvPr/>
          </p:nvSpPr>
          <p:spPr>
            <a:xfrm>
              <a:off x="6045366" y="5149862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2" y="1"/>
                  </a:moveTo>
                  <a:cubicBezTo>
                    <a:pt x="230" y="1"/>
                    <a:pt x="1" y="229"/>
                    <a:pt x="1" y="510"/>
                  </a:cubicBezTo>
                  <a:cubicBezTo>
                    <a:pt x="1" y="792"/>
                    <a:pt x="230" y="1021"/>
                    <a:pt x="512" y="1021"/>
                  </a:cubicBezTo>
                  <a:cubicBezTo>
                    <a:pt x="794" y="1021"/>
                    <a:pt x="1021" y="794"/>
                    <a:pt x="1021" y="510"/>
                  </a:cubicBezTo>
                  <a:cubicBezTo>
                    <a:pt x="1021" y="229"/>
                    <a:pt x="793" y="1"/>
                    <a:pt x="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2" name="Google Shape;2092;p21"/>
            <p:cNvSpPr/>
            <p:nvPr/>
          </p:nvSpPr>
          <p:spPr>
            <a:xfrm>
              <a:off x="6219364" y="5149862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1"/>
                  </a:moveTo>
                  <a:cubicBezTo>
                    <a:pt x="230" y="1"/>
                    <a:pt x="1" y="229"/>
                    <a:pt x="1" y="510"/>
                  </a:cubicBezTo>
                  <a:cubicBezTo>
                    <a:pt x="1" y="792"/>
                    <a:pt x="229" y="1021"/>
                    <a:pt x="511" y="1021"/>
                  </a:cubicBezTo>
                  <a:cubicBezTo>
                    <a:pt x="794" y="1021"/>
                    <a:pt x="1022" y="794"/>
                    <a:pt x="1022" y="510"/>
                  </a:cubicBezTo>
                  <a:cubicBezTo>
                    <a:pt x="1022" y="229"/>
                    <a:pt x="793" y="1"/>
                    <a:pt x="5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3" name="Google Shape;2093;p21"/>
            <p:cNvSpPr/>
            <p:nvPr/>
          </p:nvSpPr>
          <p:spPr>
            <a:xfrm>
              <a:off x="6045366" y="5327220"/>
              <a:ext cx="127200" cy="127324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12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793"/>
                    <a:pt x="230" y="1022"/>
                    <a:pt x="512" y="1022"/>
                  </a:cubicBezTo>
                  <a:cubicBezTo>
                    <a:pt x="794" y="1022"/>
                    <a:pt x="1021" y="793"/>
                    <a:pt x="1021" y="511"/>
                  </a:cubicBezTo>
                  <a:cubicBezTo>
                    <a:pt x="1021" y="230"/>
                    <a:pt x="793" y="1"/>
                    <a:pt x="5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4" name="Google Shape;2094;p21"/>
            <p:cNvSpPr/>
            <p:nvPr/>
          </p:nvSpPr>
          <p:spPr>
            <a:xfrm>
              <a:off x="6219364" y="5327220"/>
              <a:ext cx="127200" cy="127324"/>
            </a:xfrm>
            <a:custGeom>
              <a:avLst/>
              <a:gdLst/>
              <a:ahLst/>
              <a:cxnLst/>
              <a:rect l="l" t="t" r="r" b="b"/>
              <a:pathLst>
                <a:path w="1022" h="1023" extrusionOk="0">
                  <a:moveTo>
                    <a:pt x="511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793"/>
                    <a:pt x="229" y="1022"/>
                    <a:pt x="511" y="1022"/>
                  </a:cubicBezTo>
                  <a:cubicBezTo>
                    <a:pt x="794" y="1022"/>
                    <a:pt x="1022" y="793"/>
                    <a:pt x="1022" y="511"/>
                  </a:cubicBezTo>
                  <a:cubicBezTo>
                    <a:pt x="1022" y="230"/>
                    <a:pt x="793" y="1"/>
                    <a:pt x="5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5" name="Google Shape;2095;p21"/>
            <p:cNvSpPr/>
            <p:nvPr/>
          </p:nvSpPr>
          <p:spPr>
            <a:xfrm>
              <a:off x="6045366" y="5504702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2" y="0"/>
                  </a:moveTo>
                  <a:cubicBezTo>
                    <a:pt x="230" y="0"/>
                    <a:pt x="1" y="227"/>
                    <a:pt x="1" y="511"/>
                  </a:cubicBezTo>
                  <a:cubicBezTo>
                    <a:pt x="1" y="792"/>
                    <a:pt x="230" y="1020"/>
                    <a:pt x="512" y="1020"/>
                  </a:cubicBezTo>
                  <a:cubicBezTo>
                    <a:pt x="794" y="1020"/>
                    <a:pt x="1021" y="793"/>
                    <a:pt x="1021" y="511"/>
                  </a:cubicBezTo>
                  <a:cubicBezTo>
                    <a:pt x="1021" y="229"/>
                    <a:pt x="793" y="0"/>
                    <a:pt x="512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6" name="Google Shape;2096;p21"/>
            <p:cNvSpPr/>
            <p:nvPr/>
          </p:nvSpPr>
          <p:spPr>
            <a:xfrm>
              <a:off x="6219364" y="5504702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0"/>
                  </a:moveTo>
                  <a:cubicBezTo>
                    <a:pt x="230" y="0"/>
                    <a:pt x="1" y="227"/>
                    <a:pt x="1" y="511"/>
                  </a:cubicBezTo>
                  <a:cubicBezTo>
                    <a:pt x="1" y="792"/>
                    <a:pt x="229" y="1020"/>
                    <a:pt x="511" y="1020"/>
                  </a:cubicBezTo>
                  <a:cubicBezTo>
                    <a:pt x="794" y="1020"/>
                    <a:pt x="1022" y="793"/>
                    <a:pt x="1022" y="511"/>
                  </a:cubicBezTo>
                  <a:cubicBezTo>
                    <a:pt x="1022" y="229"/>
                    <a:pt x="793" y="0"/>
                    <a:pt x="51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7" name="Google Shape;2097;p21"/>
            <p:cNvSpPr/>
            <p:nvPr/>
          </p:nvSpPr>
          <p:spPr>
            <a:xfrm>
              <a:off x="6045366" y="5682184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2" y="1"/>
                  </a:moveTo>
                  <a:cubicBezTo>
                    <a:pt x="230" y="1"/>
                    <a:pt x="1" y="229"/>
                    <a:pt x="1" y="510"/>
                  </a:cubicBezTo>
                  <a:cubicBezTo>
                    <a:pt x="1" y="791"/>
                    <a:pt x="230" y="1021"/>
                    <a:pt x="512" y="1021"/>
                  </a:cubicBezTo>
                  <a:cubicBezTo>
                    <a:pt x="794" y="1021"/>
                    <a:pt x="1021" y="791"/>
                    <a:pt x="1021" y="510"/>
                  </a:cubicBezTo>
                  <a:cubicBezTo>
                    <a:pt x="1021" y="229"/>
                    <a:pt x="793" y="1"/>
                    <a:pt x="51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8" name="Google Shape;2098;p21"/>
            <p:cNvSpPr/>
            <p:nvPr/>
          </p:nvSpPr>
          <p:spPr>
            <a:xfrm>
              <a:off x="6219364" y="5682184"/>
              <a:ext cx="127200" cy="127076"/>
            </a:xfrm>
            <a:custGeom>
              <a:avLst/>
              <a:gdLst/>
              <a:ahLst/>
              <a:cxnLst/>
              <a:rect l="l" t="t" r="r" b="b"/>
              <a:pathLst>
                <a:path w="1022" h="1021" extrusionOk="0">
                  <a:moveTo>
                    <a:pt x="511" y="1"/>
                  </a:moveTo>
                  <a:cubicBezTo>
                    <a:pt x="230" y="1"/>
                    <a:pt x="1" y="229"/>
                    <a:pt x="1" y="510"/>
                  </a:cubicBezTo>
                  <a:cubicBezTo>
                    <a:pt x="1" y="791"/>
                    <a:pt x="229" y="1021"/>
                    <a:pt x="511" y="1021"/>
                  </a:cubicBezTo>
                  <a:cubicBezTo>
                    <a:pt x="794" y="1021"/>
                    <a:pt x="1022" y="791"/>
                    <a:pt x="1022" y="510"/>
                  </a:cubicBezTo>
                  <a:cubicBezTo>
                    <a:pt x="1022" y="229"/>
                    <a:pt x="793" y="1"/>
                    <a:pt x="5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099" name="Google Shape;2099;p21"/>
            <p:cNvSpPr/>
            <p:nvPr/>
          </p:nvSpPr>
          <p:spPr>
            <a:xfrm>
              <a:off x="6045366" y="5859417"/>
              <a:ext cx="127200" cy="127201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2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793"/>
                    <a:pt x="230" y="1022"/>
                    <a:pt x="512" y="1022"/>
                  </a:cubicBezTo>
                  <a:cubicBezTo>
                    <a:pt x="794" y="1022"/>
                    <a:pt x="1021" y="794"/>
                    <a:pt x="1021" y="511"/>
                  </a:cubicBezTo>
                  <a:cubicBezTo>
                    <a:pt x="1021" y="230"/>
                    <a:pt x="793" y="1"/>
                    <a:pt x="512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0" name="Google Shape;2100;p21"/>
            <p:cNvSpPr/>
            <p:nvPr/>
          </p:nvSpPr>
          <p:spPr>
            <a:xfrm>
              <a:off x="6219364" y="5859417"/>
              <a:ext cx="127200" cy="127201"/>
            </a:xfrm>
            <a:custGeom>
              <a:avLst/>
              <a:gdLst/>
              <a:ahLst/>
              <a:cxnLst/>
              <a:rect l="l" t="t" r="r" b="b"/>
              <a:pathLst>
                <a:path w="1022" h="1022" extrusionOk="0">
                  <a:moveTo>
                    <a:pt x="511" y="1"/>
                  </a:moveTo>
                  <a:cubicBezTo>
                    <a:pt x="230" y="1"/>
                    <a:pt x="1" y="230"/>
                    <a:pt x="1" y="511"/>
                  </a:cubicBezTo>
                  <a:cubicBezTo>
                    <a:pt x="1" y="793"/>
                    <a:pt x="229" y="1022"/>
                    <a:pt x="511" y="1022"/>
                  </a:cubicBezTo>
                  <a:cubicBezTo>
                    <a:pt x="794" y="1022"/>
                    <a:pt x="1022" y="794"/>
                    <a:pt x="1022" y="511"/>
                  </a:cubicBezTo>
                  <a:cubicBezTo>
                    <a:pt x="1022" y="230"/>
                    <a:pt x="793" y="1"/>
                    <a:pt x="51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1" name="Google Shape;2101;p21"/>
            <p:cNvSpPr/>
            <p:nvPr/>
          </p:nvSpPr>
          <p:spPr>
            <a:xfrm>
              <a:off x="6388756" y="4585431"/>
              <a:ext cx="385833" cy="1605438"/>
            </a:xfrm>
            <a:custGeom>
              <a:avLst/>
              <a:gdLst/>
              <a:ahLst/>
              <a:cxnLst/>
              <a:rect l="l" t="t" r="r" b="b"/>
              <a:pathLst>
                <a:path w="3100" h="12899" extrusionOk="0">
                  <a:moveTo>
                    <a:pt x="3100" y="1"/>
                  </a:moveTo>
                  <a:lnTo>
                    <a:pt x="1" y="2608"/>
                  </a:lnTo>
                  <a:lnTo>
                    <a:pt x="1" y="12898"/>
                  </a:lnTo>
                  <a:lnTo>
                    <a:pt x="3100" y="12898"/>
                  </a:lnTo>
                  <a:lnTo>
                    <a:pt x="310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2" name="Google Shape;2102;p21"/>
            <p:cNvSpPr/>
            <p:nvPr/>
          </p:nvSpPr>
          <p:spPr>
            <a:xfrm>
              <a:off x="6409290" y="5029634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3" name="Google Shape;2103;p21"/>
            <p:cNvSpPr/>
            <p:nvPr/>
          </p:nvSpPr>
          <p:spPr>
            <a:xfrm>
              <a:off x="6483470" y="5029634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4" name="Google Shape;2104;p21"/>
            <p:cNvSpPr/>
            <p:nvPr/>
          </p:nvSpPr>
          <p:spPr>
            <a:xfrm>
              <a:off x="6557648" y="5029634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5" name="Google Shape;2105;p21"/>
            <p:cNvSpPr/>
            <p:nvPr/>
          </p:nvSpPr>
          <p:spPr>
            <a:xfrm>
              <a:off x="6631828" y="5029634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6" name="Google Shape;2106;p21"/>
            <p:cNvSpPr/>
            <p:nvPr/>
          </p:nvSpPr>
          <p:spPr>
            <a:xfrm>
              <a:off x="6705883" y="5029634"/>
              <a:ext cx="47918" cy="114380"/>
            </a:xfrm>
            <a:custGeom>
              <a:avLst/>
              <a:gdLst/>
              <a:ahLst/>
              <a:cxnLst/>
              <a:rect l="l" t="t" r="r" b="b"/>
              <a:pathLst>
                <a:path w="385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7" name="Google Shape;2107;p21"/>
            <p:cNvSpPr/>
            <p:nvPr/>
          </p:nvSpPr>
          <p:spPr>
            <a:xfrm>
              <a:off x="6409290" y="5175999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0"/>
                  </a:moveTo>
                  <a:lnTo>
                    <a:pt x="0" y="918"/>
                  </a:lnTo>
                  <a:lnTo>
                    <a:pt x="386" y="918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8" name="Google Shape;2108;p21"/>
            <p:cNvSpPr/>
            <p:nvPr/>
          </p:nvSpPr>
          <p:spPr>
            <a:xfrm>
              <a:off x="6483470" y="5175999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0"/>
                  </a:moveTo>
                  <a:lnTo>
                    <a:pt x="1" y="918"/>
                  </a:lnTo>
                  <a:lnTo>
                    <a:pt x="385" y="918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09" name="Google Shape;2109;p21"/>
            <p:cNvSpPr/>
            <p:nvPr/>
          </p:nvSpPr>
          <p:spPr>
            <a:xfrm>
              <a:off x="6557648" y="5175999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0"/>
                  </a:moveTo>
                  <a:lnTo>
                    <a:pt x="0" y="918"/>
                  </a:lnTo>
                  <a:lnTo>
                    <a:pt x="386" y="918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0" name="Google Shape;2110;p21"/>
            <p:cNvSpPr/>
            <p:nvPr/>
          </p:nvSpPr>
          <p:spPr>
            <a:xfrm>
              <a:off x="6631828" y="5175999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0"/>
                  </a:moveTo>
                  <a:lnTo>
                    <a:pt x="1" y="918"/>
                  </a:lnTo>
                  <a:lnTo>
                    <a:pt x="385" y="918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1" name="Google Shape;2111;p21"/>
            <p:cNvSpPr/>
            <p:nvPr/>
          </p:nvSpPr>
          <p:spPr>
            <a:xfrm>
              <a:off x="6705883" y="5175999"/>
              <a:ext cx="47918" cy="114380"/>
            </a:xfrm>
            <a:custGeom>
              <a:avLst/>
              <a:gdLst/>
              <a:ahLst/>
              <a:cxnLst/>
              <a:rect l="l" t="t" r="r" b="b"/>
              <a:pathLst>
                <a:path w="385" h="919" extrusionOk="0">
                  <a:moveTo>
                    <a:pt x="0" y="0"/>
                  </a:moveTo>
                  <a:lnTo>
                    <a:pt x="0" y="918"/>
                  </a:lnTo>
                  <a:lnTo>
                    <a:pt x="385" y="918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2" name="Google Shape;2112;p21"/>
            <p:cNvSpPr/>
            <p:nvPr/>
          </p:nvSpPr>
          <p:spPr>
            <a:xfrm>
              <a:off x="6409290" y="5321992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1"/>
                  </a:moveTo>
                  <a:lnTo>
                    <a:pt x="0" y="920"/>
                  </a:lnTo>
                  <a:lnTo>
                    <a:pt x="386" y="920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3" name="Google Shape;2113;p21"/>
            <p:cNvSpPr/>
            <p:nvPr/>
          </p:nvSpPr>
          <p:spPr>
            <a:xfrm>
              <a:off x="6483470" y="5321992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1"/>
                  </a:moveTo>
                  <a:lnTo>
                    <a:pt x="1" y="920"/>
                  </a:lnTo>
                  <a:lnTo>
                    <a:pt x="385" y="920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4" name="Google Shape;2114;p21"/>
            <p:cNvSpPr/>
            <p:nvPr/>
          </p:nvSpPr>
          <p:spPr>
            <a:xfrm>
              <a:off x="6557648" y="5321992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1"/>
                  </a:moveTo>
                  <a:lnTo>
                    <a:pt x="0" y="920"/>
                  </a:lnTo>
                  <a:lnTo>
                    <a:pt x="386" y="920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5" name="Google Shape;2115;p21"/>
            <p:cNvSpPr/>
            <p:nvPr/>
          </p:nvSpPr>
          <p:spPr>
            <a:xfrm>
              <a:off x="6631828" y="5321992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1"/>
                  </a:moveTo>
                  <a:lnTo>
                    <a:pt x="1" y="920"/>
                  </a:lnTo>
                  <a:lnTo>
                    <a:pt x="385" y="920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6" name="Google Shape;2116;p21"/>
            <p:cNvSpPr/>
            <p:nvPr/>
          </p:nvSpPr>
          <p:spPr>
            <a:xfrm>
              <a:off x="6705883" y="5321992"/>
              <a:ext cx="47918" cy="114505"/>
            </a:xfrm>
            <a:custGeom>
              <a:avLst/>
              <a:gdLst/>
              <a:ahLst/>
              <a:cxnLst/>
              <a:rect l="l" t="t" r="r" b="b"/>
              <a:pathLst>
                <a:path w="385" h="920" extrusionOk="0">
                  <a:moveTo>
                    <a:pt x="0" y="1"/>
                  </a:moveTo>
                  <a:lnTo>
                    <a:pt x="0" y="920"/>
                  </a:lnTo>
                  <a:lnTo>
                    <a:pt x="385" y="920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7" name="Google Shape;2117;p21"/>
            <p:cNvSpPr/>
            <p:nvPr/>
          </p:nvSpPr>
          <p:spPr>
            <a:xfrm>
              <a:off x="6409290" y="5468359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8"/>
                  </a:lnTo>
                  <a:lnTo>
                    <a:pt x="386" y="918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8" name="Google Shape;2118;p21"/>
            <p:cNvSpPr/>
            <p:nvPr/>
          </p:nvSpPr>
          <p:spPr>
            <a:xfrm>
              <a:off x="6483470" y="5468359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8"/>
                  </a:lnTo>
                  <a:lnTo>
                    <a:pt x="385" y="918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19" name="Google Shape;2119;p21"/>
            <p:cNvSpPr/>
            <p:nvPr/>
          </p:nvSpPr>
          <p:spPr>
            <a:xfrm>
              <a:off x="6557648" y="5468359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8"/>
                  </a:lnTo>
                  <a:lnTo>
                    <a:pt x="386" y="918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0" name="Google Shape;2120;p21"/>
            <p:cNvSpPr/>
            <p:nvPr/>
          </p:nvSpPr>
          <p:spPr>
            <a:xfrm>
              <a:off x="6631828" y="5468359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8"/>
                  </a:lnTo>
                  <a:lnTo>
                    <a:pt x="385" y="918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1" name="Google Shape;2121;p21"/>
            <p:cNvSpPr/>
            <p:nvPr/>
          </p:nvSpPr>
          <p:spPr>
            <a:xfrm>
              <a:off x="6705883" y="5468359"/>
              <a:ext cx="47918" cy="114380"/>
            </a:xfrm>
            <a:custGeom>
              <a:avLst/>
              <a:gdLst/>
              <a:ahLst/>
              <a:cxnLst/>
              <a:rect l="l" t="t" r="r" b="b"/>
              <a:pathLst>
                <a:path w="385" h="919" extrusionOk="0">
                  <a:moveTo>
                    <a:pt x="0" y="1"/>
                  </a:moveTo>
                  <a:lnTo>
                    <a:pt x="0" y="918"/>
                  </a:lnTo>
                  <a:lnTo>
                    <a:pt x="385" y="918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2" name="Google Shape;2122;p21"/>
            <p:cNvSpPr/>
            <p:nvPr/>
          </p:nvSpPr>
          <p:spPr>
            <a:xfrm>
              <a:off x="6409290" y="5614477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3" name="Google Shape;2123;p21"/>
            <p:cNvSpPr/>
            <p:nvPr/>
          </p:nvSpPr>
          <p:spPr>
            <a:xfrm>
              <a:off x="6483470" y="5614477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0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4" name="Google Shape;2124;p21"/>
            <p:cNvSpPr/>
            <p:nvPr/>
          </p:nvSpPr>
          <p:spPr>
            <a:xfrm>
              <a:off x="6557648" y="5614477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5" name="Google Shape;2125;p21"/>
            <p:cNvSpPr/>
            <p:nvPr/>
          </p:nvSpPr>
          <p:spPr>
            <a:xfrm>
              <a:off x="6631828" y="5614477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0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6" name="Google Shape;2126;p21"/>
            <p:cNvSpPr/>
            <p:nvPr/>
          </p:nvSpPr>
          <p:spPr>
            <a:xfrm>
              <a:off x="6705883" y="5614477"/>
              <a:ext cx="47918" cy="114505"/>
            </a:xfrm>
            <a:custGeom>
              <a:avLst/>
              <a:gdLst/>
              <a:ahLst/>
              <a:cxnLst/>
              <a:rect l="l" t="t" r="r" b="b"/>
              <a:pathLst>
                <a:path w="385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7" name="Google Shape;2127;p21"/>
            <p:cNvSpPr/>
            <p:nvPr/>
          </p:nvSpPr>
          <p:spPr>
            <a:xfrm>
              <a:off x="6409290" y="5760720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8" name="Google Shape;2128;p21"/>
            <p:cNvSpPr/>
            <p:nvPr/>
          </p:nvSpPr>
          <p:spPr>
            <a:xfrm>
              <a:off x="6483470" y="5760720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29" name="Google Shape;2129;p21"/>
            <p:cNvSpPr/>
            <p:nvPr/>
          </p:nvSpPr>
          <p:spPr>
            <a:xfrm>
              <a:off x="6557648" y="5760720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0" name="Google Shape;2130;p21"/>
            <p:cNvSpPr/>
            <p:nvPr/>
          </p:nvSpPr>
          <p:spPr>
            <a:xfrm>
              <a:off x="6631828" y="5760720"/>
              <a:ext cx="48041" cy="114380"/>
            </a:xfrm>
            <a:custGeom>
              <a:avLst/>
              <a:gdLst/>
              <a:ahLst/>
              <a:cxnLst/>
              <a:rect l="l" t="t" r="r" b="b"/>
              <a:pathLst>
                <a:path w="386" h="919" extrusionOk="0">
                  <a:moveTo>
                    <a:pt x="1" y="1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1" name="Google Shape;2131;p21"/>
            <p:cNvSpPr/>
            <p:nvPr/>
          </p:nvSpPr>
          <p:spPr>
            <a:xfrm>
              <a:off x="6705883" y="5760720"/>
              <a:ext cx="47918" cy="114380"/>
            </a:xfrm>
            <a:custGeom>
              <a:avLst/>
              <a:gdLst/>
              <a:ahLst/>
              <a:cxnLst/>
              <a:rect l="l" t="t" r="r" b="b"/>
              <a:pathLst>
                <a:path w="385" h="919" extrusionOk="0">
                  <a:moveTo>
                    <a:pt x="0" y="1"/>
                  </a:moveTo>
                  <a:lnTo>
                    <a:pt x="0" y="919"/>
                  </a:lnTo>
                  <a:lnTo>
                    <a:pt x="385" y="91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2" name="Google Shape;2132;p21"/>
            <p:cNvSpPr/>
            <p:nvPr/>
          </p:nvSpPr>
          <p:spPr>
            <a:xfrm>
              <a:off x="6409290" y="5906835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3" name="Google Shape;2133;p21"/>
            <p:cNvSpPr/>
            <p:nvPr/>
          </p:nvSpPr>
          <p:spPr>
            <a:xfrm>
              <a:off x="6483470" y="5906835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0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4" name="Google Shape;2134;p21"/>
            <p:cNvSpPr/>
            <p:nvPr/>
          </p:nvSpPr>
          <p:spPr>
            <a:xfrm>
              <a:off x="6557648" y="5906835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6" y="919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5" name="Google Shape;2135;p21"/>
            <p:cNvSpPr/>
            <p:nvPr/>
          </p:nvSpPr>
          <p:spPr>
            <a:xfrm>
              <a:off x="6631828" y="5906835"/>
              <a:ext cx="48041" cy="114505"/>
            </a:xfrm>
            <a:custGeom>
              <a:avLst/>
              <a:gdLst/>
              <a:ahLst/>
              <a:cxnLst/>
              <a:rect l="l" t="t" r="r" b="b"/>
              <a:pathLst>
                <a:path w="386" h="920" extrusionOk="0">
                  <a:moveTo>
                    <a:pt x="1" y="0"/>
                  </a:moveTo>
                  <a:lnTo>
                    <a:pt x="1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6" name="Google Shape;2136;p21"/>
            <p:cNvSpPr/>
            <p:nvPr/>
          </p:nvSpPr>
          <p:spPr>
            <a:xfrm>
              <a:off x="6705883" y="5906835"/>
              <a:ext cx="47918" cy="114505"/>
            </a:xfrm>
            <a:custGeom>
              <a:avLst/>
              <a:gdLst/>
              <a:ahLst/>
              <a:cxnLst/>
              <a:rect l="l" t="t" r="r" b="b"/>
              <a:pathLst>
                <a:path w="385" h="920" extrusionOk="0">
                  <a:moveTo>
                    <a:pt x="0" y="0"/>
                  </a:moveTo>
                  <a:lnTo>
                    <a:pt x="0" y="919"/>
                  </a:lnTo>
                  <a:lnTo>
                    <a:pt x="385" y="91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7" name="Google Shape;2137;p21"/>
            <p:cNvSpPr/>
            <p:nvPr/>
          </p:nvSpPr>
          <p:spPr>
            <a:xfrm>
              <a:off x="4866470" y="3783777"/>
              <a:ext cx="524858" cy="2410459"/>
            </a:xfrm>
            <a:custGeom>
              <a:avLst/>
              <a:gdLst/>
              <a:ahLst/>
              <a:cxnLst/>
              <a:rect l="l" t="t" r="r" b="b"/>
              <a:pathLst>
                <a:path w="4217" h="19367" extrusionOk="0">
                  <a:moveTo>
                    <a:pt x="0" y="1"/>
                  </a:moveTo>
                  <a:lnTo>
                    <a:pt x="0" y="19367"/>
                  </a:lnTo>
                  <a:lnTo>
                    <a:pt x="4217" y="19367"/>
                  </a:lnTo>
                  <a:lnTo>
                    <a:pt x="42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8" name="Google Shape;2138;p21"/>
            <p:cNvSpPr/>
            <p:nvPr/>
          </p:nvSpPr>
          <p:spPr>
            <a:xfrm>
              <a:off x="4919491" y="3851608"/>
              <a:ext cx="418939" cy="26138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39" name="Google Shape;2139;p21"/>
            <p:cNvSpPr/>
            <p:nvPr/>
          </p:nvSpPr>
          <p:spPr>
            <a:xfrm>
              <a:off x="4919491" y="3943584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0" name="Google Shape;2140;p21"/>
            <p:cNvSpPr/>
            <p:nvPr/>
          </p:nvSpPr>
          <p:spPr>
            <a:xfrm>
              <a:off x="4919491" y="4035935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1" name="Google Shape;2141;p21"/>
            <p:cNvSpPr/>
            <p:nvPr/>
          </p:nvSpPr>
          <p:spPr>
            <a:xfrm>
              <a:off x="4919491" y="4128160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2" name="Google Shape;2142;p21"/>
            <p:cNvSpPr/>
            <p:nvPr/>
          </p:nvSpPr>
          <p:spPr>
            <a:xfrm>
              <a:off x="4919491" y="4220385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3" name="Google Shape;2143;p21"/>
            <p:cNvSpPr/>
            <p:nvPr/>
          </p:nvSpPr>
          <p:spPr>
            <a:xfrm>
              <a:off x="4919491" y="4312613"/>
              <a:ext cx="418939" cy="26013"/>
            </a:xfrm>
            <a:custGeom>
              <a:avLst/>
              <a:gdLst/>
              <a:ahLst/>
              <a:cxnLst/>
              <a:rect l="l" t="t" r="r" b="b"/>
              <a:pathLst>
                <a:path w="3366" h="209" extrusionOk="0">
                  <a:moveTo>
                    <a:pt x="1" y="0"/>
                  </a:moveTo>
                  <a:lnTo>
                    <a:pt x="1" y="209"/>
                  </a:lnTo>
                  <a:lnTo>
                    <a:pt x="3365" y="209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4" name="Google Shape;2144;p21"/>
            <p:cNvSpPr/>
            <p:nvPr/>
          </p:nvSpPr>
          <p:spPr>
            <a:xfrm>
              <a:off x="4919491" y="4404589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5" name="Google Shape;2145;p21"/>
            <p:cNvSpPr/>
            <p:nvPr/>
          </p:nvSpPr>
          <p:spPr>
            <a:xfrm>
              <a:off x="4919491" y="4496939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6" name="Google Shape;2146;p21"/>
            <p:cNvSpPr/>
            <p:nvPr/>
          </p:nvSpPr>
          <p:spPr>
            <a:xfrm>
              <a:off x="4919491" y="4589165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7" name="Google Shape;2147;p21"/>
            <p:cNvSpPr/>
            <p:nvPr/>
          </p:nvSpPr>
          <p:spPr>
            <a:xfrm>
              <a:off x="4919491" y="4681389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8" name="Google Shape;2148;p21"/>
            <p:cNvSpPr/>
            <p:nvPr/>
          </p:nvSpPr>
          <p:spPr>
            <a:xfrm>
              <a:off x="4919491" y="4773492"/>
              <a:ext cx="418939" cy="26138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49" name="Google Shape;2149;p21"/>
            <p:cNvSpPr/>
            <p:nvPr/>
          </p:nvSpPr>
          <p:spPr>
            <a:xfrm>
              <a:off x="4919491" y="4865718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0" name="Google Shape;2150;p21"/>
            <p:cNvSpPr/>
            <p:nvPr/>
          </p:nvSpPr>
          <p:spPr>
            <a:xfrm>
              <a:off x="4919491" y="4957943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1" name="Google Shape;2151;p21"/>
            <p:cNvSpPr/>
            <p:nvPr/>
          </p:nvSpPr>
          <p:spPr>
            <a:xfrm>
              <a:off x="4919491" y="5050169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2" name="Google Shape;2152;p21"/>
            <p:cNvSpPr/>
            <p:nvPr/>
          </p:nvSpPr>
          <p:spPr>
            <a:xfrm>
              <a:off x="4919491" y="5142396"/>
              <a:ext cx="418939" cy="26138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3" name="Google Shape;2153;p21"/>
            <p:cNvSpPr/>
            <p:nvPr/>
          </p:nvSpPr>
          <p:spPr>
            <a:xfrm>
              <a:off x="4919491" y="5234745"/>
              <a:ext cx="418939" cy="26138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4" name="Google Shape;2154;p21"/>
            <p:cNvSpPr/>
            <p:nvPr/>
          </p:nvSpPr>
          <p:spPr>
            <a:xfrm>
              <a:off x="4919491" y="5326847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5" name="Google Shape;2155;p21"/>
            <p:cNvSpPr/>
            <p:nvPr/>
          </p:nvSpPr>
          <p:spPr>
            <a:xfrm>
              <a:off x="4919491" y="5418948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6" name="Google Shape;2156;p21"/>
            <p:cNvSpPr/>
            <p:nvPr/>
          </p:nvSpPr>
          <p:spPr>
            <a:xfrm>
              <a:off x="4919491" y="5511175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7" name="Google Shape;2157;p21"/>
            <p:cNvSpPr/>
            <p:nvPr/>
          </p:nvSpPr>
          <p:spPr>
            <a:xfrm>
              <a:off x="4919491" y="5603525"/>
              <a:ext cx="418939" cy="26138"/>
            </a:xfrm>
            <a:custGeom>
              <a:avLst/>
              <a:gdLst/>
              <a:ahLst/>
              <a:cxnLst/>
              <a:rect l="l" t="t" r="r" b="b"/>
              <a:pathLst>
                <a:path w="3366" h="210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8" name="Google Shape;2158;p21"/>
            <p:cNvSpPr/>
            <p:nvPr/>
          </p:nvSpPr>
          <p:spPr>
            <a:xfrm>
              <a:off x="4919491" y="5695626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59" name="Google Shape;2159;p21"/>
            <p:cNvSpPr/>
            <p:nvPr/>
          </p:nvSpPr>
          <p:spPr>
            <a:xfrm>
              <a:off x="4919491" y="5787727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1"/>
                  </a:lnTo>
                  <a:lnTo>
                    <a:pt x="3365" y="211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0" name="Google Shape;2160;p21"/>
            <p:cNvSpPr/>
            <p:nvPr/>
          </p:nvSpPr>
          <p:spPr>
            <a:xfrm>
              <a:off x="4919491" y="5879952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1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1" name="Google Shape;2161;p21"/>
            <p:cNvSpPr/>
            <p:nvPr/>
          </p:nvSpPr>
          <p:spPr>
            <a:xfrm>
              <a:off x="4919491" y="5972179"/>
              <a:ext cx="418939" cy="26261"/>
            </a:xfrm>
            <a:custGeom>
              <a:avLst/>
              <a:gdLst/>
              <a:ahLst/>
              <a:cxnLst/>
              <a:rect l="l" t="t" r="r" b="b"/>
              <a:pathLst>
                <a:path w="3366" h="211" extrusionOk="0">
                  <a:moveTo>
                    <a:pt x="1" y="0"/>
                  </a:moveTo>
                  <a:lnTo>
                    <a:pt x="1" y="210"/>
                  </a:lnTo>
                  <a:lnTo>
                    <a:pt x="3365" y="210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rgbClr val="FCD07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2" name="Google Shape;2162;p21"/>
            <p:cNvSpPr/>
            <p:nvPr/>
          </p:nvSpPr>
          <p:spPr>
            <a:xfrm>
              <a:off x="5391821" y="4557428"/>
              <a:ext cx="525105" cy="1636803"/>
            </a:xfrm>
            <a:custGeom>
              <a:avLst/>
              <a:gdLst/>
              <a:ahLst/>
              <a:cxnLst/>
              <a:rect l="l" t="t" r="r" b="b"/>
              <a:pathLst>
                <a:path w="4219" h="13151" extrusionOk="0">
                  <a:moveTo>
                    <a:pt x="1" y="1"/>
                  </a:moveTo>
                  <a:lnTo>
                    <a:pt x="1" y="13151"/>
                  </a:lnTo>
                  <a:lnTo>
                    <a:pt x="4219" y="13151"/>
                  </a:lnTo>
                  <a:lnTo>
                    <a:pt x="42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3" name="Google Shape;2163;p21"/>
            <p:cNvSpPr/>
            <p:nvPr/>
          </p:nvSpPr>
          <p:spPr>
            <a:xfrm>
              <a:off x="5508815" y="4330658"/>
              <a:ext cx="291241" cy="453540"/>
            </a:xfrm>
            <a:custGeom>
              <a:avLst/>
              <a:gdLst/>
              <a:ahLst/>
              <a:cxnLst/>
              <a:rect l="l" t="t" r="r" b="b"/>
              <a:pathLst>
                <a:path w="2340" h="3644" extrusionOk="0">
                  <a:moveTo>
                    <a:pt x="1170" y="0"/>
                  </a:moveTo>
                  <a:lnTo>
                    <a:pt x="0" y="1034"/>
                  </a:lnTo>
                  <a:lnTo>
                    <a:pt x="0" y="3644"/>
                  </a:lnTo>
                  <a:lnTo>
                    <a:pt x="2339" y="3644"/>
                  </a:lnTo>
                  <a:lnTo>
                    <a:pt x="2339" y="1034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4" name="Google Shape;2164;p21"/>
            <p:cNvSpPr/>
            <p:nvPr/>
          </p:nvSpPr>
          <p:spPr>
            <a:xfrm>
              <a:off x="5578886" y="4462464"/>
              <a:ext cx="52400" cy="122969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5" name="Google Shape;2165;p21"/>
            <p:cNvSpPr/>
            <p:nvPr/>
          </p:nvSpPr>
          <p:spPr>
            <a:xfrm>
              <a:off x="5677582" y="4462464"/>
              <a:ext cx="52400" cy="122969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6" name="Google Shape;2166;p21"/>
            <p:cNvSpPr/>
            <p:nvPr/>
          </p:nvSpPr>
          <p:spPr>
            <a:xfrm>
              <a:off x="5481060" y="4661228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7" name="Google Shape;2167;p21"/>
            <p:cNvSpPr/>
            <p:nvPr/>
          </p:nvSpPr>
          <p:spPr>
            <a:xfrm>
              <a:off x="5579633" y="4661228"/>
              <a:ext cx="52400" cy="122969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8" name="Google Shape;2168;p21"/>
            <p:cNvSpPr/>
            <p:nvPr/>
          </p:nvSpPr>
          <p:spPr>
            <a:xfrm>
              <a:off x="5676587" y="4661228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69" name="Google Shape;2169;p21"/>
            <p:cNvSpPr/>
            <p:nvPr/>
          </p:nvSpPr>
          <p:spPr>
            <a:xfrm>
              <a:off x="5775285" y="4661228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0" name="Google Shape;2170;p21"/>
            <p:cNvSpPr/>
            <p:nvPr/>
          </p:nvSpPr>
          <p:spPr>
            <a:xfrm>
              <a:off x="5481060" y="4830495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1" name="Google Shape;2171;p21"/>
            <p:cNvSpPr/>
            <p:nvPr/>
          </p:nvSpPr>
          <p:spPr>
            <a:xfrm>
              <a:off x="5579633" y="4830495"/>
              <a:ext cx="52400" cy="122969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2" name="Google Shape;2172;p21"/>
            <p:cNvSpPr/>
            <p:nvPr/>
          </p:nvSpPr>
          <p:spPr>
            <a:xfrm>
              <a:off x="5676587" y="4830495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3" name="Google Shape;2173;p21"/>
            <p:cNvSpPr/>
            <p:nvPr/>
          </p:nvSpPr>
          <p:spPr>
            <a:xfrm>
              <a:off x="5775285" y="4830495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4" name="Google Shape;2174;p21"/>
            <p:cNvSpPr/>
            <p:nvPr/>
          </p:nvSpPr>
          <p:spPr>
            <a:xfrm>
              <a:off x="5481060" y="4999763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5" name="Google Shape;2175;p21"/>
            <p:cNvSpPr/>
            <p:nvPr/>
          </p:nvSpPr>
          <p:spPr>
            <a:xfrm>
              <a:off x="5579633" y="4999763"/>
              <a:ext cx="52400" cy="122969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6" name="Google Shape;2176;p21"/>
            <p:cNvSpPr/>
            <p:nvPr/>
          </p:nvSpPr>
          <p:spPr>
            <a:xfrm>
              <a:off x="5676587" y="4999763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7" name="Google Shape;2177;p21"/>
            <p:cNvSpPr/>
            <p:nvPr/>
          </p:nvSpPr>
          <p:spPr>
            <a:xfrm>
              <a:off x="5775285" y="4999763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8" name="Google Shape;2178;p21"/>
            <p:cNvSpPr/>
            <p:nvPr/>
          </p:nvSpPr>
          <p:spPr>
            <a:xfrm>
              <a:off x="5481060" y="5169030"/>
              <a:ext cx="52523" cy="122844"/>
            </a:xfrm>
            <a:custGeom>
              <a:avLst/>
              <a:gdLst/>
              <a:ahLst/>
              <a:cxnLst/>
              <a:rect l="l" t="t" r="r" b="b"/>
              <a:pathLst>
                <a:path w="422" h="987" extrusionOk="0">
                  <a:moveTo>
                    <a:pt x="0" y="0"/>
                  </a:moveTo>
                  <a:lnTo>
                    <a:pt x="0" y="986"/>
                  </a:lnTo>
                  <a:lnTo>
                    <a:pt x="422" y="986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79" name="Google Shape;2179;p21"/>
            <p:cNvSpPr/>
            <p:nvPr/>
          </p:nvSpPr>
          <p:spPr>
            <a:xfrm>
              <a:off x="5579633" y="5169030"/>
              <a:ext cx="52400" cy="122844"/>
            </a:xfrm>
            <a:custGeom>
              <a:avLst/>
              <a:gdLst/>
              <a:ahLst/>
              <a:cxnLst/>
              <a:rect l="l" t="t" r="r" b="b"/>
              <a:pathLst>
                <a:path w="421" h="987" extrusionOk="0">
                  <a:moveTo>
                    <a:pt x="0" y="0"/>
                  </a:moveTo>
                  <a:lnTo>
                    <a:pt x="0" y="986"/>
                  </a:lnTo>
                  <a:lnTo>
                    <a:pt x="421" y="986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0" name="Google Shape;2180;p21"/>
            <p:cNvSpPr/>
            <p:nvPr/>
          </p:nvSpPr>
          <p:spPr>
            <a:xfrm>
              <a:off x="5676587" y="5169030"/>
              <a:ext cx="52523" cy="122844"/>
            </a:xfrm>
            <a:custGeom>
              <a:avLst/>
              <a:gdLst/>
              <a:ahLst/>
              <a:cxnLst/>
              <a:rect l="l" t="t" r="r" b="b"/>
              <a:pathLst>
                <a:path w="422" h="987" extrusionOk="0">
                  <a:moveTo>
                    <a:pt x="1" y="0"/>
                  </a:moveTo>
                  <a:lnTo>
                    <a:pt x="1" y="986"/>
                  </a:lnTo>
                  <a:lnTo>
                    <a:pt x="421" y="986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1" name="Google Shape;2181;p21"/>
            <p:cNvSpPr/>
            <p:nvPr/>
          </p:nvSpPr>
          <p:spPr>
            <a:xfrm>
              <a:off x="5775285" y="5169030"/>
              <a:ext cx="52523" cy="122844"/>
            </a:xfrm>
            <a:custGeom>
              <a:avLst/>
              <a:gdLst/>
              <a:ahLst/>
              <a:cxnLst/>
              <a:rect l="l" t="t" r="r" b="b"/>
              <a:pathLst>
                <a:path w="422" h="987" extrusionOk="0">
                  <a:moveTo>
                    <a:pt x="1" y="0"/>
                  </a:moveTo>
                  <a:lnTo>
                    <a:pt x="1" y="986"/>
                  </a:lnTo>
                  <a:lnTo>
                    <a:pt x="421" y="986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2" name="Google Shape;2182;p21"/>
            <p:cNvSpPr/>
            <p:nvPr/>
          </p:nvSpPr>
          <p:spPr>
            <a:xfrm>
              <a:off x="5481060" y="5338048"/>
              <a:ext cx="52523" cy="123094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3" name="Google Shape;2183;p21"/>
            <p:cNvSpPr/>
            <p:nvPr/>
          </p:nvSpPr>
          <p:spPr>
            <a:xfrm>
              <a:off x="5579633" y="5338048"/>
              <a:ext cx="52400" cy="123094"/>
            </a:xfrm>
            <a:custGeom>
              <a:avLst/>
              <a:gdLst/>
              <a:ahLst/>
              <a:cxnLst/>
              <a:rect l="l" t="t" r="r" b="b"/>
              <a:pathLst>
                <a:path w="421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4" name="Google Shape;2184;p21"/>
            <p:cNvSpPr/>
            <p:nvPr/>
          </p:nvSpPr>
          <p:spPr>
            <a:xfrm>
              <a:off x="5676587" y="5338048"/>
              <a:ext cx="52523" cy="123094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5" name="Google Shape;2185;p21"/>
            <p:cNvSpPr/>
            <p:nvPr/>
          </p:nvSpPr>
          <p:spPr>
            <a:xfrm>
              <a:off x="5775285" y="5338048"/>
              <a:ext cx="52523" cy="123094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6" name="Google Shape;2186;p21"/>
            <p:cNvSpPr/>
            <p:nvPr/>
          </p:nvSpPr>
          <p:spPr>
            <a:xfrm>
              <a:off x="5481060" y="5507316"/>
              <a:ext cx="52523" cy="123094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7" name="Google Shape;2187;p21"/>
            <p:cNvSpPr/>
            <p:nvPr/>
          </p:nvSpPr>
          <p:spPr>
            <a:xfrm>
              <a:off x="5579633" y="5507316"/>
              <a:ext cx="52400" cy="123094"/>
            </a:xfrm>
            <a:custGeom>
              <a:avLst/>
              <a:gdLst/>
              <a:ahLst/>
              <a:cxnLst/>
              <a:rect l="l" t="t" r="r" b="b"/>
              <a:pathLst>
                <a:path w="421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8" name="Google Shape;2188;p21"/>
            <p:cNvSpPr/>
            <p:nvPr/>
          </p:nvSpPr>
          <p:spPr>
            <a:xfrm>
              <a:off x="5676587" y="5507316"/>
              <a:ext cx="52523" cy="123094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89" name="Google Shape;2189;p21"/>
            <p:cNvSpPr/>
            <p:nvPr/>
          </p:nvSpPr>
          <p:spPr>
            <a:xfrm>
              <a:off x="5775285" y="5507316"/>
              <a:ext cx="52523" cy="123094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0" name="Google Shape;2190;p21"/>
            <p:cNvSpPr/>
            <p:nvPr/>
          </p:nvSpPr>
          <p:spPr>
            <a:xfrm>
              <a:off x="5481060" y="5676583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1" name="Google Shape;2191;p21"/>
            <p:cNvSpPr/>
            <p:nvPr/>
          </p:nvSpPr>
          <p:spPr>
            <a:xfrm>
              <a:off x="5579633" y="5676583"/>
              <a:ext cx="52400" cy="122969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2" name="Google Shape;2192;p21"/>
            <p:cNvSpPr/>
            <p:nvPr/>
          </p:nvSpPr>
          <p:spPr>
            <a:xfrm>
              <a:off x="5676587" y="5676583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3" name="Google Shape;2193;p21"/>
            <p:cNvSpPr/>
            <p:nvPr/>
          </p:nvSpPr>
          <p:spPr>
            <a:xfrm>
              <a:off x="5775285" y="5676583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1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4" name="Google Shape;2194;p21"/>
            <p:cNvSpPr/>
            <p:nvPr/>
          </p:nvSpPr>
          <p:spPr>
            <a:xfrm>
              <a:off x="5481060" y="5845850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5" name="Google Shape;2195;p21"/>
            <p:cNvSpPr/>
            <p:nvPr/>
          </p:nvSpPr>
          <p:spPr>
            <a:xfrm>
              <a:off x="5579633" y="5845850"/>
              <a:ext cx="52400" cy="122969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6" name="Google Shape;2196;p21"/>
            <p:cNvSpPr/>
            <p:nvPr/>
          </p:nvSpPr>
          <p:spPr>
            <a:xfrm>
              <a:off x="5676587" y="5845850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7" name="Google Shape;2197;p21"/>
            <p:cNvSpPr/>
            <p:nvPr/>
          </p:nvSpPr>
          <p:spPr>
            <a:xfrm>
              <a:off x="5775285" y="5845850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1" y="0"/>
                  </a:moveTo>
                  <a:lnTo>
                    <a:pt x="1" y="988"/>
                  </a:lnTo>
                  <a:lnTo>
                    <a:pt x="421" y="988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8" name="Google Shape;2198;p21"/>
            <p:cNvSpPr/>
            <p:nvPr/>
          </p:nvSpPr>
          <p:spPr>
            <a:xfrm>
              <a:off x="3989889" y="4589041"/>
              <a:ext cx="569415" cy="1667794"/>
            </a:xfrm>
            <a:custGeom>
              <a:avLst/>
              <a:gdLst/>
              <a:ahLst/>
              <a:cxnLst/>
              <a:rect l="l" t="t" r="r" b="b"/>
              <a:pathLst>
                <a:path w="4575" h="13400" extrusionOk="0">
                  <a:moveTo>
                    <a:pt x="1" y="0"/>
                  </a:moveTo>
                  <a:lnTo>
                    <a:pt x="1" y="13399"/>
                  </a:lnTo>
                  <a:lnTo>
                    <a:pt x="4574" y="13399"/>
                  </a:lnTo>
                  <a:lnTo>
                    <a:pt x="45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199" name="Google Shape;2199;p21"/>
            <p:cNvSpPr/>
            <p:nvPr/>
          </p:nvSpPr>
          <p:spPr>
            <a:xfrm>
              <a:off x="4042288" y="4462464"/>
              <a:ext cx="451548" cy="189804"/>
            </a:xfrm>
            <a:custGeom>
              <a:avLst/>
              <a:gdLst/>
              <a:ahLst/>
              <a:cxnLst/>
              <a:rect l="l" t="t" r="r" b="b"/>
              <a:pathLst>
                <a:path w="3628" h="1525" extrusionOk="0">
                  <a:moveTo>
                    <a:pt x="0" y="0"/>
                  </a:moveTo>
                  <a:lnTo>
                    <a:pt x="0" y="1525"/>
                  </a:lnTo>
                  <a:lnTo>
                    <a:pt x="3627" y="1525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0" name="Google Shape;2200;p21"/>
            <p:cNvSpPr/>
            <p:nvPr/>
          </p:nvSpPr>
          <p:spPr>
            <a:xfrm>
              <a:off x="4094560" y="4341860"/>
              <a:ext cx="347001" cy="145994"/>
            </a:xfrm>
            <a:custGeom>
              <a:avLst/>
              <a:gdLst/>
              <a:ahLst/>
              <a:cxnLst/>
              <a:rect l="l" t="t" r="r" b="b"/>
              <a:pathLst>
                <a:path w="2788" h="1173" extrusionOk="0">
                  <a:moveTo>
                    <a:pt x="1" y="0"/>
                  </a:moveTo>
                  <a:lnTo>
                    <a:pt x="1" y="1172"/>
                  </a:lnTo>
                  <a:lnTo>
                    <a:pt x="2788" y="1172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1" name="Google Shape;2201;p21"/>
            <p:cNvSpPr/>
            <p:nvPr/>
          </p:nvSpPr>
          <p:spPr>
            <a:xfrm>
              <a:off x="4068548" y="4681389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0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2" name="Google Shape;2202;p21"/>
            <p:cNvSpPr/>
            <p:nvPr/>
          </p:nvSpPr>
          <p:spPr>
            <a:xfrm>
              <a:off x="4177951" y="4681389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3" name="Google Shape;2203;p21"/>
            <p:cNvSpPr/>
            <p:nvPr/>
          </p:nvSpPr>
          <p:spPr>
            <a:xfrm>
              <a:off x="4287476" y="4681389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7" y="1249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4" name="Google Shape;2204;p21"/>
            <p:cNvSpPr/>
            <p:nvPr/>
          </p:nvSpPr>
          <p:spPr>
            <a:xfrm>
              <a:off x="4397001" y="4681389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5" name="Google Shape;2205;p21"/>
            <p:cNvSpPr/>
            <p:nvPr/>
          </p:nvSpPr>
          <p:spPr>
            <a:xfrm>
              <a:off x="4068548" y="4893348"/>
              <a:ext cx="70445" cy="155578"/>
            </a:xfrm>
            <a:custGeom>
              <a:avLst/>
              <a:gdLst/>
              <a:ahLst/>
              <a:cxnLst/>
              <a:rect l="l" t="t" r="r" b="b"/>
              <a:pathLst>
                <a:path w="566" h="1250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6" name="Google Shape;2206;p21"/>
            <p:cNvSpPr/>
            <p:nvPr/>
          </p:nvSpPr>
          <p:spPr>
            <a:xfrm>
              <a:off x="4177951" y="4893348"/>
              <a:ext cx="70445" cy="155578"/>
            </a:xfrm>
            <a:custGeom>
              <a:avLst/>
              <a:gdLst/>
              <a:ahLst/>
              <a:cxnLst/>
              <a:rect l="l" t="t" r="r" b="b"/>
              <a:pathLst>
                <a:path w="566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7" name="Google Shape;2207;p21"/>
            <p:cNvSpPr/>
            <p:nvPr/>
          </p:nvSpPr>
          <p:spPr>
            <a:xfrm>
              <a:off x="4287476" y="4893348"/>
              <a:ext cx="70570" cy="155578"/>
            </a:xfrm>
            <a:custGeom>
              <a:avLst/>
              <a:gdLst/>
              <a:ahLst/>
              <a:cxnLst/>
              <a:rect l="l" t="t" r="r" b="b"/>
              <a:pathLst>
                <a:path w="567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7" y="1249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8" name="Google Shape;2208;p21"/>
            <p:cNvSpPr/>
            <p:nvPr/>
          </p:nvSpPr>
          <p:spPr>
            <a:xfrm>
              <a:off x="4397001" y="4893348"/>
              <a:ext cx="70445" cy="155578"/>
            </a:xfrm>
            <a:custGeom>
              <a:avLst/>
              <a:gdLst/>
              <a:ahLst/>
              <a:cxnLst/>
              <a:rect l="l" t="t" r="r" b="b"/>
              <a:pathLst>
                <a:path w="566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09" name="Google Shape;2209;p21"/>
            <p:cNvSpPr/>
            <p:nvPr/>
          </p:nvSpPr>
          <p:spPr>
            <a:xfrm>
              <a:off x="4068548" y="5105430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0" name="Google Shape;2210;p21"/>
            <p:cNvSpPr/>
            <p:nvPr/>
          </p:nvSpPr>
          <p:spPr>
            <a:xfrm>
              <a:off x="4177951" y="5105430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1" name="Google Shape;2211;p21"/>
            <p:cNvSpPr/>
            <p:nvPr/>
          </p:nvSpPr>
          <p:spPr>
            <a:xfrm>
              <a:off x="4287476" y="5105430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1" y="1"/>
                  </a:moveTo>
                  <a:lnTo>
                    <a:pt x="1" y="1249"/>
                  </a:lnTo>
                  <a:lnTo>
                    <a:pt x="567" y="1249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2" name="Google Shape;2212;p21"/>
            <p:cNvSpPr/>
            <p:nvPr/>
          </p:nvSpPr>
          <p:spPr>
            <a:xfrm>
              <a:off x="4397001" y="5105430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3" name="Google Shape;2213;p21"/>
            <p:cNvSpPr/>
            <p:nvPr/>
          </p:nvSpPr>
          <p:spPr>
            <a:xfrm>
              <a:off x="4068548" y="5317512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0"/>
                  </a:moveTo>
                  <a:lnTo>
                    <a:pt x="0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4" name="Google Shape;2214;p21"/>
            <p:cNvSpPr/>
            <p:nvPr/>
          </p:nvSpPr>
          <p:spPr>
            <a:xfrm>
              <a:off x="4177951" y="5317512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rgbClr val="00BE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5" name="Google Shape;2215;p21"/>
            <p:cNvSpPr/>
            <p:nvPr/>
          </p:nvSpPr>
          <p:spPr>
            <a:xfrm>
              <a:off x="4287476" y="5317512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1" y="0"/>
                  </a:moveTo>
                  <a:lnTo>
                    <a:pt x="1" y="1248"/>
                  </a:lnTo>
                  <a:lnTo>
                    <a:pt x="567" y="1248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6" name="Google Shape;2216;p21"/>
            <p:cNvSpPr/>
            <p:nvPr/>
          </p:nvSpPr>
          <p:spPr>
            <a:xfrm>
              <a:off x="4397001" y="5317512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7" name="Google Shape;2217;p21"/>
            <p:cNvSpPr/>
            <p:nvPr/>
          </p:nvSpPr>
          <p:spPr>
            <a:xfrm>
              <a:off x="4451640" y="4990179"/>
              <a:ext cx="526724" cy="1241139"/>
            </a:xfrm>
            <a:custGeom>
              <a:avLst/>
              <a:gdLst/>
              <a:ahLst/>
              <a:cxnLst/>
              <a:rect l="l" t="t" r="r" b="b"/>
              <a:pathLst>
                <a:path w="4232" h="9972" extrusionOk="0">
                  <a:moveTo>
                    <a:pt x="864" y="1"/>
                  </a:moveTo>
                  <a:lnTo>
                    <a:pt x="1" y="1553"/>
                  </a:lnTo>
                  <a:lnTo>
                    <a:pt x="1" y="9972"/>
                  </a:lnTo>
                  <a:lnTo>
                    <a:pt x="4232" y="9972"/>
                  </a:lnTo>
                  <a:lnTo>
                    <a:pt x="4232" y="1553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8" name="Google Shape;2218;p21"/>
            <p:cNvSpPr/>
            <p:nvPr/>
          </p:nvSpPr>
          <p:spPr>
            <a:xfrm>
              <a:off x="4570252" y="5188446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19" name="Google Shape;2219;p21"/>
            <p:cNvSpPr/>
            <p:nvPr/>
          </p:nvSpPr>
          <p:spPr>
            <a:xfrm>
              <a:off x="4679778" y="5188446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0" name="Google Shape;2220;p21"/>
            <p:cNvSpPr/>
            <p:nvPr/>
          </p:nvSpPr>
          <p:spPr>
            <a:xfrm>
              <a:off x="4789303" y="5188446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5" y="1249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1" name="Google Shape;2221;p21"/>
            <p:cNvSpPr/>
            <p:nvPr/>
          </p:nvSpPr>
          <p:spPr>
            <a:xfrm>
              <a:off x="4570252" y="5383353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0"/>
                  </a:moveTo>
                  <a:lnTo>
                    <a:pt x="0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2" name="Google Shape;2222;p21"/>
            <p:cNvSpPr/>
            <p:nvPr/>
          </p:nvSpPr>
          <p:spPr>
            <a:xfrm>
              <a:off x="4679778" y="5383353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0"/>
                  </a:moveTo>
                  <a:lnTo>
                    <a:pt x="0" y="1248"/>
                  </a:lnTo>
                  <a:lnTo>
                    <a:pt x="566" y="1248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3" name="Google Shape;2223;p21"/>
            <p:cNvSpPr/>
            <p:nvPr/>
          </p:nvSpPr>
          <p:spPr>
            <a:xfrm>
              <a:off x="4789303" y="5383353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0"/>
                  </a:moveTo>
                  <a:lnTo>
                    <a:pt x="0" y="1248"/>
                  </a:lnTo>
                  <a:lnTo>
                    <a:pt x="565" y="124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4" name="Google Shape;2224;p21"/>
            <p:cNvSpPr/>
            <p:nvPr/>
          </p:nvSpPr>
          <p:spPr>
            <a:xfrm>
              <a:off x="4570252" y="5578134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5" name="Google Shape;2225;p21"/>
            <p:cNvSpPr/>
            <p:nvPr/>
          </p:nvSpPr>
          <p:spPr>
            <a:xfrm>
              <a:off x="4679778" y="5578134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6" name="Google Shape;2226;p21"/>
            <p:cNvSpPr/>
            <p:nvPr/>
          </p:nvSpPr>
          <p:spPr>
            <a:xfrm>
              <a:off x="4789303" y="5578134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0" y="1"/>
                  </a:moveTo>
                  <a:lnTo>
                    <a:pt x="0" y="1249"/>
                  </a:lnTo>
                  <a:lnTo>
                    <a:pt x="565" y="1249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7" name="Google Shape;2227;p21"/>
            <p:cNvSpPr/>
            <p:nvPr/>
          </p:nvSpPr>
          <p:spPr>
            <a:xfrm>
              <a:off x="6031427" y="5112276"/>
              <a:ext cx="526848" cy="1119040"/>
            </a:xfrm>
            <a:custGeom>
              <a:avLst/>
              <a:gdLst/>
              <a:ahLst/>
              <a:cxnLst/>
              <a:rect l="l" t="t" r="r" b="b"/>
              <a:pathLst>
                <a:path w="4233" h="8991" extrusionOk="0">
                  <a:moveTo>
                    <a:pt x="2117" y="1"/>
                  </a:moveTo>
                  <a:lnTo>
                    <a:pt x="0" y="2862"/>
                  </a:lnTo>
                  <a:lnTo>
                    <a:pt x="0" y="8991"/>
                  </a:lnTo>
                  <a:lnTo>
                    <a:pt x="4232" y="8991"/>
                  </a:lnTo>
                  <a:lnTo>
                    <a:pt x="4232" y="2862"/>
                  </a:lnTo>
                  <a:lnTo>
                    <a:pt x="21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8" name="Google Shape;2228;p21"/>
            <p:cNvSpPr/>
            <p:nvPr/>
          </p:nvSpPr>
          <p:spPr>
            <a:xfrm>
              <a:off x="6103366" y="5822452"/>
              <a:ext cx="382971" cy="200260"/>
            </a:xfrm>
            <a:custGeom>
              <a:avLst/>
              <a:gdLst/>
              <a:ahLst/>
              <a:cxnLst/>
              <a:rect l="l" t="t" r="r" b="b"/>
              <a:pathLst>
                <a:path w="3077" h="1609" extrusionOk="0">
                  <a:moveTo>
                    <a:pt x="1" y="0"/>
                  </a:moveTo>
                  <a:lnTo>
                    <a:pt x="1" y="1609"/>
                  </a:lnTo>
                  <a:lnTo>
                    <a:pt x="3076" y="1609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29" name="Google Shape;2229;p21"/>
            <p:cNvSpPr/>
            <p:nvPr/>
          </p:nvSpPr>
          <p:spPr>
            <a:xfrm>
              <a:off x="6057812" y="5718775"/>
              <a:ext cx="473827" cy="138154"/>
            </a:xfrm>
            <a:custGeom>
              <a:avLst/>
              <a:gdLst/>
              <a:ahLst/>
              <a:cxnLst/>
              <a:rect l="l" t="t" r="r" b="b"/>
              <a:pathLst>
                <a:path w="3807" h="1110" extrusionOk="0">
                  <a:moveTo>
                    <a:pt x="228" y="0"/>
                  </a:moveTo>
                  <a:lnTo>
                    <a:pt x="9" y="914"/>
                  </a:lnTo>
                  <a:cubicBezTo>
                    <a:pt x="4" y="929"/>
                    <a:pt x="0" y="946"/>
                    <a:pt x="0" y="963"/>
                  </a:cubicBezTo>
                  <a:cubicBezTo>
                    <a:pt x="0" y="1044"/>
                    <a:pt x="66" y="1109"/>
                    <a:pt x="148" y="1109"/>
                  </a:cubicBezTo>
                  <a:cubicBezTo>
                    <a:pt x="228" y="1109"/>
                    <a:pt x="294" y="1044"/>
                    <a:pt x="294" y="963"/>
                  </a:cubicBezTo>
                  <a:cubicBezTo>
                    <a:pt x="294" y="1044"/>
                    <a:pt x="358" y="1109"/>
                    <a:pt x="439" y="1109"/>
                  </a:cubicBezTo>
                  <a:cubicBezTo>
                    <a:pt x="520" y="1109"/>
                    <a:pt x="584" y="1044"/>
                    <a:pt x="584" y="963"/>
                  </a:cubicBezTo>
                  <a:cubicBezTo>
                    <a:pt x="584" y="1044"/>
                    <a:pt x="650" y="1109"/>
                    <a:pt x="731" y="1109"/>
                  </a:cubicBezTo>
                  <a:cubicBezTo>
                    <a:pt x="812" y="1109"/>
                    <a:pt x="876" y="1044"/>
                    <a:pt x="876" y="963"/>
                  </a:cubicBezTo>
                  <a:cubicBezTo>
                    <a:pt x="876" y="1044"/>
                    <a:pt x="942" y="1109"/>
                    <a:pt x="1022" y="1109"/>
                  </a:cubicBezTo>
                  <a:cubicBezTo>
                    <a:pt x="1103" y="1109"/>
                    <a:pt x="1168" y="1044"/>
                    <a:pt x="1168" y="963"/>
                  </a:cubicBezTo>
                  <a:cubicBezTo>
                    <a:pt x="1168" y="1044"/>
                    <a:pt x="1233" y="1109"/>
                    <a:pt x="1314" y="1109"/>
                  </a:cubicBezTo>
                  <a:cubicBezTo>
                    <a:pt x="1395" y="1109"/>
                    <a:pt x="1459" y="1044"/>
                    <a:pt x="1459" y="963"/>
                  </a:cubicBezTo>
                  <a:cubicBezTo>
                    <a:pt x="1459" y="1044"/>
                    <a:pt x="1525" y="1109"/>
                    <a:pt x="1606" y="1109"/>
                  </a:cubicBezTo>
                  <a:cubicBezTo>
                    <a:pt x="1686" y="1109"/>
                    <a:pt x="1751" y="1044"/>
                    <a:pt x="1751" y="963"/>
                  </a:cubicBezTo>
                  <a:cubicBezTo>
                    <a:pt x="1751" y="1044"/>
                    <a:pt x="1816" y="1109"/>
                    <a:pt x="1897" y="1109"/>
                  </a:cubicBezTo>
                  <a:cubicBezTo>
                    <a:pt x="1978" y="1109"/>
                    <a:pt x="2043" y="1044"/>
                    <a:pt x="2043" y="963"/>
                  </a:cubicBezTo>
                  <a:cubicBezTo>
                    <a:pt x="2043" y="1044"/>
                    <a:pt x="2108" y="1109"/>
                    <a:pt x="2189" y="1109"/>
                  </a:cubicBezTo>
                  <a:cubicBezTo>
                    <a:pt x="2270" y="1109"/>
                    <a:pt x="2334" y="1044"/>
                    <a:pt x="2334" y="963"/>
                  </a:cubicBezTo>
                  <a:cubicBezTo>
                    <a:pt x="2334" y="1044"/>
                    <a:pt x="2400" y="1109"/>
                    <a:pt x="2480" y="1109"/>
                  </a:cubicBezTo>
                  <a:cubicBezTo>
                    <a:pt x="2561" y="1109"/>
                    <a:pt x="2626" y="1044"/>
                    <a:pt x="2626" y="963"/>
                  </a:cubicBezTo>
                  <a:cubicBezTo>
                    <a:pt x="2626" y="1044"/>
                    <a:pt x="2691" y="1109"/>
                    <a:pt x="2772" y="1109"/>
                  </a:cubicBezTo>
                  <a:cubicBezTo>
                    <a:pt x="2853" y="1109"/>
                    <a:pt x="2917" y="1044"/>
                    <a:pt x="2917" y="963"/>
                  </a:cubicBezTo>
                  <a:cubicBezTo>
                    <a:pt x="2917" y="1044"/>
                    <a:pt x="2983" y="1109"/>
                    <a:pt x="3064" y="1109"/>
                  </a:cubicBezTo>
                  <a:cubicBezTo>
                    <a:pt x="3144" y="1109"/>
                    <a:pt x="3209" y="1044"/>
                    <a:pt x="3209" y="963"/>
                  </a:cubicBezTo>
                  <a:cubicBezTo>
                    <a:pt x="3209" y="1044"/>
                    <a:pt x="3274" y="1109"/>
                    <a:pt x="3355" y="1109"/>
                  </a:cubicBezTo>
                  <a:cubicBezTo>
                    <a:pt x="3436" y="1109"/>
                    <a:pt x="3501" y="1044"/>
                    <a:pt x="3501" y="963"/>
                  </a:cubicBezTo>
                  <a:cubicBezTo>
                    <a:pt x="3501" y="1044"/>
                    <a:pt x="3566" y="1109"/>
                    <a:pt x="3647" y="1109"/>
                  </a:cubicBezTo>
                  <a:cubicBezTo>
                    <a:pt x="3728" y="1109"/>
                    <a:pt x="3792" y="1044"/>
                    <a:pt x="3792" y="963"/>
                  </a:cubicBezTo>
                  <a:cubicBezTo>
                    <a:pt x="3807" y="947"/>
                    <a:pt x="3804" y="930"/>
                    <a:pt x="3798" y="914"/>
                  </a:cubicBezTo>
                  <a:lnTo>
                    <a:pt x="35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0" name="Google Shape;2230;p21"/>
            <p:cNvSpPr/>
            <p:nvPr/>
          </p:nvSpPr>
          <p:spPr>
            <a:xfrm>
              <a:off x="6105606" y="5499227"/>
              <a:ext cx="61111" cy="139273"/>
            </a:xfrm>
            <a:custGeom>
              <a:avLst/>
              <a:gdLst/>
              <a:ahLst/>
              <a:cxnLst/>
              <a:rect l="l" t="t" r="r" b="b"/>
              <a:pathLst>
                <a:path w="491" h="1119" extrusionOk="0">
                  <a:moveTo>
                    <a:pt x="1" y="0"/>
                  </a:moveTo>
                  <a:lnTo>
                    <a:pt x="1" y="1119"/>
                  </a:lnTo>
                  <a:lnTo>
                    <a:pt x="490" y="1119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1" name="Google Shape;2231;p21"/>
            <p:cNvSpPr/>
            <p:nvPr/>
          </p:nvSpPr>
          <p:spPr>
            <a:xfrm>
              <a:off x="6203556" y="5499227"/>
              <a:ext cx="60986" cy="139273"/>
            </a:xfrm>
            <a:custGeom>
              <a:avLst/>
              <a:gdLst/>
              <a:ahLst/>
              <a:cxnLst/>
              <a:rect l="l" t="t" r="r" b="b"/>
              <a:pathLst>
                <a:path w="490" h="1119" extrusionOk="0">
                  <a:moveTo>
                    <a:pt x="1" y="0"/>
                  </a:moveTo>
                  <a:lnTo>
                    <a:pt x="1" y="1119"/>
                  </a:lnTo>
                  <a:lnTo>
                    <a:pt x="490" y="1119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2" name="Google Shape;2232;p21"/>
            <p:cNvSpPr/>
            <p:nvPr/>
          </p:nvSpPr>
          <p:spPr>
            <a:xfrm>
              <a:off x="6301508" y="5499227"/>
              <a:ext cx="60864" cy="139273"/>
            </a:xfrm>
            <a:custGeom>
              <a:avLst/>
              <a:gdLst/>
              <a:ahLst/>
              <a:cxnLst/>
              <a:rect l="l" t="t" r="r" b="b"/>
              <a:pathLst>
                <a:path w="489" h="1119" extrusionOk="0">
                  <a:moveTo>
                    <a:pt x="1" y="0"/>
                  </a:moveTo>
                  <a:lnTo>
                    <a:pt x="1" y="1119"/>
                  </a:lnTo>
                  <a:lnTo>
                    <a:pt x="489" y="1119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3" name="Google Shape;2233;p21"/>
            <p:cNvSpPr/>
            <p:nvPr/>
          </p:nvSpPr>
          <p:spPr>
            <a:xfrm>
              <a:off x="6399458" y="5499227"/>
              <a:ext cx="60864" cy="139273"/>
            </a:xfrm>
            <a:custGeom>
              <a:avLst/>
              <a:gdLst/>
              <a:ahLst/>
              <a:cxnLst/>
              <a:rect l="l" t="t" r="r" b="b"/>
              <a:pathLst>
                <a:path w="489" h="1119" extrusionOk="0">
                  <a:moveTo>
                    <a:pt x="0" y="0"/>
                  </a:moveTo>
                  <a:lnTo>
                    <a:pt x="0" y="1119"/>
                  </a:lnTo>
                  <a:lnTo>
                    <a:pt x="489" y="1119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4" name="Google Shape;2234;p21"/>
            <p:cNvSpPr/>
            <p:nvPr/>
          </p:nvSpPr>
          <p:spPr>
            <a:xfrm>
              <a:off x="5504832" y="5117130"/>
              <a:ext cx="526724" cy="998933"/>
            </a:xfrm>
            <a:custGeom>
              <a:avLst/>
              <a:gdLst/>
              <a:ahLst/>
              <a:cxnLst/>
              <a:rect l="l" t="t" r="r" b="b"/>
              <a:pathLst>
                <a:path w="4232" h="8026" extrusionOk="0">
                  <a:moveTo>
                    <a:pt x="2115" y="1"/>
                  </a:moveTo>
                  <a:lnTo>
                    <a:pt x="1" y="2863"/>
                  </a:lnTo>
                  <a:lnTo>
                    <a:pt x="1" y="8026"/>
                  </a:lnTo>
                  <a:lnTo>
                    <a:pt x="4231" y="8026"/>
                  </a:lnTo>
                  <a:lnTo>
                    <a:pt x="4231" y="2863"/>
                  </a:lnTo>
                  <a:lnTo>
                    <a:pt x="21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5" name="Google Shape;2235;p21"/>
            <p:cNvSpPr/>
            <p:nvPr/>
          </p:nvSpPr>
          <p:spPr>
            <a:xfrm>
              <a:off x="5571916" y="5517520"/>
              <a:ext cx="77416" cy="162423"/>
            </a:xfrm>
            <a:custGeom>
              <a:avLst/>
              <a:gdLst/>
              <a:ahLst/>
              <a:cxnLst/>
              <a:rect l="l" t="t" r="r" b="b"/>
              <a:pathLst>
                <a:path w="622" h="1305" extrusionOk="0">
                  <a:moveTo>
                    <a:pt x="311" y="1"/>
                  </a:moveTo>
                  <a:cubicBezTo>
                    <a:pt x="141" y="1"/>
                    <a:pt x="1" y="140"/>
                    <a:pt x="1" y="311"/>
                  </a:cubicBezTo>
                  <a:lnTo>
                    <a:pt x="1" y="318"/>
                  </a:lnTo>
                  <a:lnTo>
                    <a:pt x="1" y="1304"/>
                  </a:lnTo>
                  <a:lnTo>
                    <a:pt x="622" y="1304"/>
                  </a:lnTo>
                  <a:lnTo>
                    <a:pt x="620" y="318"/>
                  </a:lnTo>
                  <a:lnTo>
                    <a:pt x="620" y="311"/>
                  </a:lnTo>
                  <a:cubicBezTo>
                    <a:pt x="620" y="139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6" name="Google Shape;2236;p21"/>
            <p:cNvSpPr/>
            <p:nvPr/>
          </p:nvSpPr>
          <p:spPr>
            <a:xfrm>
              <a:off x="5676836" y="5517520"/>
              <a:ext cx="77291" cy="162423"/>
            </a:xfrm>
            <a:custGeom>
              <a:avLst/>
              <a:gdLst/>
              <a:ahLst/>
              <a:cxnLst/>
              <a:rect l="l" t="t" r="r" b="b"/>
              <a:pathLst>
                <a:path w="621" h="1305" extrusionOk="0">
                  <a:moveTo>
                    <a:pt x="312" y="1"/>
                  </a:moveTo>
                  <a:cubicBezTo>
                    <a:pt x="140" y="1"/>
                    <a:pt x="2" y="140"/>
                    <a:pt x="2" y="311"/>
                  </a:cubicBezTo>
                  <a:lnTo>
                    <a:pt x="2" y="318"/>
                  </a:lnTo>
                  <a:lnTo>
                    <a:pt x="1" y="318"/>
                  </a:lnTo>
                  <a:lnTo>
                    <a:pt x="1" y="1304"/>
                  </a:lnTo>
                  <a:lnTo>
                    <a:pt x="621" y="1304"/>
                  </a:lnTo>
                  <a:lnTo>
                    <a:pt x="621" y="318"/>
                  </a:lnTo>
                  <a:lnTo>
                    <a:pt x="621" y="311"/>
                  </a:lnTo>
                  <a:cubicBezTo>
                    <a:pt x="621" y="139"/>
                    <a:pt x="482" y="1"/>
                    <a:pt x="3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7" name="Google Shape;2237;p21"/>
            <p:cNvSpPr/>
            <p:nvPr/>
          </p:nvSpPr>
          <p:spPr>
            <a:xfrm>
              <a:off x="5782131" y="5517520"/>
              <a:ext cx="77416" cy="162423"/>
            </a:xfrm>
            <a:custGeom>
              <a:avLst/>
              <a:gdLst/>
              <a:ahLst/>
              <a:cxnLst/>
              <a:rect l="l" t="t" r="r" b="b"/>
              <a:pathLst>
                <a:path w="622" h="1305" extrusionOk="0">
                  <a:moveTo>
                    <a:pt x="311" y="1"/>
                  </a:moveTo>
                  <a:cubicBezTo>
                    <a:pt x="140" y="1"/>
                    <a:pt x="0" y="140"/>
                    <a:pt x="0" y="311"/>
                  </a:cubicBezTo>
                  <a:lnTo>
                    <a:pt x="0" y="318"/>
                  </a:lnTo>
                  <a:lnTo>
                    <a:pt x="0" y="1304"/>
                  </a:lnTo>
                  <a:lnTo>
                    <a:pt x="621" y="1304"/>
                  </a:lnTo>
                  <a:lnTo>
                    <a:pt x="621" y="318"/>
                  </a:lnTo>
                  <a:lnTo>
                    <a:pt x="621" y="311"/>
                  </a:lnTo>
                  <a:cubicBezTo>
                    <a:pt x="621" y="139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8" name="Google Shape;2238;p21"/>
            <p:cNvSpPr/>
            <p:nvPr/>
          </p:nvSpPr>
          <p:spPr>
            <a:xfrm>
              <a:off x="5887426" y="5517520"/>
              <a:ext cx="77291" cy="162423"/>
            </a:xfrm>
            <a:custGeom>
              <a:avLst/>
              <a:gdLst/>
              <a:ahLst/>
              <a:cxnLst/>
              <a:rect l="l" t="t" r="r" b="b"/>
              <a:pathLst>
                <a:path w="621" h="1305" extrusionOk="0">
                  <a:moveTo>
                    <a:pt x="309" y="1"/>
                  </a:moveTo>
                  <a:cubicBezTo>
                    <a:pt x="138" y="1"/>
                    <a:pt x="0" y="140"/>
                    <a:pt x="0" y="311"/>
                  </a:cubicBezTo>
                  <a:lnTo>
                    <a:pt x="0" y="318"/>
                  </a:lnTo>
                  <a:lnTo>
                    <a:pt x="0" y="1304"/>
                  </a:lnTo>
                  <a:lnTo>
                    <a:pt x="620" y="1304"/>
                  </a:lnTo>
                  <a:lnTo>
                    <a:pt x="619" y="318"/>
                  </a:lnTo>
                  <a:lnTo>
                    <a:pt x="619" y="311"/>
                  </a:lnTo>
                  <a:cubicBezTo>
                    <a:pt x="619" y="139"/>
                    <a:pt x="479" y="1"/>
                    <a:pt x="3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39" name="Google Shape;2239;p21"/>
            <p:cNvSpPr/>
            <p:nvPr/>
          </p:nvSpPr>
          <p:spPr>
            <a:xfrm>
              <a:off x="5571916" y="5717282"/>
              <a:ext cx="77416" cy="162423"/>
            </a:xfrm>
            <a:custGeom>
              <a:avLst/>
              <a:gdLst/>
              <a:ahLst/>
              <a:cxnLst/>
              <a:rect l="l" t="t" r="r" b="b"/>
              <a:pathLst>
                <a:path w="622" h="1305" extrusionOk="0">
                  <a:moveTo>
                    <a:pt x="311" y="1"/>
                  </a:moveTo>
                  <a:cubicBezTo>
                    <a:pt x="141" y="1"/>
                    <a:pt x="1" y="140"/>
                    <a:pt x="1" y="310"/>
                  </a:cubicBezTo>
                  <a:lnTo>
                    <a:pt x="1" y="318"/>
                  </a:lnTo>
                  <a:lnTo>
                    <a:pt x="1" y="1304"/>
                  </a:lnTo>
                  <a:lnTo>
                    <a:pt x="622" y="1304"/>
                  </a:lnTo>
                  <a:lnTo>
                    <a:pt x="620" y="318"/>
                  </a:lnTo>
                  <a:lnTo>
                    <a:pt x="620" y="310"/>
                  </a:lnTo>
                  <a:cubicBezTo>
                    <a:pt x="620" y="139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0" name="Google Shape;2240;p21"/>
            <p:cNvSpPr/>
            <p:nvPr/>
          </p:nvSpPr>
          <p:spPr>
            <a:xfrm>
              <a:off x="5676836" y="5717282"/>
              <a:ext cx="77291" cy="162423"/>
            </a:xfrm>
            <a:custGeom>
              <a:avLst/>
              <a:gdLst/>
              <a:ahLst/>
              <a:cxnLst/>
              <a:rect l="l" t="t" r="r" b="b"/>
              <a:pathLst>
                <a:path w="621" h="1305" extrusionOk="0">
                  <a:moveTo>
                    <a:pt x="312" y="1"/>
                  </a:moveTo>
                  <a:cubicBezTo>
                    <a:pt x="140" y="1"/>
                    <a:pt x="2" y="140"/>
                    <a:pt x="2" y="310"/>
                  </a:cubicBezTo>
                  <a:lnTo>
                    <a:pt x="2" y="318"/>
                  </a:lnTo>
                  <a:lnTo>
                    <a:pt x="1" y="318"/>
                  </a:lnTo>
                  <a:lnTo>
                    <a:pt x="1" y="1304"/>
                  </a:lnTo>
                  <a:lnTo>
                    <a:pt x="621" y="1304"/>
                  </a:lnTo>
                  <a:lnTo>
                    <a:pt x="621" y="318"/>
                  </a:lnTo>
                  <a:lnTo>
                    <a:pt x="621" y="310"/>
                  </a:lnTo>
                  <a:cubicBezTo>
                    <a:pt x="621" y="139"/>
                    <a:pt x="482" y="1"/>
                    <a:pt x="3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1" name="Google Shape;2241;p21"/>
            <p:cNvSpPr/>
            <p:nvPr/>
          </p:nvSpPr>
          <p:spPr>
            <a:xfrm>
              <a:off x="5782131" y="5717282"/>
              <a:ext cx="77416" cy="162423"/>
            </a:xfrm>
            <a:custGeom>
              <a:avLst/>
              <a:gdLst/>
              <a:ahLst/>
              <a:cxnLst/>
              <a:rect l="l" t="t" r="r" b="b"/>
              <a:pathLst>
                <a:path w="622" h="1305" extrusionOk="0">
                  <a:moveTo>
                    <a:pt x="311" y="1"/>
                  </a:moveTo>
                  <a:cubicBezTo>
                    <a:pt x="140" y="1"/>
                    <a:pt x="0" y="140"/>
                    <a:pt x="0" y="310"/>
                  </a:cubicBezTo>
                  <a:lnTo>
                    <a:pt x="0" y="318"/>
                  </a:lnTo>
                  <a:lnTo>
                    <a:pt x="0" y="1304"/>
                  </a:lnTo>
                  <a:lnTo>
                    <a:pt x="621" y="1304"/>
                  </a:lnTo>
                  <a:lnTo>
                    <a:pt x="621" y="318"/>
                  </a:lnTo>
                  <a:lnTo>
                    <a:pt x="621" y="310"/>
                  </a:lnTo>
                  <a:cubicBezTo>
                    <a:pt x="621" y="139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2" name="Google Shape;2242;p21"/>
            <p:cNvSpPr/>
            <p:nvPr/>
          </p:nvSpPr>
          <p:spPr>
            <a:xfrm>
              <a:off x="5887426" y="5717282"/>
              <a:ext cx="77291" cy="162423"/>
            </a:xfrm>
            <a:custGeom>
              <a:avLst/>
              <a:gdLst/>
              <a:ahLst/>
              <a:cxnLst/>
              <a:rect l="l" t="t" r="r" b="b"/>
              <a:pathLst>
                <a:path w="621" h="1305" extrusionOk="0">
                  <a:moveTo>
                    <a:pt x="309" y="1"/>
                  </a:moveTo>
                  <a:cubicBezTo>
                    <a:pt x="138" y="1"/>
                    <a:pt x="0" y="140"/>
                    <a:pt x="0" y="310"/>
                  </a:cubicBezTo>
                  <a:lnTo>
                    <a:pt x="0" y="318"/>
                  </a:lnTo>
                  <a:lnTo>
                    <a:pt x="0" y="1304"/>
                  </a:lnTo>
                  <a:lnTo>
                    <a:pt x="620" y="1304"/>
                  </a:lnTo>
                  <a:lnTo>
                    <a:pt x="619" y="318"/>
                  </a:lnTo>
                  <a:lnTo>
                    <a:pt x="619" y="310"/>
                  </a:lnTo>
                  <a:cubicBezTo>
                    <a:pt x="619" y="139"/>
                    <a:pt x="479" y="1"/>
                    <a:pt x="3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3" name="Google Shape;2243;p21"/>
            <p:cNvSpPr/>
            <p:nvPr/>
          </p:nvSpPr>
          <p:spPr>
            <a:xfrm>
              <a:off x="7084743" y="5351864"/>
              <a:ext cx="526724" cy="914548"/>
            </a:xfrm>
            <a:custGeom>
              <a:avLst/>
              <a:gdLst/>
              <a:ahLst/>
              <a:cxnLst/>
              <a:rect l="l" t="t" r="r" b="b"/>
              <a:pathLst>
                <a:path w="4232" h="7348" extrusionOk="0">
                  <a:moveTo>
                    <a:pt x="865" y="0"/>
                  </a:moveTo>
                  <a:lnTo>
                    <a:pt x="0" y="1145"/>
                  </a:lnTo>
                  <a:lnTo>
                    <a:pt x="0" y="7348"/>
                  </a:lnTo>
                  <a:lnTo>
                    <a:pt x="4231" y="7348"/>
                  </a:lnTo>
                  <a:lnTo>
                    <a:pt x="4231" y="1145"/>
                  </a:lnTo>
                  <a:lnTo>
                    <a:pt x="33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4" name="Google Shape;2244;p21"/>
            <p:cNvSpPr/>
            <p:nvPr/>
          </p:nvSpPr>
          <p:spPr>
            <a:xfrm>
              <a:off x="7205221" y="5536563"/>
              <a:ext cx="285765" cy="130810"/>
            </a:xfrm>
            <a:custGeom>
              <a:avLst/>
              <a:gdLst/>
              <a:ahLst/>
              <a:cxnLst/>
              <a:rect l="l" t="t" r="r" b="b"/>
              <a:pathLst>
                <a:path w="2296" h="1051" extrusionOk="0">
                  <a:moveTo>
                    <a:pt x="0" y="0"/>
                  </a:moveTo>
                  <a:lnTo>
                    <a:pt x="0" y="1051"/>
                  </a:lnTo>
                  <a:lnTo>
                    <a:pt x="2295" y="1051"/>
                  </a:lnTo>
                  <a:lnTo>
                    <a:pt x="22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5" name="Google Shape;2245;p21"/>
            <p:cNvSpPr/>
            <p:nvPr/>
          </p:nvSpPr>
          <p:spPr>
            <a:xfrm>
              <a:off x="7205221" y="5736076"/>
              <a:ext cx="285765" cy="131059"/>
            </a:xfrm>
            <a:custGeom>
              <a:avLst/>
              <a:gdLst/>
              <a:ahLst/>
              <a:cxnLst/>
              <a:rect l="l" t="t" r="r" b="b"/>
              <a:pathLst>
                <a:path w="2296" h="1053" extrusionOk="0">
                  <a:moveTo>
                    <a:pt x="0" y="0"/>
                  </a:moveTo>
                  <a:lnTo>
                    <a:pt x="0" y="1052"/>
                  </a:lnTo>
                  <a:lnTo>
                    <a:pt x="2295" y="1052"/>
                  </a:lnTo>
                  <a:lnTo>
                    <a:pt x="229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6" name="Google Shape;2246;p21"/>
            <p:cNvSpPr/>
            <p:nvPr/>
          </p:nvSpPr>
          <p:spPr>
            <a:xfrm>
              <a:off x="4978236" y="5234745"/>
              <a:ext cx="526724" cy="996569"/>
            </a:xfrm>
            <a:custGeom>
              <a:avLst/>
              <a:gdLst/>
              <a:ahLst/>
              <a:cxnLst/>
              <a:rect l="l" t="t" r="r" b="b"/>
              <a:pathLst>
                <a:path w="4232" h="8007" extrusionOk="0">
                  <a:moveTo>
                    <a:pt x="1" y="0"/>
                  </a:moveTo>
                  <a:lnTo>
                    <a:pt x="1" y="8007"/>
                  </a:lnTo>
                  <a:lnTo>
                    <a:pt x="4232" y="8007"/>
                  </a:lnTo>
                  <a:lnTo>
                    <a:pt x="42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7" name="Google Shape;2247;p21"/>
            <p:cNvSpPr/>
            <p:nvPr/>
          </p:nvSpPr>
          <p:spPr>
            <a:xfrm>
              <a:off x="5064487" y="5352860"/>
              <a:ext cx="105667" cy="52647"/>
            </a:xfrm>
            <a:custGeom>
              <a:avLst/>
              <a:gdLst/>
              <a:ahLst/>
              <a:cxnLst/>
              <a:rect l="l" t="t" r="r" b="b"/>
              <a:pathLst>
                <a:path w="849" h="423" extrusionOk="0">
                  <a:moveTo>
                    <a:pt x="0" y="1"/>
                  </a:moveTo>
                  <a:lnTo>
                    <a:pt x="0" y="422"/>
                  </a:lnTo>
                  <a:lnTo>
                    <a:pt x="849" y="422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8" name="Google Shape;2248;p21"/>
            <p:cNvSpPr/>
            <p:nvPr/>
          </p:nvSpPr>
          <p:spPr>
            <a:xfrm>
              <a:off x="5188824" y="5352860"/>
              <a:ext cx="105667" cy="52647"/>
            </a:xfrm>
            <a:custGeom>
              <a:avLst/>
              <a:gdLst/>
              <a:ahLst/>
              <a:cxnLst/>
              <a:rect l="l" t="t" r="r" b="b"/>
              <a:pathLst>
                <a:path w="849" h="423" extrusionOk="0">
                  <a:moveTo>
                    <a:pt x="0" y="1"/>
                  </a:moveTo>
                  <a:lnTo>
                    <a:pt x="0" y="422"/>
                  </a:lnTo>
                  <a:lnTo>
                    <a:pt x="848" y="422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49" name="Google Shape;2249;p21"/>
            <p:cNvSpPr/>
            <p:nvPr/>
          </p:nvSpPr>
          <p:spPr>
            <a:xfrm>
              <a:off x="5313161" y="5352860"/>
              <a:ext cx="105543" cy="52647"/>
            </a:xfrm>
            <a:custGeom>
              <a:avLst/>
              <a:gdLst/>
              <a:ahLst/>
              <a:cxnLst/>
              <a:rect l="l" t="t" r="r" b="b"/>
              <a:pathLst>
                <a:path w="848" h="423" extrusionOk="0">
                  <a:moveTo>
                    <a:pt x="1" y="1"/>
                  </a:moveTo>
                  <a:lnTo>
                    <a:pt x="1" y="422"/>
                  </a:lnTo>
                  <a:lnTo>
                    <a:pt x="848" y="422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0" name="Google Shape;2250;p21"/>
            <p:cNvSpPr/>
            <p:nvPr/>
          </p:nvSpPr>
          <p:spPr>
            <a:xfrm>
              <a:off x="5064487" y="5447823"/>
              <a:ext cx="105667" cy="52523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9" y="421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1" name="Google Shape;2251;p21"/>
            <p:cNvSpPr/>
            <p:nvPr/>
          </p:nvSpPr>
          <p:spPr>
            <a:xfrm>
              <a:off x="5188824" y="5447823"/>
              <a:ext cx="105667" cy="52523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2" name="Google Shape;2252;p21"/>
            <p:cNvSpPr/>
            <p:nvPr/>
          </p:nvSpPr>
          <p:spPr>
            <a:xfrm>
              <a:off x="5313161" y="5447823"/>
              <a:ext cx="105543" cy="52523"/>
            </a:xfrm>
            <a:custGeom>
              <a:avLst/>
              <a:gdLst/>
              <a:ahLst/>
              <a:cxnLst/>
              <a:rect l="l" t="t" r="r" b="b"/>
              <a:pathLst>
                <a:path w="848" h="422" extrusionOk="0">
                  <a:moveTo>
                    <a:pt x="1" y="1"/>
                  </a:moveTo>
                  <a:lnTo>
                    <a:pt x="1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3" name="Google Shape;2253;p21"/>
            <p:cNvSpPr/>
            <p:nvPr/>
          </p:nvSpPr>
          <p:spPr>
            <a:xfrm>
              <a:off x="5064487" y="5542538"/>
              <a:ext cx="105667" cy="52523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0"/>
                  </a:moveTo>
                  <a:lnTo>
                    <a:pt x="0" y="422"/>
                  </a:lnTo>
                  <a:lnTo>
                    <a:pt x="849" y="422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4" name="Google Shape;2254;p21"/>
            <p:cNvSpPr/>
            <p:nvPr/>
          </p:nvSpPr>
          <p:spPr>
            <a:xfrm>
              <a:off x="5188824" y="5542538"/>
              <a:ext cx="105667" cy="52523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0"/>
                  </a:moveTo>
                  <a:lnTo>
                    <a:pt x="0" y="422"/>
                  </a:lnTo>
                  <a:lnTo>
                    <a:pt x="848" y="422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5" name="Google Shape;2255;p21"/>
            <p:cNvSpPr/>
            <p:nvPr/>
          </p:nvSpPr>
          <p:spPr>
            <a:xfrm>
              <a:off x="5313161" y="5542538"/>
              <a:ext cx="105543" cy="52523"/>
            </a:xfrm>
            <a:custGeom>
              <a:avLst/>
              <a:gdLst/>
              <a:ahLst/>
              <a:cxnLst/>
              <a:rect l="l" t="t" r="r" b="b"/>
              <a:pathLst>
                <a:path w="848" h="422" extrusionOk="0">
                  <a:moveTo>
                    <a:pt x="1" y="0"/>
                  </a:moveTo>
                  <a:lnTo>
                    <a:pt x="1" y="422"/>
                  </a:lnTo>
                  <a:lnTo>
                    <a:pt x="848" y="422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6" name="Google Shape;2256;p21"/>
            <p:cNvSpPr/>
            <p:nvPr/>
          </p:nvSpPr>
          <p:spPr>
            <a:xfrm>
              <a:off x="5064487" y="5637254"/>
              <a:ext cx="105667" cy="52399"/>
            </a:xfrm>
            <a:custGeom>
              <a:avLst/>
              <a:gdLst/>
              <a:ahLst/>
              <a:cxnLst/>
              <a:rect l="l" t="t" r="r" b="b"/>
              <a:pathLst>
                <a:path w="849" h="421" extrusionOk="0">
                  <a:moveTo>
                    <a:pt x="0" y="0"/>
                  </a:moveTo>
                  <a:lnTo>
                    <a:pt x="0" y="421"/>
                  </a:lnTo>
                  <a:lnTo>
                    <a:pt x="849" y="421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7" name="Google Shape;2257;p21"/>
            <p:cNvSpPr/>
            <p:nvPr/>
          </p:nvSpPr>
          <p:spPr>
            <a:xfrm>
              <a:off x="5188824" y="5637254"/>
              <a:ext cx="105667" cy="52399"/>
            </a:xfrm>
            <a:custGeom>
              <a:avLst/>
              <a:gdLst/>
              <a:ahLst/>
              <a:cxnLst/>
              <a:rect l="l" t="t" r="r" b="b"/>
              <a:pathLst>
                <a:path w="849" h="421" extrusionOk="0">
                  <a:moveTo>
                    <a:pt x="0" y="0"/>
                  </a:moveTo>
                  <a:lnTo>
                    <a:pt x="0" y="421"/>
                  </a:lnTo>
                  <a:lnTo>
                    <a:pt x="848" y="421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8" name="Google Shape;2258;p21"/>
            <p:cNvSpPr/>
            <p:nvPr/>
          </p:nvSpPr>
          <p:spPr>
            <a:xfrm>
              <a:off x="5313161" y="5637254"/>
              <a:ext cx="105543" cy="52399"/>
            </a:xfrm>
            <a:custGeom>
              <a:avLst/>
              <a:gdLst/>
              <a:ahLst/>
              <a:cxnLst/>
              <a:rect l="l" t="t" r="r" b="b"/>
              <a:pathLst>
                <a:path w="848" h="421" extrusionOk="0">
                  <a:moveTo>
                    <a:pt x="1" y="0"/>
                  </a:moveTo>
                  <a:lnTo>
                    <a:pt x="1" y="421"/>
                  </a:lnTo>
                  <a:lnTo>
                    <a:pt x="848" y="421"/>
                  </a:lnTo>
                  <a:lnTo>
                    <a:pt x="8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59" name="Google Shape;2259;p21"/>
            <p:cNvSpPr/>
            <p:nvPr/>
          </p:nvSpPr>
          <p:spPr>
            <a:xfrm>
              <a:off x="5064487" y="5731969"/>
              <a:ext cx="105667" cy="52523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9" y="421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0" name="Google Shape;2260;p21"/>
            <p:cNvSpPr/>
            <p:nvPr/>
          </p:nvSpPr>
          <p:spPr>
            <a:xfrm>
              <a:off x="5188824" y="5731969"/>
              <a:ext cx="105667" cy="52523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1" name="Google Shape;2261;p21"/>
            <p:cNvSpPr/>
            <p:nvPr/>
          </p:nvSpPr>
          <p:spPr>
            <a:xfrm>
              <a:off x="5313161" y="5731969"/>
              <a:ext cx="105543" cy="52523"/>
            </a:xfrm>
            <a:custGeom>
              <a:avLst/>
              <a:gdLst/>
              <a:ahLst/>
              <a:cxnLst/>
              <a:rect l="l" t="t" r="r" b="b"/>
              <a:pathLst>
                <a:path w="848" h="422" extrusionOk="0">
                  <a:moveTo>
                    <a:pt x="1" y="1"/>
                  </a:moveTo>
                  <a:lnTo>
                    <a:pt x="1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2" name="Google Shape;2262;p21"/>
            <p:cNvSpPr/>
            <p:nvPr/>
          </p:nvSpPr>
          <p:spPr>
            <a:xfrm>
              <a:off x="5064487" y="5826808"/>
              <a:ext cx="105667" cy="52523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9" y="421"/>
                  </a:lnTo>
                  <a:lnTo>
                    <a:pt x="8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3" name="Google Shape;2263;p21"/>
            <p:cNvSpPr/>
            <p:nvPr/>
          </p:nvSpPr>
          <p:spPr>
            <a:xfrm>
              <a:off x="5188824" y="5826808"/>
              <a:ext cx="105667" cy="52523"/>
            </a:xfrm>
            <a:custGeom>
              <a:avLst/>
              <a:gdLst/>
              <a:ahLst/>
              <a:cxnLst/>
              <a:rect l="l" t="t" r="r" b="b"/>
              <a:pathLst>
                <a:path w="849" h="422" extrusionOk="0">
                  <a:moveTo>
                    <a:pt x="0" y="1"/>
                  </a:moveTo>
                  <a:lnTo>
                    <a:pt x="0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4" name="Google Shape;2264;p21"/>
            <p:cNvSpPr/>
            <p:nvPr/>
          </p:nvSpPr>
          <p:spPr>
            <a:xfrm>
              <a:off x="5313161" y="5826808"/>
              <a:ext cx="105543" cy="52523"/>
            </a:xfrm>
            <a:custGeom>
              <a:avLst/>
              <a:gdLst/>
              <a:ahLst/>
              <a:cxnLst/>
              <a:rect l="l" t="t" r="r" b="b"/>
              <a:pathLst>
                <a:path w="848" h="422" extrusionOk="0">
                  <a:moveTo>
                    <a:pt x="1" y="1"/>
                  </a:moveTo>
                  <a:lnTo>
                    <a:pt x="1" y="421"/>
                  </a:lnTo>
                  <a:lnTo>
                    <a:pt x="848" y="421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5" name="Google Shape;2265;p21"/>
            <p:cNvSpPr/>
            <p:nvPr/>
          </p:nvSpPr>
          <p:spPr>
            <a:xfrm>
              <a:off x="3924920" y="5232381"/>
              <a:ext cx="526848" cy="998933"/>
            </a:xfrm>
            <a:custGeom>
              <a:avLst/>
              <a:gdLst/>
              <a:ahLst/>
              <a:cxnLst/>
              <a:rect l="l" t="t" r="r" b="b"/>
              <a:pathLst>
                <a:path w="4233" h="8026" extrusionOk="0">
                  <a:moveTo>
                    <a:pt x="2117" y="1"/>
                  </a:moveTo>
                  <a:lnTo>
                    <a:pt x="1" y="2862"/>
                  </a:lnTo>
                  <a:lnTo>
                    <a:pt x="1" y="8026"/>
                  </a:lnTo>
                  <a:lnTo>
                    <a:pt x="4233" y="8026"/>
                  </a:lnTo>
                  <a:lnTo>
                    <a:pt x="4233" y="2862"/>
                  </a:lnTo>
                  <a:lnTo>
                    <a:pt x="21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6" name="Google Shape;2266;p21"/>
            <p:cNvSpPr/>
            <p:nvPr/>
          </p:nvSpPr>
          <p:spPr>
            <a:xfrm>
              <a:off x="4088089" y="5500470"/>
              <a:ext cx="70445" cy="155453"/>
            </a:xfrm>
            <a:custGeom>
              <a:avLst/>
              <a:gdLst/>
              <a:ahLst/>
              <a:cxnLst/>
              <a:rect l="l" t="t" r="r" b="b"/>
              <a:pathLst>
                <a:path w="566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5" y="1249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7" name="Google Shape;2267;p21"/>
            <p:cNvSpPr/>
            <p:nvPr/>
          </p:nvSpPr>
          <p:spPr>
            <a:xfrm>
              <a:off x="4197739" y="5500470"/>
              <a:ext cx="70570" cy="155453"/>
            </a:xfrm>
            <a:custGeom>
              <a:avLst/>
              <a:gdLst/>
              <a:ahLst/>
              <a:cxnLst/>
              <a:rect l="l" t="t" r="r" b="b"/>
              <a:pathLst>
                <a:path w="567" h="1249" extrusionOk="0">
                  <a:moveTo>
                    <a:pt x="1" y="0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8" name="Google Shape;2268;p21"/>
            <p:cNvSpPr/>
            <p:nvPr/>
          </p:nvSpPr>
          <p:spPr>
            <a:xfrm>
              <a:off x="4088089" y="5706579"/>
              <a:ext cx="70445" cy="155578"/>
            </a:xfrm>
            <a:custGeom>
              <a:avLst/>
              <a:gdLst/>
              <a:ahLst/>
              <a:cxnLst/>
              <a:rect l="l" t="t" r="r" b="b"/>
              <a:pathLst>
                <a:path w="566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5" y="1249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69" name="Google Shape;2269;p21"/>
            <p:cNvSpPr/>
            <p:nvPr/>
          </p:nvSpPr>
          <p:spPr>
            <a:xfrm>
              <a:off x="4197739" y="5706579"/>
              <a:ext cx="70570" cy="155578"/>
            </a:xfrm>
            <a:custGeom>
              <a:avLst/>
              <a:gdLst/>
              <a:ahLst/>
              <a:cxnLst/>
              <a:rect l="l" t="t" r="r" b="b"/>
              <a:pathLst>
                <a:path w="567" h="1250" extrusionOk="0">
                  <a:moveTo>
                    <a:pt x="1" y="1"/>
                  </a:moveTo>
                  <a:lnTo>
                    <a:pt x="1" y="1249"/>
                  </a:lnTo>
                  <a:lnTo>
                    <a:pt x="566" y="1249"/>
                  </a:lnTo>
                  <a:lnTo>
                    <a:pt x="5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0" name="Google Shape;2270;p21"/>
            <p:cNvSpPr/>
            <p:nvPr/>
          </p:nvSpPr>
          <p:spPr>
            <a:xfrm>
              <a:off x="6558146" y="5410484"/>
              <a:ext cx="526724" cy="820828"/>
            </a:xfrm>
            <a:custGeom>
              <a:avLst/>
              <a:gdLst/>
              <a:ahLst/>
              <a:cxnLst/>
              <a:rect l="l" t="t" r="r" b="b"/>
              <a:pathLst>
                <a:path w="4232" h="6595" extrusionOk="0">
                  <a:moveTo>
                    <a:pt x="0" y="0"/>
                  </a:moveTo>
                  <a:lnTo>
                    <a:pt x="0" y="6595"/>
                  </a:lnTo>
                  <a:lnTo>
                    <a:pt x="4231" y="6595"/>
                  </a:lnTo>
                  <a:lnTo>
                    <a:pt x="42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1" name="Google Shape;2271;p21"/>
            <p:cNvSpPr/>
            <p:nvPr/>
          </p:nvSpPr>
          <p:spPr>
            <a:xfrm>
              <a:off x="6605441" y="5305065"/>
              <a:ext cx="402637" cy="210838"/>
            </a:xfrm>
            <a:custGeom>
              <a:avLst/>
              <a:gdLst/>
              <a:ahLst/>
              <a:cxnLst/>
              <a:rect l="l" t="t" r="r" b="b"/>
              <a:pathLst>
                <a:path w="3235" h="1694" extrusionOk="0">
                  <a:moveTo>
                    <a:pt x="1" y="1"/>
                  </a:moveTo>
                  <a:lnTo>
                    <a:pt x="1" y="1693"/>
                  </a:lnTo>
                  <a:lnTo>
                    <a:pt x="3234" y="1693"/>
                  </a:lnTo>
                  <a:lnTo>
                    <a:pt x="32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2" name="Google Shape;2272;p21"/>
            <p:cNvSpPr/>
            <p:nvPr/>
          </p:nvSpPr>
          <p:spPr>
            <a:xfrm>
              <a:off x="6654729" y="5213339"/>
              <a:ext cx="307047" cy="160804"/>
            </a:xfrm>
            <a:custGeom>
              <a:avLst/>
              <a:gdLst/>
              <a:ahLst/>
              <a:cxnLst/>
              <a:rect l="l" t="t" r="r" b="b"/>
              <a:pathLst>
                <a:path w="2467" h="1292" extrusionOk="0">
                  <a:moveTo>
                    <a:pt x="1" y="0"/>
                  </a:moveTo>
                  <a:lnTo>
                    <a:pt x="1" y="1291"/>
                  </a:lnTo>
                  <a:lnTo>
                    <a:pt x="2467" y="1291"/>
                  </a:lnTo>
                  <a:lnTo>
                    <a:pt x="24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3" name="Google Shape;2273;p21"/>
            <p:cNvSpPr/>
            <p:nvPr/>
          </p:nvSpPr>
          <p:spPr>
            <a:xfrm>
              <a:off x="6648008" y="5471222"/>
              <a:ext cx="52646" cy="122969"/>
            </a:xfrm>
            <a:custGeom>
              <a:avLst/>
              <a:gdLst/>
              <a:ahLst/>
              <a:cxnLst/>
              <a:rect l="l" t="t" r="r" b="b"/>
              <a:pathLst>
                <a:path w="423" h="988" extrusionOk="0">
                  <a:moveTo>
                    <a:pt x="1" y="0"/>
                  </a:moveTo>
                  <a:lnTo>
                    <a:pt x="1" y="987"/>
                  </a:lnTo>
                  <a:lnTo>
                    <a:pt x="422" y="987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4" name="Google Shape;2274;p21"/>
            <p:cNvSpPr/>
            <p:nvPr/>
          </p:nvSpPr>
          <p:spPr>
            <a:xfrm>
              <a:off x="6746707" y="5471222"/>
              <a:ext cx="52646" cy="122969"/>
            </a:xfrm>
            <a:custGeom>
              <a:avLst/>
              <a:gdLst/>
              <a:ahLst/>
              <a:cxnLst/>
              <a:rect l="l" t="t" r="r" b="b"/>
              <a:pathLst>
                <a:path w="423" h="988" extrusionOk="0">
                  <a:moveTo>
                    <a:pt x="1" y="0"/>
                  </a:moveTo>
                  <a:lnTo>
                    <a:pt x="1" y="987"/>
                  </a:lnTo>
                  <a:lnTo>
                    <a:pt x="422" y="987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5" name="Google Shape;2275;p21"/>
            <p:cNvSpPr/>
            <p:nvPr/>
          </p:nvSpPr>
          <p:spPr>
            <a:xfrm>
              <a:off x="6843660" y="5471222"/>
              <a:ext cx="52523" cy="122969"/>
            </a:xfrm>
            <a:custGeom>
              <a:avLst/>
              <a:gdLst/>
              <a:ahLst/>
              <a:cxnLst/>
              <a:rect l="l" t="t" r="r" b="b"/>
              <a:pathLst>
                <a:path w="422" h="988" extrusionOk="0">
                  <a:moveTo>
                    <a:pt x="0" y="0"/>
                  </a:moveTo>
                  <a:lnTo>
                    <a:pt x="0" y="987"/>
                  </a:lnTo>
                  <a:lnTo>
                    <a:pt x="422" y="987"/>
                  </a:lnTo>
                  <a:lnTo>
                    <a:pt x="422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6" name="Google Shape;2276;p21"/>
            <p:cNvSpPr/>
            <p:nvPr/>
          </p:nvSpPr>
          <p:spPr>
            <a:xfrm>
              <a:off x="6942235" y="5471222"/>
              <a:ext cx="52400" cy="122969"/>
            </a:xfrm>
            <a:custGeom>
              <a:avLst/>
              <a:gdLst/>
              <a:ahLst/>
              <a:cxnLst/>
              <a:rect l="l" t="t" r="r" b="b"/>
              <a:pathLst>
                <a:path w="421" h="988" extrusionOk="0">
                  <a:moveTo>
                    <a:pt x="0" y="0"/>
                  </a:moveTo>
                  <a:lnTo>
                    <a:pt x="0" y="987"/>
                  </a:lnTo>
                  <a:lnTo>
                    <a:pt x="421" y="987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7" name="Google Shape;2277;p21"/>
            <p:cNvSpPr/>
            <p:nvPr/>
          </p:nvSpPr>
          <p:spPr>
            <a:xfrm>
              <a:off x="6648008" y="5640240"/>
              <a:ext cx="52646" cy="123094"/>
            </a:xfrm>
            <a:custGeom>
              <a:avLst/>
              <a:gdLst/>
              <a:ahLst/>
              <a:cxnLst/>
              <a:rect l="l" t="t" r="r" b="b"/>
              <a:pathLst>
                <a:path w="423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8" name="Google Shape;2278;p21"/>
            <p:cNvSpPr/>
            <p:nvPr/>
          </p:nvSpPr>
          <p:spPr>
            <a:xfrm>
              <a:off x="6746707" y="5640240"/>
              <a:ext cx="52646" cy="123094"/>
            </a:xfrm>
            <a:custGeom>
              <a:avLst/>
              <a:gdLst/>
              <a:ahLst/>
              <a:cxnLst/>
              <a:rect l="l" t="t" r="r" b="b"/>
              <a:pathLst>
                <a:path w="423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79" name="Google Shape;2279;p21"/>
            <p:cNvSpPr/>
            <p:nvPr/>
          </p:nvSpPr>
          <p:spPr>
            <a:xfrm>
              <a:off x="6843660" y="5640240"/>
              <a:ext cx="52523" cy="123094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0" name="Google Shape;2280;p21"/>
            <p:cNvSpPr/>
            <p:nvPr/>
          </p:nvSpPr>
          <p:spPr>
            <a:xfrm>
              <a:off x="6942235" y="5640240"/>
              <a:ext cx="52400" cy="123094"/>
            </a:xfrm>
            <a:custGeom>
              <a:avLst/>
              <a:gdLst/>
              <a:ahLst/>
              <a:cxnLst/>
              <a:rect l="l" t="t" r="r" b="b"/>
              <a:pathLst>
                <a:path w="421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1" name="Google Shape;2281;p21"/>
            <p:cNvSpPr/>
            <p:nvPr/>
          </p:nvSpPr>
          <p:spPr>
            <a:xfrm>
              <a:off x="6648008" y="5809508"/>
              <a:ext cx="52646" cy="123094"/>
            </a:xfrm>
            <a:custGeom>
              <a:avLst/>
              <a:gdLst/>
              <a:ahLst/>
              <a:cxnLst/>
              <a:rect l="l" t="t" r="r" b="b"/>
              <a:pathLst>
                <a:path w="423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2" name="Google Shape;2282;p21"/>
            <p:cNvSpPr/>
            <p:nvPr/>
          </p:nvSpPr>
          <p:spPr>
            <a:xfrm>
              <a:off x="6746707" y="5809508"/>
              <a:ext cx="52646" cy="123094"/>
            </a:xfrm>
            <a:custGeom>
              <a:avLst/>
              <a:gdLst/>
              <a:ahLst/>
              <a:cxnLst/>
              <a:rect l="l" t="t" r="r" b="b"/>
              <a:pathLst>
                <a:path w="423" h="989" extrusionOk="0">
                  <a:moveTo>
                    <a:pt x="1" y="1"/>
                  </a:moveTo>
                  <a:lnTo>
                    <a:pt x="1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3" name="Google Shape;2283;p21"/>
            <p:cNvSpPr/>
            <p:nvPr/>
          </p:nvSpPr>
          <p:spPr>
            <a:xfrm>
              <a:off x="6843660" y="5809508"/>
              <a:ext cx="52523" cy="123094"/>
            </a:xfrm>
            <a:custGeom>
              <a:avLst/>
              <a:gdLst/>
              <a:ahLst/>
              <a:cxnLst/>
              <a:rect l="l" t="t" r="r" b="b"/>
              <a:pathLst>
                <a:path w="422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2" y="988"/>
                  </a:lnTo>
                  <a:lnTo>
                    <a:pt x="42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4" name="Google Shape;2284;p21"/>
            <p:cNvSpPr/>
            <p:nvPr/>
          </p:nvSpPr>
          <p:spPr>
            <a:xfrm>
              <a:off x="6942235" y="5809508"/>
              <a:ext cx="52400" cy="123094"/>
            </a:xfrm>
            <a:custGeom>
              <a:avLst/>
              <a:gdLst/>
              <a:ahLst/>
              <a:cxnLst/>
              <a:rect l="l" t="t" r="r" b="b"/>
              <a:pathLst>
                <a:path w="421" h="989" extrusionOk="0">
                  <a:moveTo>
                    <a:pt x="0" y="1"/>
                  </a:moveTo>
                  <a:lnTo>
                    <a:pt x="0" y="988"/>
                  </a:lnTo>
                  <a:lnTo>
                    <a:pt x="421" y="9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5" name="Google Shape;2285;p21"/>
            <p:cNvSpPr/>
            <p:nvPr/>
          </p:nvSpPr>
          <p:spPr>
            <a:xfrm>
              <a:off x="7611338" y="5132314"/>
              <a:ext cx="526601" cy="998933"/>
            </a:xfrm>
            <a:custGeom>
              <a:avLst/>
              <a:gdLst/>
              <a:ahLst/>
              <a:cxnLst/>
              <a:rect l="l" t="t" r="r" b="b"/>
              <a:pathLst>
                <a:path w="4231" h="8026" extrusionOk="0">
                  <a:moveTo>
                    <a:pt x="2116" y="0"/>
                  </a:moveTo>
                  <a:lnTo>
                    <a:pt x="0" y="2861"/>
                  </a:lnTo>
                  <a:lnTo>
                    <a:pt x="0" y="8025"/>
                  </a:lnTo>
                  <a:lnTo>
                    <a:pt x="4231" y="8025"/>
                  </a:lnTo>
                  <a:lnTo>
                    <a:pt x="4231" y="2861"/>
                  </a:lnTo>
                  <a:lnTo>
                    <a:pt x="21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6" name="Google Shape;2286;p21"/>
            <p:cNvSpPr/>
            <p:nvPr/>
          </p:nvSpPr>
          <p:spPr>
            <a:xfrm>
              <a:off x="7718125" y="5472964"/>
              <a:ext cx="127076" cy="127201"/>
            </a:xfrm>
            <a:custGeom>
              <a:avLst/>
              <a:gdLst/>
              <a:ahLst/>
              <a:cxnLst/>
              <a:rect l="l" t="t" r="r" b="b"/>
              <a:pathLst>
                <a:path w="1021" h="1022" extrusionOk="0">
                  <a:moveTo>
                    <a:pt x="511" y="0"/>
                  </a:moveTo>
                  <a:cubicBezTo>
                    <a:pt x="230" y="0"/>
                    <a:pt x="1" y="230"/>
                    <a:pt x="1" y="511"/>
                  </a:cubicBezTo>
                  <a:cubicBezTo>
                    <a:pt x="1" y="792"/>
                    <a:pt x="230" y="1022"/>
                    <a:pt x="511" y="1022"/>
                  </a:cubicBezTo>
                  <a:cubicBezTo>
                    <a:pt x="794" y="1022"/>
                    <a:pt x="1021" y="793"/>
                    <a:pt x="1021" y="511"/>
                  </a:cubicBezTo>
                  <a:cubicBezTo>
                    <a:pt x="1021" y="230"/>
                    <a:pt x="793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7" name="Google Shape;2287;p21"/>
            <p:cNvSpPr/>
            <p:nvPr/>
          </p:nvSpPr>
          <p:spPr>
            <a:xfrm>
              <a:off x="7904071" y="5472964"/>
              <a:ext cx="127076" cy="127201"/>
            </a:xfrm>
            <a:custGeom>
              <a:avLst/>
              <a:gdLst/>
              <a:ahLst/>
              <a:cxnLst/>
              <a:rect l="l" t="t" r="r" b="b"/>
              <a:pathLst>
                <a:path w="1021" h="1022" extrusionOk="0">
                  <a:moveTo>
                    <a:pt x="511" y="0"/>
                  </a:moveTo>
                  <a:cubicBezTo>
                    <a:pt x="230" y="0"/>
                    <a:pt x="0" y="230"/>
                    <a:pt x="0" y="511"/>
                  </a:cubicBezTo>
                  <a:cubicBezTo>
                    <a:pt x="0" y="792"/>
                    <a:pt x="230" y="1022"/>
                    <a:pt x="511" y="1022"/>
                  </a:cubicBezTo>
                  <a:cubicBezTo>
                    <a:pt x="792" y="1022"/>
                    <a:pt x="1021" y="793"/>
                    <a:pt x="1021" y="511"/>
                  </a:cubicBezTo>
                  <a:cubicBezTo>
                    <a:pt x="1021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8" name="Google Shape;2288;p21"/>
            <p:cNvSpPr/>
            <p:nvPr/>
          </p:nvSpPr>
          <p:spPr>
            <a:xfrm>
              <a:off x="7718125" y="5653682"/>
              <a:ext cx="127076" cy="127076"/>
            </a:xfrm>
            <a:custGeom>
              <a:avLst/>
              <a:gdLst/>
              <a:ahLst/>
              <a:cxnLst/>
              <a:rect l="l" t="t" r="r" b="b"/>
              <a:pathLst>
                <a:path w="1021" h="1021" extrusionOk="0">
                  <a:moveTo>
                    <a:pt x="511" y="0"/>
                  </a:moveTo>
                  <a:cubicBezTo>
                    <a:pt x="230" y="0"/>
                    <a:pt x="1" y="230"/>
                    <a:pt x="1" y="511"/>
                  </a:cubicBezTo>
                  <a:cubicBezTo>
                    <a:pt x="1" y="792"/>
                    <a:pt x="230" y="1020"/>
                    <a:pt x="511" y="1020"/>
                  </a:cubicBezTo>
                  <a:cubicBezTo>
                    <a:pt x="794" y="1020"/>
                    <a:pt x="1021" y="792"/>
                    <a:pt x="1021" y="511"/>
                  </a:cubicBezTo>
                  <a:cubicBezTo>
                    <a:pt x="1021" y="230"/>
                    <a:pt x="793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89" name="Google Shape;2289;p21"/>
            <p:cNvSpPr/>
            <p:nvPr/>
          </p:nvSpPr>
          <p:spPr>
            <a:xfrm>
              <a:off x="7904071" y="5653682"/>
              <a:ext cx="127076" cy="127076"/>
            </a:xfrm>
            <a:custGeom>
              <a:avLst/>
              <a:gdLst/>
              <a:ahLst/>
              <a:cxnLst/>
              <a:rect l="l" t="t" r="r" b="b"/>
              <a:pathLst>
                <a:path w="1021" h="1021" extrusionOk="0">
                  <a:moveTo>
                    <a:pt x="511" y="0"/>
                  </a:moveTo>
                  <a:cubicBezTo>
                    <a:pt x="230" y="0"/>
                    <a:pt x="0" y="230"/>
                    <a:pt x="0" y="511"/>
                  </a:cubicBezTo>
                  <a:cubicBezTo>
                    <a:pt x="0" y="792"/>
                    <a:pt x="230" y="1020"/>
                    <a:pt x="511" y="1020"/>
                  </a:cubicBezTo>
                  <a:cubicBezTo>
                    <a:pt x="792" y="1020"/>
                    <a:pt x="1021" y="792"/>
                    <a:pt x="1021" y="511"/>
                  </a:cubicBezTo>
                  <a:cubicBezTo>
                    <a:pt x="1021" y="230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0" name="Google Shape;2290;p21"/>
            <p:cNvSpPr/>
            <p:nvPr/>
          </p:nvSpPr>
          <p:spPr>
            <a:xfrm>
              <a:off x="7718125" y="5834399"/>
              <a:ext cx="127076" cy="127076"/>
            </a:xfrm>
            <a:custGeom>
              <a:avLst/>
              <a:gdLst/>
              <a:ahLst/>
              <a:cxnLst/>
              <a:rect l="l" t="t" r="r" b="b"/>
              <a:pathLst>
                <a:path w="1021" h="1021" extrusionOk="0">
                  <a:moveTo>
                    <a:pt x="511" y="0"/>
                  </a:moveTo>
                  <a:cubicBezTo>
                    <a:pt x="230" y="0"/>
                    <a:pt x="1" y="228"/>
                    <a:pt x="1" y="510"/>
                  </a:cubicBezTo>
                  <a:cubicBezTo>
                    <a:pt x="1" y="791"/>
                    <a:pt x="230" y="1020"/>
                    <a:pt x="511" y="1020"/>
                  </a:cubicBezTo>
                  <a:cubicBezTo>
                    <a:pt x="794" y="1020"/>
                    <a:pt x="1021" y="791"/>
                    <a:pt x="1021" y="510"/>
                  </a:cubicBezTo>
                  <a:cubicBezTo>
                    <a:pt x="1021" y="228"/>
                    <a:pt x="793" y="0"/>
                    <a:pt x="5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1" name="Google Shape;2291;p21"/>
            <p:cNvSpPr/>
            <p:nvPr/>
          </p:nvSpPr>
          <p:spPr>
            <a:xfrm>
              <a:off x="7904071" y="5834399"/>
              <a:ext cx="127076" cy="127076"/>
            </a:xfrm>
            <a:custGeom>
              <a:avLst/>
              <a:gdLst/>
              <a:ahLst/>
              <a:cxnLst/>
              <a:rect l="l" t="t" r="r" b="b"/>
              <a:pathLst>
                <a:path w="1021" h="1021" extrusionOk="0">
                  <a:moveTo>
                    <a:pt x="511" y="0"/>
                  </a:moveTo>
                  <a:cubicBezTo>
                    <a:pt x="230" y="0"/>
                    <a:pt x="0" y="228"/>
                    <a:pt x="0" y="510"/>
                  </a:cubicBezTo>
                  <a:cubicBezTo>
                    <a:pt x="0" y="791"/>
                    <a:pt x="230" y="1020"/>
                    <a:pt x="511" y="1020"/>
                  </a:cubicBezTo>
                  <a:cubicBezTo>
                    <a:pt x="792" y="1020"/>
                    <a:pt x="1021" y="791"/>
                    <a:pt x="1021" y="510"/>
                  </a:cubicBezTo>
                  <a:cubicBezTo>
                    <a:pt x="1021" y="228"/>
                    <a:pt x="792" y="0"/>
                    <a:pt x="51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2" name="Google Shape;2292;p21"/>
            <p:cNvSpPr/>
            <p:nvPr/>
          </p:nvSpPr>
          <p:spPr>
            <a:xfrm>
              <a:off x="3720928" y="6113442"/>
              <a:ext cx="4770636" cy="179848"/>
            </a:xfrm>
            <a:custGeom>
              <a:avLst/>
              <a:gdLst/>
              <a:ahLst/>
              <a:cxnLst/>
              <a:rect l="l" t="t" r="r" b="b"/>
              <a:pathLst>
                <a:path w="38330" h="1445" extrusionOk="0">
                  <a:moveTo>
                    <a:pt x="1" y="0"/>
                  </a:moveTo>
                  <a:lnTo>
                    <a:pt x="1" y="1445"/>
                  </a:lnTo>
                  <a:lnTo>
                    <a:pt x="38329" y="1445"/>
                  </a:lnTo>
                  <a:lnTo>
                    <a:pt x="383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3" name="Google Shape;2293;p21"/>
            <p:cNvSpPr/>
            <p:nvPr/>
          </p:nvSpPr>
          <p:spPr>
            <a:xfrm>
              <a:off x="4435586" y="6001550"/>
              <a:ext cx="32110" cy="187315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1" y="1"/>
                  </a:moveTo>
                  <a:lnTo>
                    <a:pt x="1" y="1505"/>
                  </a:lnTo>
                  <a:lnTo>
                    <a:pt x="258" y="1505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4" name="Google Shape;2294;p21"/>
            <p:cNvSpPr/>
            <p:nvPr/>
          </p:nvSpPr>
          <p:spPr>
            <a:xfrm>
              <a:off x="4311622" y="5595683"/>
              <a:ext cx="140145" cy="470965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1126" y="1"/>
                  </a:moveTo>
                  <a:cubicBezTo>
                    <a:pt x="1126" y="1"/>
                    <a:pt x="0" y="2038"/>
                    <a:pt x="0" y="2658"/>
                  </a:cubicBezTo>
                  <a:cubicBezTo>
                    <a:pt x="0" y="3280"/>
                    <a:pt x="504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5" name="Google Shape;2295;p21"/>
            <p:cNvSpPr/>
            <p:nvPr/>
          </p:nvSpPr>
          <p:spPr>
            <a:xfrm>
              <a:off x="4451517" y="5595683"/>
              <a:ext cx="140270" cy="470965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" y="1"/>
                  </a:moveTo>
                  <a:lnTo>
                    <a:pt x="1" y="3784"/>
                  </a:lnTo>
                  <a:cubicBezTo>
                    <a:pt x="622" y="3784"/>
                    <a:pt x="1126" y="3280"/>
                    <a:pt x="1126" y="2658"/>
                  </a:cubicBezTo>
                  <a:cubicBezTo>
                    <a:pt x="1126" y="203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6" name="Google Shape;2296;p21"/>
            <p:cNvSpPr/>
            <p:nvPr/>
          </p:nvSpPr>
          <p:spPr>
            <a:xfrm>
              <a:off x="4773374" y="6001550"/>
              <a:ext cx="32110" cy="187315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0" y="1"/>
                  </a:moveTo>
                  <a:lnTo>
                    <a:pt x="0" y="1505"/>
                  </a:lnTo>
                  <a:lnTo>
                    <a:pt x="257" y="1505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7" name="Google Shape;2297;p21"/>
            <p:cNvSpPr/>
            <p:nvPr/>
          </p:nvSpPr>
          <p:spPr>
            <a:xfrm>
              <a:off x="4649285" y="5595683"/>
              <a:ext cx="140270" cy="470965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126" y="1"/>
                  </a:moveTo>
                  <a:cubicBezTo>
                    <a:pt x="1125" y="1"/>
                    <a:pt x="1" y="2038"/>
                    <a:pt x="1" y="2658"/>
                  </a:cubicBezTo>
                  <a:cubicBezTo>
                    <a:pt x="1" y="3280"/>
                    <a:pt x="505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8" name="Google Shape;2298;p21"/>
            <p:cNvSpPr/>
            <p:nvPr/>
          </p:nvSpPr>
          <p:spPr>
            <a:xfrm>
              <a:off x="4789303" y="5595683"/>
              <a:ext cx="140145" cy="470965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0" y="1"/>
                  </a:moveTo>
                  <a:lnTo>
                    <a:pt x="0" y="3784"/>
                  </a:lnTo>
                  <a:cubicBezTo>
                    <a:pt x="621" y="3784"/>
                    <a:pt x="1126" y="3280"/>
                    <a:pt x="1126" y="2658"/>
                  </a:cubicBezTo>
                  <a:cubicBezTo>
                    <a:pt x="1126" y="203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299" name="Google Shape;2299;p21"/>
            <p:cNvSpPr/>
            <p:nvPr/>
          </p:nvSpPr>
          <p:spPr>
            <a:xfrm>
              <a:off x="6542093" y="6001550"/>
              <a:ext cx="32110" cy="187315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0" y="1"/>
                  </a:moveTo>
                  <a:lnTo>
                    <a:pt x="0" y="1505"/>
                  </a:lnTo>
                  <a:lnTo>
                    <a:pt x="257" y="1505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0" name="Google Shape;2300;p21"/>
            <p:cNvSpPr/>
            <p:nvPr/>
          </p:nvSpPr>
          <p:spPr>
            <a:xfrm>
              <a:off x="6418004" y="5595683"/>
              <a:ext cx="140270" cy="470965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126" y="1"/>
                  </a:moveTo>
                  <a:cubicBezTo>
                    <a:pt x="1126" y="1"/>
                    <a:pt x="1" y="2038"/>
                    <a:pt x="1" y="2658"/>
                  </a:cubicBezTo>
                  <a:cubicBezTo>
                    <a:pt x="1" y="3280"/>
                    <a:pt x="505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1" name="Google Shape;2301;p21"/>
            <p:cNvSpPr/>
            <p:nvPr/>
          </p:nvSpPr>
          <p:spPr>
            <a:xfrm>
              <a:off x="6558024" y="5595683"/>
              <a:ext cx="140145" cy="470965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0" y="1"/>
                  </a:moveTo>
                  <a:lnTo>
                    <a:pt x="0" y="3784"/>
                  </a:lnTo>
                  <a:cubicBezTo>
                    <a:pt x="621" y="3784"/>
                    <a:pt x="1126" y="3280"/>
                    <a:pt x="1126" y="2658"/>
                  </a:cubicBezTo>
                  <a:cubicBezTo>
                    <a:pt x="1126" y="203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2" name="Google Shape;2302;p21"/>
            <p:cNvSpPr/>
            <p:nvPr/>
          </p:nvSpPr>
          <p:spPr>
            <a:xfrm>
              <a:off x="7595407" y="6001550"/>
              <a:ext cx="32110" cy="187315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0" y="1"/>
                  </a:moveTo>
                  <a:lnTo>
                    <a:pt x="0" y="1505"/>
                  </a:lnTo>
                  <a:lnTo>
                    <a:pt x="257" y="1505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3" name="Google Shape;2303;p21"/>
            <p:cNvSpPr/>
            <p:nvPr/>
          </p:nvSpPr>
          <p:spPr>
            <a:xfrm>
              <a:off x="7471318" y="5595683"/>
              <a:ext cx="140270" cy="470965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126" y="1"/>
                  </a:moveTo>
                  <a:cubicBezTo>
                    <a:pt x="1125" y="1"/>
                    <a:pt x="1" y="2038"/>
                    <a:pt x="1" y="2658"/>
                  </a:cubicBezTo>
                  <a:cubicBezTo>
                    <a:pt x="1" y="3280"/>
                    <a:pt x="505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4" name="Google Shape;2304;p21"/>
            <p:cNvSpPr/>
            <p:nvPr/>
          </p:nvSpPr>
          <p:spPr>
            <a:xfrm>
              <a:off x="7611338" y="5595683"/>
              <a:ext cx="140145" cy="470965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0" y="1"/>
                  </a:moveTo>
                  <a:lnTo>
                    <a:pt x="0" y="3784"/>
                  </a:lnTo>
                  <a:cubicBezTo>
                    <a:pt x="622" y="3784"/>
                    <a:pt x="1126" y="3280"/>
                    <a:pt x="1126" y="2658"/>
                  </a:cubicBezTo>
                  <a:cubicBezTo>
                    <a:pt x="1126" y="2037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5" name="Google Shape;2305;p21"/>
            <p:cNvSpPr/>
            <p:nvPr/>
          </p:nvSpPr>
          <p:spPr>
            <a:xfrm>
              <a:off x="7951616" y="6001550"/>
              <a:ext cx="32110" cy="187315"/>
            </a:xfrm>
            <a:custGeom>
              <a:avLst/>
              <a:gdLst/>
              <a:ahLst/>
              <a:cxnLst/>
              <a:rect l="l" t="t" r="r" b="b"/>
              <a:pathLst>
                <a:path w="258" h="1505" extrusionOk="0">
                  <a:moveTo>
                    <a:pt x="0" y="1"/>
                  </a:moveTo>
                  <a:lnTo>
                    <a:pt x="0" y="1505"/>
                  </a:lnTo>
                  <a:lnTo>
                    <a:pt x="258" y="1505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6" name="Google Shape;2306;p21"/>
            <p:cNvSpPr/>
            <p:nvPr/>
          </p:nvSpPr>
          <p:spPr>
            <a:xfrm>
              <a:off x="7827652" y="5595683"/>
              <a:ext cx="140145" cy="470965"/>
            </a:xfrm>
            <a:custGeom>
              <a:avLst/>
              <a:gdLst/>
              <a:ahLst/>
              <a:cxnLst/>
              <a:rect l="l" t="t" r="r" b="b"/>
              <a:pathLst>
                <a:path w="1126" h="3784" extrusionOk="0">
                  <a:moveTo>
                    <a:pt x="1126" y="1"/>
                  </a:moveTo>
                  <a:cubicBezTo>
                    <a:pt x="1125" y="1"/>
                    <a:pt x="1" y="2038"/>
                    <a:pt x="1" y="2658"/>
                  </a:cubicBezTo>
                  <a:cubicBezTo>
                    <a:pt x="1" y="3280"/>
                    <a:pt x="504" y="3784"/>
                    <a:pt x="1126" y="3784"/>
                  </a:cubicBezTo>
                  <a:lnTo>
                    <a:pt x="1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7" name="Google Shape;2307;p21"/>
            <p:cNvSpPr/>
            <p:nvPr/>
          </p:nvSpPr>
          <p:spPr>
            <a:xfrm>
              <a:off x="7967547" y="5595683"/>
              <a:ext cx="140270" cy="470965"/>
            </a:xfrm>
            <a:custGeom>
              <a:avLst/>
              <a:gdLst/>
              <a:ahLst/>
              <a:cxnLst/>
              <a:rect l="l" t="t" r="r" b="b"/>
              <a:pathLst>
                <a:path w="1127" h="3784" extrusionOk="0">
                  <a:moveTo>
                    <a:pt x="1" y="1"/>
                  </a:moveTo>
                  <a:lnTo>
                    <a:pt x="1" y="3784"/>
                  </a:lnTo>
                  <a:cubicBezTo>
                    <a:pt x="622" y="3784"/>
                    <a:pt x="1126" y="3280"/>
                    <a:pt x="1126" y="2658"/>
                  </a:cubicBezTo>
                  <a:cubicBezTo>
                    <a:pt x="1126" y="203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8" name="Google Shape;2308;p21"/>
            <p:cNvSpPr/>
            <p:nvPr/>
          </p:nvSpPr>
          <p:spPr>
            <a:xfrm>
              <a:off x="5329714" y="1468423"/>
              <a:ext cx="799172" cy="736070"/>
            </a:xfrm>
            <a:custGeom>
              <a:avLst/>
              <a:gdLst/>
              <a:ahLst/>
              <a:cxnLst/>
              <a:rect l="l" t="t" r="r" b="b"/>
              <a:pathLst>
                <a:path w="6421" h="5914" extrusionOk="0">
                  <a:moveTo>
                    <a:pt x="3207" y="0"/>
                  </a:moveTo>
                  <a:cubicBezTo>
                    <a:pt x="1817" y="0"/>
                    <a:pt x="579" y="986"/>
                    <a:pt x="308" y="2402"/>
                  </a:cubicBezTo>
                  <a:cubicBezTo>
                    <a:pt x="1" y="4006"/>
                    <a:pt x="1051" y="5553"/>
                    <a:pt x="2656" y="5860"/>
                  </a:cubicBezTo>
                  <a:cubicBezTo>
                    <a:pt x="2844" y="5896"/>
                    <a:pt x="3031" y="5913"/>
                    <a:pt x="3215" y="5913"/>
                  </a:cubicBezTo>
                  <a:cubicBezTo>
                    <a:pt x="4605" y="5913"/>
                    <a:pt x="5844" y="4928"/>
                    <a:pt x="6114" y="3512"/>
                  </a:cubicBezTo>
                  <a:cubicBezTo>
                    <a:pt x="6420" y="1908"/>
                    <a:pt x="5368" y="360"/>
                    <a:pt x="3766" y="53"/>
                  </a:cubicBezTo>
                  <a:cubicBezTo>
                    <a:pt x="3578" y="18"/>
                    <a:pt x="3391" y="0"/>
                    <a:pt x="3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09" name="Google Shape;2309;p21"/>
            <p:cNvSpPr/>
            <p:nvPr/>
          </p:nvSpPr>
          <p:spPr>
            <a:xfrm>
              <a:off x="5891907" y="1728796"/>
              <a:ext cx="373" cy="310906"/>
            </a:xfrm>
            <a:custGeom>
              <a:avLst/>
              <a:gdLst/>
              <a:ahLst/>
              <a:cxnLst/>
              <a:rect l="l" t="t" r="r" b="b"/>
              <a:pathLst>
                <a:path w="3" h="2498" extrusionOk="0">
                  <a:moveTo>
                    <a:pt x="2" y="1"/>
                  </a:moveTo>
                  <a:cubicBezTo>
                    <a:pt x="1" y="21"/>
                    <a:pt x="1" y="42"/>
                    <a:pt x="0" y="62"/>
                  </a:cubicBezTo>
                  <a:lnTo>
                    <a:pt x="0" y="2497"/>
                  </a:lnTo>
                  <a:lnTo>
                    <a:pt x="2" y="249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AFC01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0" name="Google Shape;2310;p21"/>
            <p:cNvSpPr/>
            <p:nvPr/>
          </p:nvSpPr>
          <p:spPr>
            <a:xfrm>
              <a:off x="5566439" y="1728920"/>
              <a:ext cx="162922" cy="311030"/>
            </a:xfrm>
            <a:custGeom>
              <a:avLst/>
              <a:gdLst/>
              <a:ahLst/>
              <a:cxnLst/>
              <a:rect l="l" t="t" r="r" b="b"/>
              <a:pathLst>
                <a:path w="1309" h="2499" extrusionOk="0">
                  <a:moveTo>
                    <a:pt x="1" y="1"/>
                  </a:moveTo>
                  <a:lnTo>
                    <a:pt x="1" y="2498"/>
                  </a:lnTo>
                  <a:lnTo>
                    <a:pt x="1308" y="2498"/>
                  </a:lnTo>
                  <a:lnTo>
                    <a:pt x="1308" y="1643"/>
                  </a:lnTo>
                  <a:lnTo>
                    <a:pt x="970" y="1290"/>
                  </a:lnTo>
                  <a:cubicBezTo>
                    <a:pt x="1080" y="1264"/>
                    <a:pt x="1193" y="1250"/>
                    <a:pt x="1308" y="1250"/>
                  </a:cubicBezTo>
                  <a:cubicBezTo>
                    <a:pt x="605" y="1250"/>
                    <a:pt x="33" y="696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1" name="Google Shape;2311;p21"/>
            <p:cNvSpPr/>
            <p:nvPr/>
          </p:nvSpPr>
          <p:spPr>
            <a:xfrm>
              <a:off x="5566564" y="1634703"/>
              <a:ext cx="163046" cy="249672"/>
            </a:xfrm>
            <a:custGeom>
              <a:avLst/>
              <a:gdLst/>
              <a:ahLst/>
              <a:cxnLst/>
              <a:rect l="l" t="t" r="r" b="b"/>
              <a:pathLst>
                <a:path w="1310" h="2006" extrusionOk="0">
                  <a:moveTo>
                    <a:pt x="1309" y="1"/>
                  </a:moveTo>
                  <a:cubicBezTo>
                    <a:pt x="1204" y="266"/>
                    <a:pt x="978" y="475"/>
                    <a:pt x="696" y="571"/>
                  </a:cubicBezTo>
                  <a:cubicBezTo>
                    <a:pt x="586" y="608"/>
                    <a:pt x="469" y="629"/>
                    <a:pt x="349" y="629"/>
                  </a:cubicBezTo>
                  <a:cubicBezTo>
                    <a:pt x="227" y="629"/>
                    <a:pt x="110" y="608"/>
                    <a:pt x="3" y="571"/>
                  </a:cubicBezTo>
                  <a:cubicBezTo>
                    <a:pt x="2" y="592"/>
                    <a:pt x="1" y="612"/>
                    <a:pt x="1" y="632"/>
                  </a:cubicBezTo>
                  <a:lnTo>
                    <a:pt x="1" y="757"/>
                  </a:lnTo>
                  <a:cubicBezTo>
                    <a:pt x="33" y="1452"/>
                    <a:pt x="606" y="2006"/>
                    <a:pt x="1309" y="2006"/>
                  </a:cubicBezTo>
                  <a:lnTo>
                    <a:pt x="1309" y="571"/>
                  </a:lnTo>
                  <a:lnTo>
                    <a:pt x="130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2" name="Google Shape;2312;p21"/>
            <p:cNvSpPr/>
            <p:nvPr/>
          </p:nvSpPr>
          <p:spPr>
            <a:xfrm>
              <a:off x="5687043" y="1884497"/>
              <a:ext cx="42317" cy="48915"/>
            </a:xfrm>
            <a:custGeom>
              <a:avLst/>
              <a:gdLst/>
              <a:ahLst/>
              <a:cxnLst/>
              <a:rect l="l" t="t" r="r" b="b"/>
              <a:pathLst>
                <a:path w="340" h="393" extrusionOk="0">
                  <a:moveTo>
                    <a:pt x="339" y="0"/>
                  </a:moveTo>
                  <a:cubicBezTo>
                    <a:pt x="224" y="0"/>
                    <a:pt x="109" y="14"/>
                    <a:pt x="1" y="40"/>
                  </a:cubicBezTo>
                  <a:lnTo>
                    <a:pt x="339" y="393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3" name="Google Shape;2313;p21"/>
            <p:cNvSpPr/>
            <p:nvPr/>
          </p:nvSpPr>
          <p:spPr>
            <a:xfrm>
              <a:off x="5729236" y="2039575"/>
              <a:ext cx="162549" cy="75299"/>
            </a:xfrm>
            <a:custGeom>
              <a:avLst/>
              <a:gdLst/>
              <a:ahLst/>
              <a:cxnLst/>
              <a:rect l="l" t="t" r="r" b="b"/>
              <a:pathLst>
                <a:path w="1306" h="605" extrusionOk="0">
                  <a:moveTo>
                    <a:pt x="0" y="0"/>
                  </a:moveTo>
                  <a:lnTo>
                    <a:pt x="0" y="605"/>
                  </a:lnTo>
                  <a:lnTo>
                    <a:pt x="1306" y="605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4" name="Google Shape;2314;p21"/>
            <p:cNvSpPr/>
            <p:nvPr/>
          </p:nvSpPr>
          <p:spPr>
            <a:xfrm>
              <a:off x="5729236" y="1634703"/>
              <a:ext cx="162795" cy="249672"/>
            </a:xfrm>
            <a:custGeom>
              <a:avLst/>
              <a:gdLst/>
              <a:ahLst/>
              <a:cxnLst/>
              <a:rect l="l" t="t" r="r" b="b"/>
              <a:pathLst>
                <a:path w="1308" h="2006" extrusionOk="0">
                  <a:moveTo>
                    <a:pt x="0" y="1"/>
                  </a:moveTo>
                  <a:lnTo>
                    <a:pt x="0" y="571"/>
                  </a:lnTo>
                  <a:lnTo>
                    <a:pt x="0" y="2006"/>
                  </a:lnTo>
                  <a:cubicBezTo>
                    <a:pt x="684" y="2006"/>
                    <a:pt x="1244" y="1484"/>
                    <a:pt x="1307" y="818"/>
                  </a:cubicBezTo>
                  <a:lnTo>
                    <a:pt x="1307" y="571"/>
                  </a:lnTo>
                  <a:cubicBezTo>
                    <a:pt x="1198" y="607"/>
                    <a:pt x="1082" y="629"/>
                    <a:pt x="960" y="629"/>
                  </a:cubicBezTo>
                  <a:cubicBezTo>
                    <a:pt x="838" y="629"/>
                    <a:pt x="722" y="608"/>
                    <a:pt x="613" y="571"/>
                  </a:cubicBezTo>
                  <a:cubicBezTo>
                    <a:pt x="330" y="475"/>
                    <a:pt x="105" y="266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5" name="Google Shape;2315;p21"/>
            <p:cNvSpPr/>
            <p:nvPr/>
          </p:nvSpPr>
          <p:spPr>
            <a:xfrm>
              <a:off x="5729236" y="1736514"/>
              <a:ext cx="162795" cy="303190"/>
            </a:xfrm>
            <a:custGeom>
              <a:avLst/>
              <a:gdLst/>
              <a:ahLst/>
              <a:cxnLst/>
              <a:rect l="l" t="t" r="r" b="b"/>
              <a:pathLst>
                <a:path w="1308" h="2436" extrusionOk="0">
                  <a:moveTo>
                    <a:pt x="1307" y="0"/>
                  </a:moveTo>
                  <a:cubicBezTo>
                    <a:pt x="1244" y="666"/>
                    <a:pt x="684" y="1188"/>
                    <a:pt x="0" y="1188"/>
                  </a:cubicBezTo>
                  <a:cubicBezTo>
                    <a:pt x="117" y="1188"/>
                    <a:pt x="231" y="1202"/>
                    <a:pt x="340" y="1228"/>
                  </a:cubicBezTo>
                  <a:lnTo>
                    <a:pt x="0" y="1581"/>
                  </a:lnTo>
                  <a:lnTo>
                    <a:pt x="0" y="2435"/>
                  </a:lnTo>
                  <a:lnTo>
                    <a:pt x="1307" y="2435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6" name="Google Shape;2316;p21"/>
            <p:cNvSpPr/>
            <p:nvPr/>
          </p:nvSpPr>
          <p:spPr>
            <a:xfrm>
              <a:off x="5729236" y="1884497"/>
              <a:ext cx="42441" cy="48915"/>
            </a:xfrm>
            <a:custGeom>
              <a:avLst/>
              <a:gdLst/>
              <a:ahLst/>
              <a:cxnLst/>
              <a:rect l="l" t="t" r="r" b="b"/>
              <a:pathLst>
                <a:path w="341" h="393" extrusionOk="0">
                  <a:moveTo>
                    <a:pt x="0" y="0"/>
                  </a:moveTo>
                  <a:lnTo>
                    <a:pt x="0" y="393"/>
                  </a:lnTo>
                  <a:lnTo>
                    <a:pt x="340" y="40"/>
                  </a:lnTo>
                  <a:cubicBezTo>
                    <a:pt x="230" y="14"/>
                    <a:pt x="117" y="0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7" name="Google Shape;2317;p21"/>
            <p:cNvSpPr/>
            <p:nvPr/>
          </p:nvSpPr>
          <p:spPr>
            <a:xfrm>
              <a:off x="5729236" y="1933287"/>
              <a:ext cx="125" cy="623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BEC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8" name="Google Shape;2318;p21"/>
            <p:cNvSpPr/>
            <p:nvPr/>
          </p:nvSpPr>
          <p:spPr>
            <a:xfrm>
              <a:off x="5521261" y="1909017"/>
              <a:ext cx="416201" cy="205985"/>
            </a:xfrm>
            <a:custGeom>
              <a:avLst/>
              <a:gdLst/>
              <a:ahLst/>
              <a:cxnLst/>
              <a:rect l="l" t="t" r="r" b="b"/>
              <a:pathLst>
                <a:path w="3344" h="1655" extrusionOk="0">
                  <a:moveTo>
                    <a:pt x="923" y="0"/>
                  </a:moveTo>
                  <a:cubicBezTo>
                    <a:pt x="376" y="304"/>
                    <a:pt x="1" y="931"/>
                    <a:pt x="1" y="1655"/>
                  </a:cubicBezTo>
                  <a:lnTo>
                    <a:pt x="3343" y="1655"/>
                  </a:lnTo>
                  <a:cubicBezTo>
                    <a:pt x="3343" y="930"/>
                    <a:pt x="2968" y="304"/>
                    <a:pt x="2420" y="0"/>
                  </a:cubicBezTo>
                  <a:cubicBezTo>
                    <a:pt x="2411" y="109"/>
                    <a:pt x="2352" y="448"/>
                    <a:pt x="2006" y="506"/>
                  </a:cubicBezTo>
                  <a:cubicBezTo>
                    <a:pt x="1981" y="510"/>
                    <a:pt x="1957" y="512"/>
                    <a:pt x="1936" y="512"/>
                  </a:cubicBezTo>
                  <a:cubicBezTo>
                    <a:pt x="1680" y="512"/>
                    <a:pt x="1671" y="243"/>
                    <a:pt x="1671" y="201"/>
                  </a:cubicBezTo>
                  <a:cubicBezTo>
                    <a:pt x="1671" y="243"/>
                    <a:pt x="1663" y="512"/>
                    <a:pt x="1408" y="512"/>
                  </a:cubicBezTo>
                  <a:cubicBezTo>
                    <a:pt x="1386" y="512"/>
                    <a:pt x="1363" y="510"/>
                    <a:pt x="1338" y="506"/>
                  </a:cubicBezTo>
                  <a:cubicBezTo>
                    <a:pt x="990" y="448"/>
                    <a:pt x="932" y="109"/>
                    <a:pt x="9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19" name="Google Shape;2319;p21"/>
            <p:cNvSpPr/>
            <p:nvPr/>
          </p:nvSpPr>
          <p:spPr>
            <a:xfrm>
              <a:off x="5636140" y="1889352"/>
              <a:ext cx="93222" cy="83639"/>
            </a:xfrm>
            <a:custGeom>
              <a:avLst/>
              <a:gdLst/>
              <a:ahLst/>
              <a:cxnLst/>
              <a:rect l="l" t="t" r="r" b="b"/>
              <a:pathLst>
                <a:path w="749" h="672" extrusionOk="0">
                  <a:moveTo>
                    <a:pt x="410" y="1"/>
                  </a:moveTo>
                  <a:lnTo>
                    <a:pt x="360" y="12"/>
                  </a:lnTo>
                  <a:cubicBezTo>
                    <a:pt x="234" y="46"/>
                    <a:pt x="114" y="95"/>
                    <a:pt x="0" y="160"/>
                  </a:cubicBezTo>
                  <a:cubicBezTo>
                    <a:pt x="10" y="268"/>
                    <a:pt x="68" y="607"/>
                    <a:pt x="415" y="665"/>
                  </a:cubicBezTo>
                  <a:cubicBezTo>
                    <a:pt x="440" y="669"/>
                    <a:pt x="463" y="671"/>
                    <a:pt x="485" y="671"/>
                  </a:cubicBezTo>
                  <a:cubicBezTo>
                    <a:pt x="740" y="671"/>
                    <a:pt x="748" y="402"/>
                    <a:pt x="748" y="360"/>
                  </a:cubicBezTo>
                  <a:lnTo>
                    <a:pt x="748" y="358"/>
                  </a:lnTo>
                  <a:lnTo>
                    <a:pt x="748" y="354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0" name="Google Shape;2320;p21"/>
            <p:cNvSpPr/>
            <p:nvPr/>
          </p:nvSpPr>
          <p:spPr>
            <a:xfrm>
              <a:off x="5729236" y="1889227"/>
              <a:ext cx="93347" cy="83514"/>
            </a:xfrm>
            <a:custGeom>
              <a:avLst/>
              <a:gdLst/>
              <a:ahLst/>
              <a:cxnLst/>
              <a:rect l="l" t="t" r="r" b="b"/>
              <a:pathLst>
                <a:path w="750" h="671" extrusionOk="0">
                  <a:moveTo>
                    <a:pt x="340" y="1"/>
                  </a:moveTo>
                  <a:lnTo>
                    <a:pt x="0" y="354"/>
                  </a:lnTo>
                  <a:lnTo>
                    <a:pt x="0" y="358"/>
                  </a:lnTo>
                  <a:lnTo>
                    <a:pt x="0" y="360"/>
                  </a:lnTo>
                  <a:cubicBezTo>
                    <a:pt x="0" y="402"/>
                    <a:pt x="9" y="671"/>
                    <a:pt x="265" y="671"/>
                  </a:cubicBezTo>
                  <a:cubicBezTo>
                    <a:pt x="286" y="671"/>
                    <a:pt x="310" y="669"/>
                    <a:pt x="335" y="665"/>
                  </a:cubicBezTo>
                  <a:cubicBezTo>
                    <a:pt x="683" y="607"/>
                    <a:pt x="741" y="268"/>
                    <a:pt x="749" y="159"/>
                  </a:cubicBezTo>
                  <a:cubicBezTo>
                    <a:pt x="637" y="97"/>
                    <a:pt x="516" y="46"/>
                    <a:pt x="389" y="12"/>
                  </a:cubicBezTo>
                  <a:lnTo>
                    <a:pt x="3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1" name="Google Shape;2321;p21"/>
            <p:cNvSpPr/>
            <p:nvPr/>
          </p:nvSpPr>
          <p:spPr>
            <a:xfrm>
              <a:off x="5720274" y="1984316"/>
              <a:ext cx="18047" cy="17922"/>
            </a:xfrm>
            <a:custGeom>
              <a:avLst/>
              <a:gdLst/>
              <a:ahLst/>
              <a:cxnLst/>
              <a:rect l="l" t="t" r="r" b="b"/>
              <a:pathLst>
                <a:path w="145" h="144" extrusionOk="0">
                  <a:moveTo>
                    <a:pt x="72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2"/>
                    <a:pt x="33" y="143"/>
                    <a:pt x="72" y="143"/>
                  </a:cubicBezTo>
                  <a:cubicBezTo>
                    <a:pt x="112" y="143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2" name="Google Shape;2322;p21"/>
            <p:cNvSpPr/>
            <p:nvPr/>
          </p:nvSpPr>
          <p:spPr>
            <a:xfrm>
              <a:off x="5720274" y="2021779"/>
              <a:ext cx="18047" cy="17922"/>
            </a:xfrm>
            <a:custGeom>
              <a:avLst/>
              <a:gdLst/>
              <a:ahLst/>
              <a:cxnLst/>
              <a:rect l="l" t="t" r="r" b="b"/>
              <a:pathLst>
                <a:path w="145" h="144" extrusionOk="0">
                  <a:moveTo>
                    <a:pt x="72" y="0"/>
                  </a:moveTo>
                  <a:cubicBezTo>
                    <a:pt x="33" y="0"/>
                    <a:pt x="1" y="32"/>
                    <a:pt x="1" y="72"/>
                  </a:cubicBezTo>
                  <a:cubicBezTo>
                    <a:pt x="1" y="112"/>
                    <a:pt x="33" y="143"/>
                    <a:pt x="72" y="143"/>
                  </a:cubicBezTo>
                  <a:cubicBezTo>
                    <a:pt x="112" y="143"/>
                    <a:pt x="144" y="112"/>
                    <a:pt x="144" y="72"/>
                  </a:cubicBezTo>
                  <a:cubicBezTo>
                    <a:pt x="144" y="32"/>
                    <a:pt x="112" y="0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3" name="Google Shape;2323;p21"/>
            <p:cNvSpPr/>
            <p:nvPr/>
          </p:nvSpPr>
          <p:spPr>
            <a:xfrm>
              <a:off x="5720274" y="2059242"/>
              <a:ext cx="18047" cy="18047"/>
            </a:xfrm>
            <a:custGeom>
              <a:avLst/>
              <a:gdLst/>
              <a:ahLst/>
              <a:cxnLst/>
              <a:rect l="l" t="t" r="r" b="b"/>
              <a:pathLst>
                <a:path w="145" h="145" extrusionOk="0">
                  <a:moveTo>
                    <a:pt x="72" y="1"/>
                  </a:moveTo>
                  <a:cubicBezTo>
                    <a:pt x="33" y="1"/>
                    <a:pt x="1" y="33"/>
                    <a:pt x="1" y="72"/>
                  </a:cubicBezTo>
                  <a:cubicBezTo>
                    <a:pt x="1" y="112"/>
                    <a:pt x="33" y="144"/>
                    <a:pt x="72" y="144"/>
                  </a:cubicBezTo>
                  <a:cubicBezTo>
                    <a:pt x="112" y="144"/>
                    <a:pt x="144" y="112"/>
                    <a:pt x="144" y="72"/>
                  </a:cubicBezTo>
                  <a:cubicBezTo>
                    <a:pt x="144" y="33"/>
                    <a:pt x="112" y="1"/>
                    <a:pt x="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4" name="Google Shape;2324;p21"/>
            <p:cNvSpPr/>
            <p:nvPr/>
          </p:nvSpPr>
          <p:spPr>
            <a:xfrm>
              <a:off x="6239900" y="3448229"/>
              <a:ext cx="85381" cy="183332"/>
            </a:xfrm>
            <a:custGeom>
              <a:avLst/>
              <a:gdLst/>
              <a:ahLst/>
              <a:cxnLst/>
              <a:rect l="l" t="t" r="r" b="b"/>
              <a:pathLst>
                <a:path w="686" h="1473" extrusionOk="0">
                  <a:moveTo>
                    <a:pt x="686" y="1"/>
                  </a:moveTo>
                  <a:cubicBezTo>
                    <a:pt x="272" y="327"/>
                    <a:pt x="0" y="864"/>
                    <a:pt x="0" y="1472"/>
                  </a:cubicBezTo>
                  <a:lnTo>
                    <a:pt x="686" y="1472"/>
                  </a:lnTo>
                  <a:lnTo>
                    <a:pt x="686" y="571"/>
                  </a:lnTo>
                  <a:lnTo>
                    <a:pt x="6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5" name="Google Shape;2325;p21"/>
            <p:cNvSpPr/>
            <p:nvPr/>
          </p:nvSpPr>
          <p:spPr>
            <a:xfrm>
              <a:off x="6286573" y="3211131"/>
              <a:ext cx="1618" cy="6596"/>
            </a:xfrm>
            <a:custGeom>
              <a:avLst/>
              <a:gdLst/>
              <a:ahLst/>
              <a:cxnLst/>
              <a:rect l="l" t="t" r="r" b="b"/>
              <a:pathLst>
                <a:path w="13" h="53" extrusionOk="0">
                  <a:moveTo>
                    <a:pt x="12" y="1"/>
                  </a:moveTo>
                  <a:cubicBezTo>
                    <a:pt x="8" y="17"/>
                    <a:pt x="3" y="34"/>
                    <a:pt x="1" y="53"/>
                  </a:cubicBezTo>
                  <a:cubicBezTo>
                    <a:pt x="3" y="35"/>
                    <a:pt x="8" y="18"/>
                    <a:pt x="12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6" name="Google Shape;2326;p21"/>
            <p:cNvSpPr/>
            <p:nvPr/>
          </p:nvSpPr>
          <p:spPr>
            <a:xfrm>
              <a:off x="6284207" y="3227187"/>
              <a:ext cx="871" cy="5601"/>
            </a:xfrm>
            <a:custGeom>
              <a:avLst/>
              <a:gdLst/>
              <a:ahLst/>
              <a:cxnLst/>
              <a:rect l="l" t="t" r="r" b="b"/>
              <a:pathLst>
                <a:path w="7" h="45" extrusionOk="0">
                  <a:moveTo>
                    <a:pt x="7" y="1"/>
                  </a:moveTo>
                  <a:cubicBezTo>
                    <a:pt x="6" y="15"/>
                    <a:pt x="3" y="29"/>
                    <a:pt x="0" y="45"/>
                  </a:cubicBezTo>
                  <a:cubicBezTo>
                    <a:pt x="3" y="29"/>
                    <a:pt x="6" y="15"/>
                    <a:pt x="7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7" name="Google Shape;2327;p21"/>
            <p:cNvSpPr/>
            <p:nvPr/>
          </p:nvSpPr>
          <p:spPr>
            <a:xfrm>
              <a:off x="6307234" y="3156866"/>
              <a:ext cx="5228" cy="7966"/>
            </a:xfrm>
            <a:custGeom>
              <a:avLst/>
              <a:gdLst/>
              <a:ahLst/>
              <a:cxnLst/>
              <a:rect l="l" t="t" r="r" b="b"/>
              <a:pathLst>
                <a:path w="42" h="64" extrusionOk="0">
                  <a:moveTo>
                    <a:pt x="42" y="1"/>
                  </a:moveTo>
                  <a:lnTo>
                    <a:pt x="42" y="1"/>
                  </a:lnTo>
                  <a:cubicBezTo>
                    <a:pt x="27" y="21"/>
                    <a:pt x="14" y="42"/>
                    <a:pt x="1" y="63"/>
                  </a:cubicBezTo>
                  <a:cubicBezTo>
                    <a:pt x="15" y="42"/>
                    <a:pt x="27" y="21"/>
                    <a:pt x="42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8" name="Google Shape;2328;p21"/>
            <p:cNvSpPr/>
            <p:nvPr/>
          </p:nvSpPr>
          <p:spPr>
            <a:xfrm>
              <a:off x="6300636" y="3169188"/>
              <a:ext cx="4107" cy="7592"/>
            </a:xfrm>
            <a:custGeom>
              <a:avLst/>
              <a:gdLst/>
              <a:ahLst/>
              <a:cxnLst/>
              <a:rect l="l" t="t" r="r" b="b"/>
              <a:pathLst>
                <a:path w="33" h="61" extrusionOk="0">
                  <a:moveTo>
                    <a:pt x="32" y="0"/>
                  </a:moveTo>
                  <a:lnTo>
                    <a:pt x="32" y="0"/>
                  </a:lnTo>
                  <a:cubicBezTo>
                    <a:pt x="21" y="21"/>
                    <a:pt x="11" y="40"/>
                    <a:pt x="0" y="60"/>
                  </a:cubicBezTo>
                  <a:cubicBezTo>
                    <a:pt x="11" y="41"/>
                    <a:pt x="21" y="21"/>
                    <a:pt x="32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29" name="Google Shape;2329;p21"/>
            <p:cNvSpPr/>
            <p:nvPr/>
          </p:nvSpPr>
          <p:spPr>
            <a:xfrm>
              <a:off x="6294663" y="3182380"/>
              <a:ext cx="3236" cy="7344"/>
            </a:xfrm>
            <a:custGeom>
              <a:avLst/>
              <a:gdLst/>
              <a:ahLst/>
              <a:cxnLst/>
              <a:rect l="l" t="t" r="r" b="b"/>
              <a:pathLst>
                <a:path w="26" h="59" extrusionOk="0">
                  <a:moveTo>
                    <a:pt x="26" y="0"/>
                  </a:moveTo>
                  <a:lnTo>
                    <a:pt x="26" y="0"/>
                  </a:lnTo>
                  <a:cubicBezTo>
                    <a:pt x="18" y="19"/>
                    <a:pt x="9" y="38"/>
                    <a:pt x="0" y="59"/>
                  </a:cubicBezTo>
                  <a:cubicBezTo>
                    <a:pt x="10" y="38"/>
                    <a:pt x="18" y="19"/>
                    <a:pt x="26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0" name="Google Shape;2330;p21"/>
            <p:cNvSpPr/>
            <p:nvPr/>
          </p:nvSpPr>
          <p:spPr>
            <a:xfrm>
              <a:off x="6290058" y="3196196"/>
              <a:ext cx="2364" cy="7219"/>
            </a:xfrm>
            <a:custGeom>
              <a:avLst/>
              <a:gdLst/>
              <a:ahLst/>
              <a:cxnLst/>
              <a:rect l="l" t="t" r="r" b="b"/>
              <a:pathLst>
                <a:path w="19" h="58" extrusionOk="0">
                  <a:moveTo>
                    <a:pt x="19" y="1"/>
                  </a:moveTo>
                  <a:cubicBezTo>
                    <a:pt x="12" y="19"/>
                    <a:pt x="6" y="39"/>
                    <a:pt x="1" y="57"/>
                  </a:cubicBezTo>
                  <a:cubicBezTo>
                    <a:pt x="6" y="39"/>
                    <a:pt x="12" y="20"/>
                    <a:pt x="19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1" name="Google Shape;2331;p21"/>
            <p:cNvSpPr/>
            <p:nvPr/>
          </p:nvSpPr>
          <p:spPr>
            <a:xfrm>
              <a:off x="6590383" y="3189598"/>
              <a:ext cx="2364" cy="6721"/>
            </a:xfrm>
            <a:custGeom>
              <a:avLst/>
              <a:gdLst/>
              <a:ahLst/>
              <a:cxnLst/>
              <a:rect l="l" t="t" r="r" b="b"/>
              <a:pathLst>
                <a:path w="19" h="54" extrusionOk="0">
                  <a:moveTo>
                    <a:pt x="19" y="5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2" name="Google Shape;2332;p21"/>
            <p:cNvSpPr/>
            <p:nvPr/>
          </p:nvSpPr>
          <p:spPr>
            <a:xfrm>
              <a:off x="6594988" y="3203415"/>
              <a:ext cx="2116" cy="7841"/>
            </a:xfrm>
            <a:custGeom>
              <a:avLst/>
              <a:gdLst/>
              <a:ahLst/>
              <a:cxnLst/>
              <a:rect l="l" t="t" r="r" b="b"/>
              <a:pathLst>
                <a:path w="17" h="63" extrusionOk="0">
                  <a:moveTo>
                    <a:pt x="0" y="0"/>
                  </a:moveTo>
                  <a:lnTo>
                    <a:pt x="0" y="0"/>
                  </a:lnTo>
                  <a:cubicBezTo>
                    <a:pt x="6" y="21"/>
                    <a:pt x="11" y="41"/>
                    <a:pt x="16" y="63"/>
                  </a:cubicBezTo>
                  <a:cubicBezTo>
                    <a:pt x="11" y="41"/>
                    <a:pt x="6" y="20"/>
                    <a:pt x="0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3" name="Google Shape;2333;p21"/>
            <p:cNvSpPr/>
            <p:nvPr/>
          </p:nvSpPr>
          <p:spPr>
            <a:xfrm>
              <a:off x="6600713" y="3232415"/>
              <a:ext cx="871" cy="15683"/>
            </a:xfrm>
            <a:custGeom>
              <a:avLst/>
              <a:gdLst/>
              <a:ahLst/>
              <a:cxnLst/>
              <a:rect l="l" t="t" r="r" b="b"/>
              <a:pathLst>
                <a:path w="7" h="126" extrusionOk="0">
                  <a:moveTo>
                    <a:pt x="6" y="125"/>
                  </a:moveTo>
                  <a:cubicBezTo>
                    <a:pt x="6" y="82"/>
                    <a:pt x="4" y="41"/>
                    <a:pt x="0" y="0"/>
                  </a:cubicBezTo>
                  <a:cubicBezTo>
                    <a:pt x="4" y="41"/>
                    <a:pt x="6" y="82"/>
                    <a:pt x="6" y="125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4" name="Google Shape;2334;p21"/>
            <p:cNvSpPr/>
            <p:nvPr/>
          </p:nvSpPr>
          <p:spPr>
            <a:xfrm>
              <a:off x="6598349" y="3217603"/>
              <a:ext cx="1618" cy="9708"/>
            </a:xfrm>
            <a:custGeom>
              <a:avLst/>
              <a:gdLst/>
              <a:ahLst/>
              <a:cxnLst/>
              <a:rect l="l" t="t" r="r" b="b"/>
              <a:pathLst>
                <a:path w="13" h="78" extrusionOk="0">
                  <a:moveTo>
                    <a:pt x="1" y="1"/>
                  </a:moveTo>
                  <a:cubicBezTo>
                    <a:pt x="6" y="26"/>
                    <a:pt x="9" y="52"/>
                    <a:pt x="13" y="78"/>
                  </a:cubicBezTo>
                  <a:cubicBezTo>
                    <a:pt x="10" y="51"/>
                    <a:pt x="6" y="25"/>
                    <a:pt x="1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5" name="Google Shape;2335;p21"/>
            <p:cNvSpPr/>
            <p:nvPr/>
          </p:nvSpPr>
          <p:spPr>
            <a:xfrm>
              <a:off x="6577688" y="3164706"/>
              <a:ext cx="2862" cy="4480"/>
            </a:xfrm>
            <a:custGeom>
              <a:avLst/>
              <a:gdLst/>
              <a:ahLst/>
              <a:cxnLst/>
              <a:rect l="l" t="t" r="r" b="b"/>
              <a:pathLst>
                <a:path w="23" h="36" extrusionOk="0">
                  <a:moveTo>
                    <a:pt x="1" y="0"/>
                  </a:moveTo>
                  <a:cubicBezTo>
                    <a:pt x="7" y="11"/>
                    <a:pt x="15" y="24"/>
                    <a:pt x="22" y="36"/>
                  </a:cubicBezTo>
                  <a:cubicBezTo>
                    <a:pt x="15" y="23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6" name="Google Shape;2336;p21"/>
            <p:cNvSpPr/>
            <p:nvPr/>
          </p:nvSpPr>
          <p:spPr>
            <a:xfrm>
              <a:off x="6570219" y="3153755"/>
              <a:ext cx="2489" cy="3236"/>
            </a:xfrm>
            <a:custGeom>
              <a:avLst/>
              <a:gdLst/>
              <a:ahLst/>
              <a:cxnLst/>
              <a:rect l="l" t="t" r="r" b="b"/>
              <a:pathLst>
                <a:path w="20" h="26" extrusionOk="0">
                  <a:moveTo>
                    <a:pt x="20" y="26"/>
                  </a:moveTo>
                  <a:cubicBezTo>
                    <a:pt x="14" y="16"/>
                    <a:pt x="7" y="8"/>
                    <a:pt x="1" y="0"/>
                  </a:cubicBezTo>
                  <a:cubicBezTo>
                    <a:pt x="7" y="8"/>
                    <a:pt x="14" y="16"/>
                    <a:pt x="20" y="26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7" name="Google Shape;2337;p21"/>
            <p:cNvSpPr/>
            <p:nvPr/>
          </p:nvSpPr>
          <p:spPr>
            <a:xfrm>
              <a:off x="6584409" y="3176779"/>
              <a:ext cx="2862" cy="5725"/>
            </a:xfrm>
            <a:custGeom>
              <a:avLst/>
              <a:gdLst/>
              <a:ahLst/>
              <a:cxnLst/>
              <a:rect l="l" t="t" r="r" b="b"/>
              <a:pathLst>
                <a:path w="23" h="46" extrusionOk="0">
                  <a:moveTo>
                    <a:pt x="23" y="45"/>
                  </a:moveTo>
                  <a:cubicBezTo>
                    <a:pt x="15" y="29"/>
                    <a:pt x="8" y="15"/>
                    <a:pt x="0" y="0"/>
                  </a:cubicBezTo>
                  <a:cubicBezTo>
                    <a:pt x="8" y="15"/>
                    <a:pt x="15" y="29"/>
                    <a:pt x="23" y="45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8" name="Google Shape;2338;p21"/>
            <p:cNvSpPr/>
            <p:nvPr/>
          </p:nvSpPr>
          <p:spPr>
            <a:xfrm>
              <a:off x="6596979" y="3211131"/>
              <a:ext cx="1493" cy="6596"/>
            </a:xfrm>
            <a:custGeom>
              <a:avLst/>
              <a:gdLst/>
              <a:ahLst/>
              <a:cxnLst/>
              <a:rect l="l" t="t" r="r" b="b"/>
              <a:pathLst>
                <a:path w="12" h="53" extrusionOk="0">
                  <a:moveTo>
                    <a:pt x="0" y="1"/>
                  </a:moveTo>
                  <a:cubicBezTo>
                    <a:pt x="5" y="18"/>
                    <a:pt x="9" y="35"/>
                    <a:pt x="12" y="53"/>
                  </a:cubicBezTo>
                  <a:cubicBezTo>
                    <a:pt x="10" y="34"/>
                    <a:pt x="5" y="17"/>
                    <a:pt x="0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39" name="Google Shape;2339;p21"/>
            <p:cNvSpPr/>
            <p:nvPr/>
          </p:nvSpPr>
          <p:spPr>
            <a:xfrm>
              <a:off x="6599842" y="3227062"/>
              <a:ext cx="996" cy="5476"/>
            </a:xfrm>
            <a:custGeom>
              <a:avLst/>
              <a:gdLst/>
              <a:ahLst/>
              <a:cxnLst/>
              <a:rect l="l" t="t" r="r" b="b"/>
              <a:pathLst>
                <a:path w="8" h="44" extrusionOk="0">
                  <a:moveTo>
                    <a:pt x="7" y="43"/>
                  </a:moveTo>
                  <a:cubicBezTo>
                    <a:pt x="6" y="30"/>
                    <a:pt x="3" y="16"/>
                    <a:pt x="1" y="0"/>
                  </a:cubicBezTo>
                  <a:cubicBezTo>
                    <a:pt x="3" y="16"/>
                    <a:pt x="6" y="30"/>
                    <a:pt x="7" y="43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0" name="Google Shape;2340;p21"/>
            <p:cNvSpPr/>
            <p:nvPr/>
          </p:nvSpPr>
          <p:spPr>
            <a:xfrm>
              <a:off x="6580425" y="3169188"/>
              <a:ext cx="4107" cy="7717"/>
            </a:xfrm>
            <a:custGeom>
              <a:avLst/>
              <a:gdLst/>
              <a:ahLst/>
              <a:cxnLst/>
              <a:rect l="l" t="t" r="r" b="b"/>
              <a:pathLst>
                <a:path w="33" h="62" extrusionOk="0">
                  <a:moveTo>
                    <a:pt x="32" y="61"/>
                  </a:moveTo>
                  <a:cubicBezTo>
                    <a:pt x="22" y="41"/>
                    <a:pt x="12" y="20"/>
                    <a:pt x="0" y="1"/>
                  </a:cubicBezTo>
                  <a:cubicBezTo>
                    <a:pt x="12" y="20"/>
                    <a:pt x="22" y="41"/>
                    <a:pt x="32" y="6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1" name="Google Shape;2341;p21"/>
            <p:cNvSpPr/>
            <p:nvPr/>
          </p:nvSpPr>
          <p:spPr>
            <a:xfrm>
              <a:off x="6572708" y="3156866"/>
              <a:ext cx="5103" cy="7966"/>
            </a:xfrm>
            <a:custGeom>
              <a:avLst/>
              <a:gdLst/>
              <a:ahLst/>
              <a:cxnLst/>
              <a:rect l="l" t="t" r="r" b="b"/>
              <a:pathLst>
                <a:path w="41" h="64" extrusionOk="0">
                  <a:moveTo>
                    <a:pt x="0" y="1"/>
                  </a:moveTo>
                  <a:cubicBezTo>
                    <a:pt x="14" y="21"/>
                    <a:pt x="27" y="42"/>
                    <a:pt x="41" y="63"/>
                  </a:cubicBezTo>
                  <a:cubicBezTo>
                    <a:pt x="28" y="41"/>
                    <a:pt x="14" y="21"/>
                    <a:pt x="0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2" name="Google Shape;2342;p21"/>
            <p:cNvSpPr/>
            <p:nvPr/>
          </p:nvSpPr>
          <p:spPr>
            <a:xfrm>
              <a:off x="6592623" y="3196319"/>
              <a:ext cx="2489" cy="7219"/>
            </a:xfrm>
            <a:custGeom>
              <a:avLst/>
              <a:gdLst/>
              <a:ahLst/>
              <a:cxnLst/>
              <a:rect l="l" t="t" r="r" b="b"/>
              <a:pathLst>
                <a:path w="20" h="58" extrusionOk="0">
                  <a:moveTo>
                    <a:pt x="1" y="1"/>
                  </a:moveTo>
                  <a:cubicBezTo>
                    <a:pt x="8" y="19"/>
                    <a:pt x="14" y="38"/>
                    <a:pt x="19" y="57"/>
                  </a:cubicBezTo>
                  <a:cubicBezTo>
                    <a:pt x="14" y="38"/>
                    <a:pt x="8" y="18"/>
                    <a:pt x="1" y="1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3" name="Google Shape;2343;p21"/>
            <p:cNvSpPr/>
            <p:nvPr/>
          </p:nvSpPr>
          <p:spPr>
            <a:xfrm>
              <a:off x="6587271" y="3182380"/>
              <a:ext cx="3236" cy="7344"/>
            </a:xfrm>
            <a:custGeom>
              <a:avLst/>
              <a:gdLst/>
              <a:ahLst/>
              <a:cxnLst/>
              <a:rect l="l" t="t" r="r" b="b"/>
              <a:pathLst>
                <a:path w="26" h="59" extrusionOk="0">
                  <a:moveTo>
                    <a:pt x="1" y="0"/>
                  </a:moveTo>
                  <a:cubicBezTo>
                    <a:pt x="8" y="19"/>
                    <a:pt x="16" y="38"/>
                    <a:pt x="25" y="59"/>
                  </a:cubicBezTo>
                  <a:cubicBezTo>
                    <a:pt x="17" y="38"/>
                    <a:pt x="8" y="19"/>
                    <a:pt x="1" y="0"/>
                  </a:cubicBezTo>
                  <a:close/>
                </a:path>
              </a:pathLst>
            </a:custGeom>
            <a:solidFill>
              <a:srgbClr val="FF5B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4" name="Google Shape;2344;p21"/>
            <p:cNvSpPr/>
            <p:nvPr/>
          </p:nvSpPr>
          <p:spPr>
            <a:xfrm>
              <a:off x="6336356" y="1947102"/>
              <a:ext cx="799172" cy="736070"/>
            </a:xfrm>
            <a:custGeom>
              <a:avLst/>
              <a:gdLst/>
              <a:ahLst/>
              <a:cxnLst/>
              <a:rect l="l" t="t" r="r" b="b"/>
              <a:pathLst>
                <a:path w="6421" h="5914" extrusionOk="0">
                  <a:moveTo>
                    <a:pt x="3207" y="0"/>
                  </a:moveTo>
                  <a:cubicBezTo>
                    <a:pt x="1817" y="0"/>
                    <a:pt x="578" y="986"/>
                    <a:pt x="308" y="2402"/>
                  </a:cubicBezTo>
                  <a:cubicBezTo>
                    <a:pt x="1" y="4006"/>
                    <a:pt x="1052" y="5553"/>
                    <a:pt x="2656" y="5860"/>
                  </a:cubicBezTo>
                  <a:cubicBezTo>
                    <a:pt x="2844" y="5896"/>
                    <a:pt x="3031" y="5913"/>
                    <a:pt x="3215" y="5913"/>
                  </a:cubicBezTo>
                  <a:cubicBezTo>
                    <a:pt x="4605" y="5913"/>
                    <a:pt x="5844" y="4928"/>
                    <a:pt x="6115" y="3512"/>
                  </a:cubicBezTo>
                  <a:cubicBezTo>
                    <a:pt x="6420" y="1909"/>
                    <a:pt x="5369" y="361"/>
                    <a:pt x="3765" y="54"/>
                  </a:cubicBezTo>
                  <a:cubicBezTo>
                    <a:pt x="3578" y="18"/>
                    <a:pt x="3391" y="0"/>
                    <a:pt x="3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5" name="Google Shape;2345;p21"/>
            <p:cNvSpPr/>
            <p:nvPr/>
          </p:nvSpPr>
          <p:spPr>
            <a:xfrm>
              <a:off x="6528028" y="2407360"/>
              <a:ext cx="186942" cy="186569"/>
            </a:xfrm>
            <a:custGeom>
              <a:avLst/>
              <a:gdLst/>
              <a:ahLst/>
              <a:cxnLst/>
              <a:rect l="l" t="t" r="r" b="b"/>
              <a:pathLst>
                <a:path w="1502" h="1499" extrusionOk="0">
                  <a:moveTo>
                    <a:pt x="688" y="0"/>
                  </a:moveTo>
                  <a:cubicBezTo>
                    <a:pt x="272" y="337"/>
                    <a:pt x="1" y="883"/>
                    <a:pt x="1" y="1498"/>
                  </a:cubicBezTo>
                  <a:lnTo>
                    <a:pt x="1303" y="1498"/>
                  </a:lnTo>
                  <a:lnTo>
                    <a:pt x="1502" y="524"/>
                  </a:lnTo>
                  <a:lnTo>
                    <a:pt x="1371" y="276"/>
                  </a:lnTo>
                  <a:cubicBezTo>
                    <a:pt x="1321" y="353"/>
                    <a:pt x="1282" y="451"/>
                    <a:pt x="1274" y="572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6" name="Google Shape;2346;p21"/>
            <p:cNvSpPr/>
            <p:nvPr/>
          </p:nvSpPr>
          <p:spPr>
            <a:xfrm>
              <a:off x="6674518" y="2363300"/>
              <a:ext cx="61484" cy="46923"/>
            </a:xfrm>
            <a:custGeom>
              <a:avLst/>
              <a:gdLst/>
              <a:ahLst/>
              <a:cxnLst/>
              <a:rect l="l" t="t" r="r" b="b"/>
              <a:pathLst>
                <a:path w="494" h="377" extrusionOk="0">
                  <a:moveTo>
                    <a:pt x="494" y="0"/>
                  </a:moveTo>
                  <a:cubicBezTo>
                    <a:pt x="323" y="0"/>
                    <a:pt x="156" y="30"/>
                    <a:pt x="1" y="82"/>
                  </a:cubicBezTo>
                  <a:lnTo>
                    <a:pt x="494" y="377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7" name="Google Shape;2347;p21"/>
            <p:cNvSpPr/>
            <p:nvPr/>
          </p:nvSpPr>
          <p:spPr>
            <a:xfrm>
              <a:off x="6690075" y="2410099"/>
              <a:ext cx="45925" cy="183831"/>
            </a:xfrm>
            <a:custGeom>
              <a:avLst/>
              <a:gdLst/>
              <a:ahLst/>
              <a:cxnLst/>
              <a:rect l="l" t="t" r="r" b="b"/>
              <a:pathLst>
                <a:path w="369" h="1477" extrusionOk="0">
                  <a:moveTo>
                    <a:pt x="369" y="1"/>
                  </a:moveTo>
                  <a:cubicBezTo>
                    <a:pt x="368" y="1"/>
                    <a:pt x="187" y="69"/>
                    <a:pt x="69" y="254"/>
                  </a:cubicBezTo>
                  <a:lnTo>
                    <a:pt x="199" y="502"/>
                  </a:lnTo>
                  <a:lnTo>
                    <a:pt x="0" y="1476"/>
                  </a:lnTo>
                  <a:lnTo>
                    <a:pt x="369" y="1476"/>
                  </a:lnTo>
                  <a:lnTo>
                    <a:pt x="3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8" name="Google Shape;2348;p21"/>
            <p:cNvSpPr/>
            <p:nvPr/>
          </p:nvSpPr>
          <p:spPr>
            <a:xfrm>
              <a:off x="6613532" y="2373507"/>
              <a:ext cx="122471" cy="105170"/>
            </a:xfrm>
            <a:custGeom>
              <a:avLst/>
              <a:gdLst/>
              <a:ahLst/>
              <a:cxnLst/>
              <a:rect l="l" t="t" r="r" b="b"/>
              <a:pathLst>
                <a:path w="984" h="845" extrusionOk="0">
                  <a:moveTo>
                    <a:pt x="491" y="0"/>
                  </a:moveTo>
                  <a:cubicBezTo>
                    <a:pt x="313" y="61"/>
                    <a:pt x="148" y="154"/>
                    <a:pt x="0" y="272"/>
                  </a:cubicBezTo>
                  <a:lnTo>
                    <a:pt x="585" y="844"/>
                  </a:lnTo>
                  <a:cubicBezTo>
                    <a:pt x="595" y="723"/>
                    <a:pt x="634" y="627"/>
                    <a:pt x="684" y="548"/>
                  </a:cubicBezTo>
                  <a:cubicBezTo>
                    <a:pt x="803" y="363"/>
                    <a:pt x="984" y="295"/>
                    <a:pt x="984" y="295"/>
                  </a:cubicBezTo>
                  <a:lnTo>
                    <a:pt x="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49" name="Google Shape;2349;p21"/>
            <p:cNvSpPr/>
            <p:nvPr/>
          </p:nvSpPr>
          <p:spPr>
            <a:xfrm>
              <a:off x="6572833" y="2074799"/>
              <a:ext cx="163168" cy="253405"/>
            </a:xfrm>
            <a:custGeom>
              <a:avLst/>
              <a:gdLst/>
              <a:ahLst/>
              <a:cxnLst/>
              <a:rect l="l" t="t" r="r" b="b"/>
              <a:pathLst>
                <a:path w="1311" h="2036" extrusionOk="0">
                  <a:moveTo>
                    <a:pt x="869" y="1"/>
                  </a:moveTo>
                  <a:cubicBezTo>
                    <a:pt x="809" y="436"/>
                    <a:pt x="455" y="777"/>
                    <a:pt x="14" y="817"/>
                  </a:cubicBezTo>
                  <a:cubicBezTo>
                    <a:pt x="5" y="879"/>
                    <a:pt x="0" y="940"/>
                    <a:pt x="0" y="1002"/>
                  </a:cubicBezTo>
                  <a:cubicBezTo>
                    <a:pt x="0" y="1423"/>
                    <a:pt x="199" y="1795"/>
                    <a:pt x="505" y="2036"/>
                  </a:cubicBezTo>
                  <a:cubicBezTo>
                    <a:pt x="603" y="1592"/>
                    <a:pt x="926" y="1264"/>
                    <a:pt x="1311" y="1264"/>
                  </a:cubicBezTo>
                  <a:lnTo>
                    <a:pt x="1311" y="527"/>
                  </a:lnTo>
                  <a:cubicBezTo>
                    <a:pt x="1126" y="389"/>
                    <a:pt x="972" y="209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0" name="Google Shape;2350;p21"/>
            <p:cNvSpPr/>
            <p:nvPr/>
          </p:nvSpPr>
          <p:spPr>
            <a:xfrm>
              <a:off x="6635687" y="2232118"/>
              <a:ext cx="100316" cy="131059"/>
            </a:xfrm>
            <a:custGeom>
              <a:avLst/>
              <a:gdLst/>
              <a:ahLst/>
              <a:cxnLst/>
              <a:rect l="l" t="t" r="r" b="b"/>
              <a:pathLst>
                <a:path w="806" h="1053" extrusionOk="0">
                  <a:moveTo>
                    <a:pt x="806" y="0"/>
                  </a:moveTo>
                  <a:cubicBezTo>
                    <a:pt x="421" y="0"/>
                    <a:pt x="98" y="328"/>
                    <a:pt x="0" y="773"/>
                  </a:cubicBezTo>
                  <a:cubicBezTo>
                    <a:pt x="223" y="947"/>
                    <a:pt x="502" y="1052"/>
                    <a:pt x="806" y="1052"/>
                  </a:cubicBezTo>
                  <a:lnTo>
                    <a:pt x="806" y="824"/>
                  </a:lnTo>
                  <a:cubicBezTo>
                    <a:pt x="615" y="823"/>
                    <a:pt x="461" y="668"/>
                    <a:pt x="461" y="478"/>
                  </a:cubicBezTo>
                  <a:lnTo>
                    <a:pt x="806" y="478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1" name="Google Shape;2351;p21"/>
            <p:cNvSpPr/>
            <p:nvPr/>
          </p:nvSpPr>
          <p:spPr>
            <a:xfrm>
              <a:off x="6574576" y="2036341"/>
              <a:ext cx="161428" cy="140270"/>
            </a:xfrm>
            <a:custGeom>
              <a:avLst/>
              <a:gdLst/>
              <a:ahLst/>
              <a:cxnLst/>
              <a:rect l="l" t="t" r="r" b="b"/>
              <a:pathLst>
                <a:path w="1297" h="1127" extrusionOk="0">
                  <a:moveTo>
                    <a:pt x="1297" y="1"/>
                  </a:moveTo>
                  <a:cubicBezTo>
                    <a:pt x="636" y="1"/>
                    <a:pt x="91" y="491"/>
                    <a:pt x="0" y="1126"/>
                  </a:cubicBezTo>
                  <a:cubicBezTo>
                    <a:pt x="441" y="1087"/>
                    <a:pt x="795" y="747"/>
                    <a:pt x="855" y="310"/>
                  </a:cubicBezTo>
                  <a:cubicBezTo>
                    <a:pt x="959" y="518"/>
                    <a:pt x="1112" y="697"/>
                    <a:pt x="1297" y="836"/>
                  </a:cubicBezTo>
                  <a:lnTo>
                    <a:pt x="1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2" name="Google Shape;2352;p21"/>
            <p:cNvSpPr/>
            <p:nvPr/>
          </p:nvSpPr>
          <p:spPr>
            <a:xfrm>
              <a:off x="6692940" y="2291611"/>
              <a:ext cx="43063" cy="42938"/>
            </a:xfrm>
            <a:custGeom>
              <a:avLst/>
              <a:gdLst/>
              <a:ahLst/>
              <a:cxnLst/>
              <a:rect l="l" t="t" r="r" b="b"/>
              <a:pathLst>
                <a:path w="346" h="345" extrusionOk="0">
                  <a:moveTo>
                    <a:pt x="1" y="0"/>
                  </a:moveTo>
                  <a:cubicBezTo>
                    <a:pt x="1" y="190"/>
                    <a:pt x="155" y="345"/>
                    <a:pt x="346" y="345"/>
                  </a:cubicBezTo>
                  <a:lnTo>
                    <a:pt x="3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3" name="Google Shape;2353;p21"/>
            <p:cNvSpPr/>
            <p:nvPr/>
          </p:nvSpPr>
          <p:spPr>
            <a:xfrm>
              <a:off x="6735878" y="2363300"/>
              <a:ext cx="61608" cy="46923"/>
            </a:xfrm>
            <a:custGeom>
              <a:avLst/>
              <a:gdLst/>
              <a:ahLst/>
              <a:cxnLst/>
              <a:rect l="l" t="t" r="r" b="b"/>
              <a:pathLst>
                <a:path w="495" h="377" extrusionOk="0">
                  <a:moveTo>
                    <a:pt x="1" y="0"/>
                  </a:moveTo>
                  <a:lnTo>
                    <a:pt x="1" y="377"/>
                  </a:lnTo>
                  <a:lnTo>
                    <a:pt x="495" y="82"/>
                  </a:lnTo>
                  <a:cubicBezTo>
                    <a:pt x="338" y="29"/>
                    <a:pt x="174" y="0"/>
                    <a:pt x="1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4" name="Google Shape;2354;p21"/>
            <p:cNvSpPr/>
            <p:nvPr/>
          </p:nvSpPr>
          <p:spPr>
            <a:xfrm>
              <a:off x="6757162" y="2407483"/>
              <a:ext cx="186942" cy="186445"/>
            </a:xfrm>
            <a:custGeom>
              <a:avLst/>
              <a:gdLst/>
              <a:ahLst/>
              <a:cxnLst/>
              <a:rect l="l" t="t" r="r" b="b"/>
              <a:pathLst>
                <a:path w="1502" h="1498" extrusionOk="0">
                  <a:moveTo>
                    <a:pt x="814" y="0"/>
                  </a:moveTo>
                  <a:lnTo>
                    <a:pt x="229" y="571"/>
                  </a:lnTo>
                  <a:cubicBezTo>
                    <a:pt x="219" y="450"/>
                    <a:pt x="181" y="353"/>
                    <a:pt x="131" y="277"/>
                  </a:cubicBezTo>
                  <a:lnTo>
                    <a:pt x="1" y="523"/>
                  </a:lnTo>
                  <a:lnTo>
                    <a:pt x="198" y="1497"/>
                  </a:lnTo>
                  <a:lnTo>
                    <a:pt x="1502" y="1497"/>
                  </a:lnTo>
                  <a:cubicBezTo>
                    <a:pt x="1502" y="882"/>
                    <a:pt x="1230" y="338"/>
                    <a:pt x="8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5" name="Google Shape;2355;p21"/>
            <p:cNvSpPr/>
            <p:nvPr/>
          </p:nvSpPr>
          <p:spPr>
            <a:xfrm>
              <a:off x="6735878" y="2410099"/>
              <a:ext cx="46052" cy="183831"/>
            </a:xfrm>
            <a:custGeom>
              <a:avLst/>
              <a:gdLst/>
              <a:ahLst/>
              <a:cxnLst/>
              <a:rect l="l" t="t" r="r" b="b"/>
              <a:pathLst>
                <a:path w="370" h="1477" extrusionOk="0">
                  <a:moveTo>
                    <a:pt x="1" y="1"/>
                  </a:moveTo>
                  <a:lnTo>
                    <a:pt x="1" y="1476"/>
                  </a:lnTo>
                  <a:lnTo>
                    <a:pt x="369" y="1476"/>
                  </a:lnTo>
                  <a:lnTo>
                    <a:pt x="172" y="502"/>
                  </a:lnTo>
                  <a:lnTo>
                    <a:pt x="302" y="254"/>
                  </a:lnTo>
                  <a:cubicBezTo>
                    <a:pt x="183" y="69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6" name="Google Shape;2356;p21"/>
            <p:cNvSpPr/>
            <p:nvPr/>
          </p:nvSpPr>
          <p:spPr>
            <a:xfrm>
              <a:off x="6735878" y="2373507"/>
              <a:ext cx="122719" cy="105170"/>
            </a:xfrm>
            <a:custGeom>
              <a:avLst/>
              <a:gdLst/>
              <a:ahLst/>
              <a:cxnLst/>
              <a:rect l="l" t="t" r="r" b="b"/>
              <a:pathLst>
                <a:path w="986" h="845" extrusionOk="0">
                  <a:moveTo>
                    <a:pt x="495" y="0"/>
                  </a:moveTo>
                  <a:lnTo>
                    <a:pt x="1" y="295"/>
                  </a:lnTo>
                  <a:cubicBezTo>
                    <a:pt x="1" y="295"/>
                    <a:pt x="183" y="363"/>
                    <a:pt x="302" y="548"/>
                  </a:cubicBezTo>
                  <a:cubicBezTo>
                    <a:pt x="352" y="625"/>
                    <a:pt x="390" y="723"/>
                    <a:pt x="400" y="844"/>
                  </a:cubicBezTo>
                  <a:lnTo>
                    <a:pt x="985" y="272"/>
                  </a:lnTo>
                  <a:cubicBezTo>
                    <a:pt x="838" y="154"/>
                    <a:pt x="673" y="60"/>
                    <a:pt x="4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7" name="Google Shape;2357;p21"/>
            <p:cNvSpPr/>
            <p:nvPr/>
          </p:nvSpPr>
          <p:spPr>
            <a:xfrm>
              <a:off x="6735878" y="2140266"/>
              <a:ext cx="163419" cy="188061"/>
            </a:xfrm>
            <a:custGeom>
              <a:avLst/>
              <a:gdLst/>
              <a:ahLst/>
              <a:cxnLst/>
              <a:rect l="l" t="t" r="r" b="b"/>
              <a:pathLst>
                <a:path w="1313" h="1511" extrusionOk="0">
                  <a:moveTo>
                    <a:pt x="1" y="1"/>
                  </a:moveTo>
                  <a:lnTo>
                    <a:pt x="1" y="738"/>
                  </a:lnTo>
                  <a:cubicBezTo>
                    <a:pt x="386" y="738"/>
                    <a:pt x="710" y="1066"/>
                    <a:pt x="807" y="1511"/>
                  </a:cubicBezTo>
                  <a:cubicBezTo>
                    <a:pt x="1114" y="1270"/>
                    <a:pt x="1312" y="897"/>
                    <a:pt x="1312" y="477"/>
                  </a:cubicBezTo>
                  <a:cubicBezTo>
                    <a:pt x="1312" y="390"/>
                    <a:pt x="1303" y="307"/>
                    <a:pt x="1287" y="225"/>
                  </a:cubicBezTo>
                  <a:cubicBezTo>
                    <a:pt x="1154" y="265"/>
                    <a:pt x="1013" y="287"/>
                    <a:pt x="867" y="287"/>
                  </a:cubicBezTo>
                  <a:cubicBezTo>
                    <a:pt x="543" y="285"/>
                    <a:pt x="244" y="180"/>
                    <a:pt x="1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8" name="Google Shape;2358;p21"/>
            <p:cNvSpPr/>
            <p:nvPr/>
          </p:nvSpPr>
          <p:spPr>
            <a:xfrm>
              <a:off x="6735878" y="2232118"/>
              <a:ext cx="100441" cy="130810"/>
            </a:xfrm>
            <a:custGeom>
              <a:avLst/>
              <a:gdLst/>
              <a:ahLst/>
              <a:cxnLst/>
              <a:rect l="l" t="t" r="r" b="b"/>
              <a:pathLst>
                <a:path w="807" h="1051" extrusionOk="0">
                  <a:moveTo>
                    <a:pt x="1" y="0"/>
                  </a:moveTo>
                  <a:lnTo>
                    <a:pt x="1" y="478"/>
                  </a:lnTo>
                  <a:lnTo>
                    <a:pt x="347" y="478"/>
                  </a:lnTo>
                  <a:cubicBezTo>
                    <a:pt x="347" y="668"/>
                    <a:pt x="192" y="823"/>
                    <a:pt x="1" y="823"/>
                  </a:cubicBezTo>
                  <a:lnTo>
                    <a:pt x="1" y="1050"/>
                  </a:lnTo>
                  <a:cubicBezTo>
                    <a:pt x="306" y="1050"/>
                    <a:pt x="584" y="946"/>
                    <a:pt x="807" y="772"/>
                  </a:cubicBezTo>
                  <a:cubicBezTo>
                    <a:pt x="710" y="328"/>
                    <a:pt x="386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59" name="Google Shape;2359;p21"/>
            <p:cNvSpPr/>
            <p:nvPr/>
          </p:nvSpPr>
          <p:spPr>
            <a:xfrm>
              <a:off x="6735878" y="2036217"/>
              <a:ext cx="160306" cy="139647"/>
            </a:xfrm>
            <a:custGeom>
              <a:avLst/>
              <a:gdLst/>
              <a:ahLst/>
              <a:cxnLst/>
              <a:rect l="l" t="t" r="r" b="b"/>
              <a:pathLst>
                <a:path w="1288" h="1122" extrusionOk="0">
                  <a:moveTo>
                    <a:pt x="1" y="1"/>
                  </a:moveTo>
                  <a:lnTo>
                    <a:pt x="1" y="836"/>
                  </a:lnTo>
                  <a:cubicBezTo>
                    <a:pt x="244" y="1016"/>
                    <a:pt x="543" y="1121"/>
                    <a:pt x="868" y="1121"/>
                  </a:cubicBezTo>
                  <a:cubicBezTo>
                    <a:pt x="1014" y="1121"/>
                    <a:pt x="1155" y="1099"/>
                    <a:pt x="1288" y="1058"/>
                  </a:cubicBezTo>
                  <a:cubicBezTo>
                    <a:pt x="1169" y="456"/>
                    <a:pt x="638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60" name="Google Shape;2360;p21"/>
            <p:cNvSpPr/>
            <p:nvPr/>
          </p:nvSpPr>
          <p:spPr>
            <a:xfrm>
              <a:off x="6735878" y="2291611"/>
              <a:ext cx="43190" cy="42938"/>
            </a:xfrm>
            <a:custGeom>
              <a:avLst/>
              <a:gdLst/>
              <a:ahLst/>
              <a:cxnLst/>
              <a:rect l="l" t="t" r="r" b="b"/>
              <a:pathLst>
                <a:path w="347" h="345" extrusionOk="0">
                  <a:moveTo>
                    <a:pt x="1" y="0"/>
                  </a:moveTo>
                  <a:lnTo>
                    <a:pt x="1" y="345"/>
                  </a:lnTo>
                  <a:cubicBezTo>
                    <a:pt x="192" y="345"/>
                    <a:pt x="347" y="190"/>
                    <a:pt x="347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70" name="Google Shape;2370;p21"/>
            <p:cNvSpPr/>
            <p:nvPr/>
          </p:nvSpPr>
          <p:spPr>
            <a:xfrm>
              <a:off x="7564167" y="1736141"/>
              <a:ext cx="799047" cy="736194"/>
            </a:xfrm>
            <a:custGeom>
              <a:avLst/>
              <a:gdLst/>
              <a:ahLst/>
              <a:cxnLst/>
              <a:rect l="l" t="t" r="r" b="b"/>
              <a:pathLst>
                <a:path w="6420" h="5915" extrusionOk="0">
                  <a:moveTo>
                    <a:pt x="3206" y="1"/>
                  </a:moveTo>
                  <a:cubicBezTo>
                    <a:pt x="1817" y="1"/>
                    <a:pt x="578" y="986"/>
                    <a:pt x="307" y="2402"/>
                  </a:cubicBezTo>
                  <a:cubicBezTo>
                    <a:pt x="1" y="4006"/>
                    <a:pt x="1052" y="5554"/>
                    <a:pt x="2656" y="5861"/>
                  </a:cubicBezTo>
                  <a:cubicBezTo>
                    <a:pt x="2843" y="5897"/>
                    <a:pt x="3030" y="5914"/>
                    <a:pt x="3215" y="5914"/>
                  </a:cubicBezTo>
                  <a:cubicBezTo>
                    <a:pt x="4605" y="5914"/>
                    <a:pt x="5843" y="4928"/>
                    <a:pt x="6114" y="3513"/>
                  </a:cubicBezTo>
                  <a:cubicBezTo>
                    <a:pt x="6420" y="1908"/>
                    <a:pt x="5368" y="360"/>
                    <a:pt x="3765" y="54"/>
                  </a:cubicBezTo>
                  <a:cubicBezTo>
                    <a:pt x="3577" y="18"/>
                    <a:pt x="3390" y="1"/>
                    <a:pt x="32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71" name="Google Shape;2371;p21"/>
            <p:cNvSpPr/>
            <p:nvPr/>
          </p:nvSpPr>
          <p:spPr>
            <a:xfrm>
              <a:off x="7811595" y="1870682"/>
              <a:ext cx="152342" cy="304185"/>
            </a:xfrm>
            <a:custGeom>
              <a:avLst/>
              <a:gdLst/>
              <a:ahLst/>
              <a:cxnLst/>
              <a:rect l="l" t="t" r="r" b="b"/>
              <a:pathLst>
                <a:path w="1224" h="2444" extrusionOk="0">
                  <a:moveTo>
                    <a:pt x="1220" y="0"/>
                  </a:moveTo>
                  <a:cubicBezTo>
                    <a:pt x="546" y="0"/>
                    <a:pt x="1" y="547"/>
                    <a:pt x="1" y="1221"/>
                  </a:cubicBezTo>
                  <a:cubicBezTo>
                    <a:pt x="1" y="1896"/>
                    <a:pt x="548" y="2444"/>
                    <a:pt x="1223" y="2444"/>
                  </a:cubicBezTo>
                  <a:lnTo>
                    <a:pt x="1223" y="1"/>
                  </a:lnTo>
                  <a:cubicBezTo>
                    <a:pt x="1222" y="0"/>
                    <a:pt x="1221" y="0"/>
                    <a:pt x="1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72" name="Google Shape;2372;p21"/>
            <p:cNvSpPr/>
            <p:nvPr/>
          </p:nvSpPr>
          <p:spPr>
            <a:xfrm>
              <a:off x="7851921" y="2174617"/>
              <a:ext cx="112015" cy="151594"/>
            </a:xfrm>
            <a:custGeom>
              <a:avLst/>
              <a:gdLst/>
              <a:ahLst/>
              <a:cxnLst/>
              <a:rect l="l" t="t" r="r" b="b"/>
              <a:pathLst>
                <a:path w="900" h="1218" extrusionOk="0">
                  <a:moveTo>
                    <a:pt x="899" y="1"/>
                  </a:moveTo>
                  <a:cubicBezTo>
                    <a:pt x="565" y="1"/>
                    <a:pt x="256" y="119"/>
                    <a:pt x="1" y="317"/>
                  </a:cubicBezTo>
                  <a:lnTo>
                    <a:pt x="1" y="1217"/>
                  </a:lnTo>
                  <a:cubicBezTo>
                    <a:pt x="1" y="969"/>
                    <a:pt x="201" y="768"/>
                    <a:pt x="450" y="768"/>
                  </a:cubicBezTo>
                  <a:cubicBezTo>
                    <a:pt x="698" y="768"/>
                    <a:pt x="899" y="969"/>
                    <a:pt x="899" y="1217"/>
                  </a:cubicBezTo>
                  <a:lnTo>
                    <a:pt x="899" y="1216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73" name="Google Shape;2373;p21"/>
            <p:cNvSpPr/>
            <p:nvPr/>
          </p:nvSpPr>
          <p:spPr>
            <a:xfrm>
              <a:off x="7769778" y="2214072"/>
              <a:ext cx="194163" cy="175616"/>
            </a:xfrm>
            <a:custGeom>
              <a:avLst/>
              <a:gdLst/>
              <a:ahLst/>
              <a:cxnLst/>
              <a:rect l="l" t="t" r="r" b="b"/>
              <a:pathLst>
                <a:path w="1560" h="1411" extrusionOk="0">
                  <a:moveTo>
                    <a:pt x="661" y="0"/>
                  </a:moveTo>
                  <a:cubicBezTo>
                    <a:pt x="262" y="312"/>
                    <a:pt x="1" y="828"/>
                    <a:pt x="1" y="1411"/>
                  </a:cubicBezTo>
                  <a:lnTo>
                    <a:pt x="1558" y="1411"/>
                  </a:lnTo>
                  <a:lnTo>
                    <a:pt x="1558" y="900"/>
                  </a:lnTo>
                  <a:cubicBezTo>
                    <a:pt x="1559" y="900"/>
                    <a:pt x="1559" y="900"/>
                    <a:pt x="1559" y="900"/>
                  </a:cubicBezTo>
                  <a:cubicBezTo>
                    <a:pt x="1559" y="900"/>
                    <a:pt x="1559" y="900"/>
                    <a:pt x="1559" y="900"/>
                  </a:cubicBezTo>
                  <a:lnTo>
                    <a:pt x="1559" y="900"/>
                  </a:lnTo>
                  <a:cubicBezTo>
                    <a:pt x="1559" y="652"/>
                    <a:pt x="1358" y="451"/>
                    <a:pt x="1110" y="451"/>
                  </a:cubicBezTo>
                  <a:cubicBezTo>
                    <a:pt x="861" y="451"/>
                    <a:pt x="661" y="652"/>
                    <a:pt x="661" y="900"/>
                  </a:cubicBezTo>
                  <a:lnTo>
                    <a:pt x="6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74" name="Google Shape;2374;p21"/>
            <p:cNvSpPr/>
            <p:nvPr/>
          </p:nvSpPr>
          <p:spPr>
            <a:xfrm>
              <a:off x="7963562" y="1870435"/>
              <a:ext cx="152217" cy="304311"/>
            </a:xfrm>
            <a:custGeom>
              <a:avLst/>
              <a:gdLst/>
              <a:ahLst/>
              <a:cxnLst/>
              <a:rect l="l" t="t" r="r" b="b"/>
              <a:pathLst>
                <a:path w="1223" h="2445" extrusionOk="0">
                  <a:moveTo>
                    <a:pt x="0" y="0"/>
                  </a:moveTo>
                  <a:lnTo>
                    <a:pt x="0" y="2445"/>
                  </a:lnTo>
                  <a:cubicBezTo>
                    <a:pt x="678" y="2445"/>
                    <a:pt x="1223" y="1898"/>
                    <a:pt x="1223" y="1223"/>
                  </a:cubicBezTo>
                  <a:cubicBezTo>
                    <a:pt x="1223" y="548"/>
                    <a:pt x="676" y="0"/>
                    <a:pt x="0" y="0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75" name="Google Shape;2375;p21"/>
            <p:cNvSpPr/>
            <p:nvPr/>
          </p:nvSpPr>
          <p:spPr>
            <a:xfrm>
              <a:off x="7963813" y="2174617"/>
              <a:ext cx="111766" cy="151594"/>
            </a:xfrm>
            <a:custGeom>
              <a:avLst/>
              <a:gdLst/>
              <a:ahLst/>
              <a:cxnLst/>
              <a:rect l="l" t="t" r="r" b="b"/>
              <a:pathLst>
                <a:path w="898" h="1218" extrusionOk="0">
                  <a:moveTo>
                    <a:pt x="0" y="1"/>
                  </a:moveTo>
                  <a:lnTo>
                    <a:pt x="0" y="1216"/>
                  </a:lnTo>
                  <a:cubicBezTo>
                    <a:pt x="0" y="969"/>
                    <a:pt x="201" y="768"/>
                    <a:pt x="448" y="768"/>
                  </a:cubicBezTo>
                  <a:cubicBezTo>
                    <a:pt x="697" y="768"/>
                    <a:pt x="898" y="969"/>
                    <a:pt x="898" y="1217"/>
                  </a:cubicBezTo>
                  <a:lnTo>
                    <a:pt x="898" y="317"/>
                  </a:lnTo>
                  <a:cubicBezTo>
                    <a:pt x="645" y="119"/>
                    <a:pt x="335" y="1"/>
                    <a:pt x="0" y="1"/>
                  </a:cubicBez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76" name="Google Shape;2376;p21"/>
            <p:cNvSpPr/>
            <p:nvPr/>
          </p:nvSpPr>
          <p:spPr>
            <a:xfrm>
              <a:off x="7963562" y="2214072"/>
              <a:ext cx="194163" cy="175616"/>
            </a:xfrm>
            <a:custGeom>
              <a:avLst/>
              <a:gdLst/>
              <a:ahLst/>
              <a:cxnLst/>
              <a:rect l="l" t="t" r="r" b="b"/>
              <a:pathLst>
                <a:path w="1560" h="1411" extrusionOk="0">
                  <a:moveTo>
                    <a:pt x="899" y="0"/>
                  </a:moveTo>
                  <a:lnTo>
                    <a:pt x="899" y="900"/>
                  </a:lnTo>
                  <a:cubicBezTo>
                    <a:pt x="899" y="652"/>
                    <a:pt x="698" y="451"/>
                    <a:pt x="449" y="451"/>
                  </a:cubicBezTo>
                  <a:cubicBezTo>
                    <a:pt x="203" y="451"/>
                    <a:pt x="2" y="652"/>
                    <a:pt x="0" y="899"/>
                  </a:cubicBezTo>
                  <a:lnTo>
                    <a:pt x="0" y="1411"/>
                  </a:lnTo>
                  <a:lnTo>
                    <a:pt x="1559" y="1411"/>
                  </a:lnTo>
                  <a:cubicBezTo>
                    <a:pt x="1560" y="828"/>
                    <a:pt x="1298" y="313"/>
                    <a:pt x="8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77" name="Google Shape;2377;p21"/>
            <p:cNvSpPr/>
            <p:nvPr/>
          </p:nvSpPr>
          <p:spPr>
            <a:xfrm>
              <a:off x="7744387" y="1818657"/>
              <a:ext cx="438854" cy="275933"/>
            </a:xfrm>
            <a:custGeom>
              <a:avLst/>
              <a:gdLst/>
              <a:ahLst/>
              <a:cxnLst/>
              <a:rect l="l" t="t" r="r" b="b"/>
              <a:pathLst>
                <a:path w="3526" h="2217" extrusionOk="0">
                  <a:moveTo>
                    <a:pt x="1657" y="0"/>
                  </a:moveTo>
                  <a:cubicBezTo>
                    <a:pt x="1098" y="0"/>
                    <a:pt x="655" y="213"/>
                    <a:pt x="618" y="524"/>
                  </a:cubicBezTo>
                  <a:cubicBezTo>
                    <a:pt x="614" y="553"/>
                    <a:pt x="613" y="631"/>
                    <a:pt x="612" y="646"/>
                  </a:cubicBezTo>
                  <a:cubicBezTo>
                    <a:pt x="588" y="642"/>
                    <a:pt x="562" y="640"/>
                    <a:pt x="536" y="640"/>
                  </a:cubicBezTo>
                  <a:cubicBezTo>
                    <a:pt x="240" y="640"/>
                    <a:pt x="0" y="880"/>
                    <a:pt x="0" y="1175"/>
                  </a:cubicBezTo>
                  <a:cubicBezTo>
                    <a:pt x="0" y="1400"/>
                    <a:pt x="139" y="1593"/>
                    <a:pt x="337" y="1673"/>
                  </a:cubicBezTo>
                  <a:cubicBezTo>
                    <a:pt x="287" y="1730"/>
                    <a:pt x="256" y="1804"/>
                    <a:pt x="256" y="1886"/>
                  </a:cubicBezTo>
                  <a:cubicBezTo>
                    <a:pt x="256" y="2069"/>
                    <a:pt x="405" y="2216"/>
                    <a:pt x="587" y="2216"/>
                  </a:cubicBezTo>
                  <a:cubicBezTo>
                    <a:pt x="769" y="2216"/>
                    <a:pt x="916" y="2068"/>
                    <a:pt x="916" y="1886"/>
                  </a:cubicBezTo>
                  <a:cubicBezTo>
                    <a:pt x="916" y="1788"/>
                    <a:pt x="873" y="1700"/>
                    <a:pt x="804" y="1639"/>
                  </a:cubicBezTo>
                  <a:cubicBezTo>
                    <a:pt x="962" y="1549"/>
                    <a:pt x="1069" y="1380"/>
                    <a:pt x="1073" y="1184"/>
                  </a:cubicBezTo>
                  <a:lnTo>
                    <a:pt x="1080" y="1184"/>
                  </a:lnTo>
                  <a:cubicBezTo>
                    <a:pt x="1186" y="1184"/>
                    <a:pt x="1283" y="1148"/>
                    <a:pt x="1362" y="1090"/>
                  </a:cubicBezTo>
                  <a:cubicBezTo>
                    <a:pt x="1454" y="1421"/>
                    <a:pt x="1805" y="1669"/>
                    <a:pt x="2225" y="1669"/>
                  </a:cubicBezTo>
                  <a:cubicBezTo>
                    <a:pt x="2395" y="1669"/>
                    <a:pt x="2553" y="1628"/>
                    <a:pt x="2687" y="1556"/>
                  </a:cubicBezTo>
                  <a:cubicBezTo>
                    <a:pt x="2725" y="1581"/>
                    <a:pt x="2766" y="1601"/>
                    <a:pt x="2808" y="1617"/>
                  </a:cubicBezTo>
                  <a:cubicBezTo>
                    <a:pt x="2723" y="1677"/>
                    <a:pt x="2669" y="1774"/>
                    <a:pt x="2669" y="1885"/>
                  </a:cubicBezTo>
                  <a:cubicBezTo>
                    <a:pt x="2669" y="2068"/>
                    <a:pt x="2817" y="2215"/>
                    <a:pt x="2998" y="2215"/>
                  </a:cubicBezTo>
                  <a:cubicBezTo>
                    <a:pt x="3181" y="2215"/>
                    <a:pt x="3329" y="2067"/>
                    <a:pt x="3329" y="1885"/>
                  </a:cubicBezTo>
                  <a:cubicBezTo>
                    <a:pt x="3329" y="1771"/>
                    <a:pt x="3269" y="1670"/>
                    <a:pt x="3181" y="1611"/>
                  </a:cubicBezTo>
                  <a:cubicBezTo>
                    <a:pt x="3383" y="1535"/>
                    <a:pt x="3525" y="1341"/>
                    <a:pt x="3525" y="1114"/>
                  </a:cubicBezTo>
                  <a:cubicBezTo>
                    <a:pt x="3525" y="833"/>
                    <a:pt x="3309" y="604"/>
                    <a:pt x="3033" y="580"/>
                  </a:cubicBezTo>
                  <a:cubicBezTo>
                    <a:pt x="2890" y="310"/>
                    <a:pt x="2459" y="79"/>
                    <a:pt x="1928" y="16"/>
                  </a:cubicBezTo>
                  <a:cubicBezTo>
                    <a:pt x="1835" y="5"/>
                    <a:pt x="1745" y="0"/>
                    <a:pt x="16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1" name="Google Shape;2391;p21"/>
            <p:cNvSpPr/>
            <p:nvPr/>
          </p:nvSpPr>
          <p:spPr>
            <a:xfrm>
              <a:off x="3849577" y="2776795"/>
              <a:ext cx="799062" cy="736079"/>
            </a:xfrm>
            <a:custGeom>
              <a:avLst/>
              <a:gdLst/>
              <a:ahLst/>
              <a:cxnLst/>
              <a:rect l="l" t="t" r="r" b="b"/>
              <a:pathLst>
                <a:path w="6420" h="5914" extrusionOk="0">
                  <a:moveTo>
                    <a:pt x="3207" y="0"/>
                  </a:moveTo>
                  <a:cubicBezTo>
                    <a:pt x="1816" y="0"/>
                    <a:pt x="578" y="986"/>
                    <a:pt x="307" y="2402"/>
                  </a:cubicBezTo>
                  <a:cubicBezTo>
                    <a:pt x="0" y="4006"/>
                    <a:pt x="1052" y="5554"/>
                    <a:pt x="2655" y="5860"/>
                  </a:cubicBezTo>
                  <a:cubicBezTo>
                    <a:pt x="2843" y="5896"/>
                    <a:pt x="3030" y="5914"/>
                    <a:pt x="3214" y="5914"/>
                  </a:cubicBezTo>
                  <a:cubicBezTo>
                    <a:pt x="4603" y="5914"/>
                    <a:pt x="5843" y="4928"/>
                    <a:pt x="6113" y="3512"/>
                  </a:cubicBezTo>
                  <a:cubicBezTo>
                    <a:pt x="6420" y="1909"/>
                    <a:pt x="5368" y="361"/>
                    <a:pt x="3765" y="54"/>
                  </a:cubicBezTo>
                  <a:cubicBezTo>
                    <a:pt x="3578" y="18"/>
                    <a:pt x="3391" y="0"/>
                    <a:pt x="3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2" name="Google Shape;2392;p21"/>
            <p:cNvSpPr/>
            <p:nvPr/>
          </p:nvSpPr>
          <p:spPr>
            <a:xfrm>
              <a:off x="4087721" y="2874590"/>
              <a:ext cx="393302" cy="140393"/>
            </a:xfrm>
            <a:custGeom>
              <a:avLst/>
              <a:gdLst/>
              <a:ahLst/>
              <a:cxnLst/>
              <a:rect l="l" t="t" r="r" b="b"/>
              <a:pathLst>
                <a:path w="3160" h="1128" extrusionOk="0">
                  <a:moveTo>
                    <a:pt x="2910" y="0"/>
                  </a:moveTo>
                  <a:lnTo>
                    <a:pt x="2910" y="0"/>
                  </a:lnTo>
                  <a:cubicBezTo>
                    <a:pt x="2900" y="138"/>
                    <a:pt x="2772" y="361"/>
                    <a:pt x="2482" y="393"/>
                  </a:cubicBezTo>
                  <a:cubicBezTo>
                    <a:pt x="2458" y="396"/>
                    <a:pt x="2434" y="397"/>
                    <a:pt x="2410" y="397"/>
                  </a:cubicBezTo>
                  <a:cubicBezTo>
                    <a:pt x="2241" y="397"/>
                    <a:pt x="2082" y="336"/>
                    <a:pt x="1988" y="291"/>
                  </a:cubicBezTo>
                  <a:cubicBezTo>
                    <a:pt x="1779" y="138"/>
                    <a:pt x="1523" y="48"/>
                    <a:pt x="1246" y="48"/>
                  </a:cubicBezTo>
                  <a:cubicBezTo>
                    <a:pt x="611" y="48"/>
                    <a:pt x="88" y="517"/>
                    <a:pt x="1" y="1128"/>
                  </a:cubicBezTo>
                  <a:cubicBezTo>
                    <a:pt x="424" y="1090"/>
                    <a:pt x="763" y="763"/>
                    <a:pt x="821" y="345"/>
                  </a:cubicBezTo>
                  <a:cubicBezTo>
                    <a:pt x="1051" y="806"/>
                    <a:pt x="1527" y="1121"/>
                    <a:pt x="2077" y="1121"/>
                  </a:cubicBezTo>
                  <a:cubicBezTo>
                    <a:pt x="2216" y="1121"/>
                    <a:pt x="2352" y="1099"/>
                    <a:pt x="2480" y="1061"/>
                  </a:cubicBezTo>
                  <a:cubicBezTo>
                    <a:pt x="2480" y="1058"/>
                    <a:pt x="2479" y="1056"/>
                    <a:pt x="2479" y="1053"/>
                  </a:cubicBezTo>
                  <a:cubicBezTo>
                    <a:pt x="3159" y="803"/>
                    <a:pt x="2911" y="0"/>
                    <a:pt x="2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3" name="Google Shape;2393;p21"/>
            <p:cNvSpPr/>
            <p:nvPr/>
          </p:nvSpPr>
          <p:spPr>
            <a:xfrm>
              <a:off x="4241678" y="3199682"/>
              <a:ext cx="99570" cy="215195"/>
            </a:xfrm>
            <a:custGeom>
              <a:avLst/>
              <a:gdLst/>
              <a:ahLst/>
              <a:cxnLst/>
              <a:rect l="l" t="t" r="r" b="b"/>
              <a:pathLst>
                <a:path w="800" h="1729" extrusionOk="0">
                  <a:moveTo>
                    <a:pt x="377" y="0"/>
                  </a:moveTo>
                  <a:cubicBezTo>
                    <a:pt x="353" y="186"/>
                    <a:pt x="195" y="329"/>
                    <a:pt x="4" y="329"/>
                  </a:cubicBezTo>
                  <a:cubicBezTo>
                    <a:pt x="2" y="329"/>
                    <a:pt x="1" y="329"/>
                    <a:pt x="1" y="328"/>
                  </a:cubicBezTo>
                  <a:lnTo>
                    <a:pt x="1" y="1729"/>
                  </a:lnTo>
                  <a:lnTo>
                    <a:pt x="800" y="1729"/>
                  </a:lnTo>
                  <a:lnTo>
                    <a:pt x="800" y="189"/>
                  </a:lnTo>
                  <a:cubicBezTo>
                    <a:pt x="670" y="105"/>
                    <a:pt x="528" y="40"/>
                    <a:pt x="3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4" name="Google Shape;2394;p21"/>
            <p:cNvSpPr/>
            <p:nvPr/>
          </p:nvSpPr>
          <p:spPr>
            <a:xfrm>
              <a:off x="4042538" y="3223207"/>
              <a:ext cx="100565" cy="191796"/>
            </a:xfrm>
            <a:custGeom>
              <a:avLst/>
              <a:gdLst/>
              <a:ahLst/>
              <a:cxnLst/>
              <a:rect l="l" t="t" r="r" b="b"/>
              <a:pathLst>
                <a:path w="808" h="1541" extrusionOk="0">
                  <a:moveTo>
                    <a:pt x="808" y="1"/>
                  </a:moveTo>
                  <a:cubicBezTo>
                    <a:pt x="326" y="307"/>
                    <a:pt x="0" y="881"/>
                    <a:pt x="0" y="1541"/>
                  </a:cubicBezTo>
                  <a:lnTo>
                    <a:pt x="808" y="1541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5" name="Google Shape;2395;p21"/>
            <p:cNvSpPr/>
            <p:nvPr/>
          </p:nvSpPr>
          <p:spPr>
            <a:xfrm>
              <a:off x="4142854" y="3199683"/>
              <a:ext cx="99570" cy="215195"/>
            </a:xfrm>
            <a:custGeom>
              <a:avLst/>
              <a:gdLst/>
              <a:ahLst/>
              <a:cxnLst/>
              <a:rect l="l" t="t" r="r" b="b"/>
              <a:pathLst>
                <a:path w="800" h="1729" extrusionOk="0">
                  <a:moveTo>
                    <a:pt x="424" y="0"/>
                  </a:moveTo>
                  <a:cubicBezTo>
                    <a:pt x="273" y="40"/>
                    <a:pt x="133" y="105"/>
                    <a:pt x="1" y="189"/>
                  </a:cubicBezTo>
                  <a:lnTo>
                    <a:pt x="1" y="1729"/>
                  </a:lnTo>
                  <a:lnTo>
                    <a:pt x="800" y="1729"/>
                  </a:lnTo>
                  <a:lnTo>
                    <a:pt x="800" y="328"/>
                  </a:lnTo>
                  <a:cubicBezTo>
                    <a:pt x="800" y="329"/>
                    <a:pt x="799" y="329"/>
                    <a:pt x="798" y="329"/>
                  </a:cubicBezTo>
                  <a:cubicBezTo>
                    <a:pt x="605" y="329"/>
                    <a:pt x="448" y="186"/>
                    <a:pt x="4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6" name="Google Shape;2396;p21"/>
            <p:cNvSpPr/>
            <p:nvPr/>
          </p:nvSpPr>
          <p:spPr>
            <a:xfrm>
              <a:off x="4195624" y="3193834"/>
              <a:ext cx="46922" cy="46799"/>
            </a:xfrm>
            <a:custGeom>
              <a:avLst/>
              <a:gdLst/>
              <a:ahLst/>
              <a:cxnLst/>
              <a:rect l="l" t="t" r="r" b="b"/>
              <a:pathLst>
                <a:path w="377" h="376" extrusionOk="0">
                  <a:moveTo>
                    <a:pt x="374" y="0"/>
                  </a:moveTo>
                  <a:cubicBezTo>
                    <a:pt x="244" y="0"/>
                    <a:pt x="120" y="18"/>
                    <a:pt x="0" y="49"/>
                  </a:cubicBezTo>
                  <a:cubicBezTo>
                    <a:pt x="24" y="233"/>
                    <a:pt x="181" y="376"/>
                    <a:pt x="374" y="376"/>
                  </a:cubicBezTo>
                  <a:lnTo>
                    <a:pt x="377" y="376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7" name="Google Shape;2397;p21"/>
            <p:cNvSpPr/>
            <p:nvPr/>
          </p:nvSpPr>
          <p:spPr>
            <a:xfrm>
              <a:off x="4084973" y="3014485"/>
              <a:ext cx="157196" cy="179226"/>
            </a:xfrm>
            <a:custGeom>
              <a:avLst/>
              <a:gdLst/>
              <a:ahLst/>
              <a:cxnLst/>
              <a:rect l="l" t="t" r="r" b="b"/>
              <a:pathLst>
                <a:path w="1263" h="1440" extrusionOk="0">
                  <a:moveTo>
                    <a:pt x="1261" y="697"/>
                  </a:moveTo>
                  <a:lnTo>
                    <a:pt x="1261" y="697"/>
                  </a:lnTo>
                  <a:lnTo>
                    <a:pt x="1261" y="697"/>
                  </a:lnTo>
                  <a:cubicBezTo>
                    <a:pt x="1261" y="697"/>
                    <a:pt x="1262" y="697"/>
                    <a:pt x="1263" y="697"/>
                  </a:cubicBezTo>
                  <a:close/>
                  <a:moveTo>
                    <a:pt x="30" y="1"/>
                  </a:moveTo>
                  <a:cubicBezTo>
                    <a:pt x="25" y="1"/>
                    <a:pt x="19" y="2"/>
                    <a:pt x="14" y="4"/>
                  </a:cubicBezTo>
                  <a:cubicBezTo>
                    <a:pt x="5" y="62"/>
                    <a:pt x="0" y="122"/>
                    <a:pt x="0" y="181"/>
                  </a:cubicBezTo>
                  <a:cubicBezTo>
                    <a:pt x="0" y="575"/>
                    <a:pt x="183" y="926"/>
                    <a:pt x="466" y="1157"/>
                  </a:cubicBezTo>
                  <a:lnTo>
                    <a:pt x="485" y="1172"/>
                  </a:lnTo>
                  <a:cubicBezTo>
                    <a:pt x="698" y="1339"/>
                    <a:pt x="966" y="1439"/>
                    <a:pt x="1256" y="1439"/>
                  </a:cubicBezTo>
                  <a:lnTo>
                    <a:pt x="1261" y="1439"/>
                  </a:lnTo>
                  <a:lnTo>
                    <a:pt x="1261" y="1234"/>
                  </a:lnTo>
                  <a:lnTo>
                    <a:pt x="1256" y="1234"/>
                  </a:lnTo>
                  <a:cubicBezTo>
                    <a:pt x="1074" y="1234"/>
                    <a:pt x="926" y="1085"/>
                    <a:pt x="926" y="902"/>
                  </a:cubicBezTo>
                  <a:lnTo>
                    <a:pt x="1261" y="902"/>
                  </a:lnTo>
                  <a:lnTo>
                    <a:pt x="1261" y="697"/>
                  </a:lnTo>
                  <a:lnTo>
                    <a:pt x="1261" y="697"/>
                  </a:lnTo>
                  <a:cubicBezTo>
                    <a:pt x="1236" y="697"/>
                    <a:pt x="1211" y="698"/>
                    <a:pt x="1186" y="701"/>
                  </a:cubicBezTo>
                  <a:cubicBezTo>
                    <a:pt x="1178" y="701"/>
                    <a:pt x="1171" y="702"/>
                    <a:pt x="1162" y="703"/>
                  </a:cubicBezTo>
                  <a:cubicBezTo>
                    <a:pt x="1145" y="705"/>
                    <a:pt x="1127" y="707"/>
                    <a:pt x="1109" y="710"/>
                  </a:cubicBezTo>
                  <a:cubicBezTo>
                    <a:pt x="1101" y="711"/>
                    <a:pt x="1094" y="712"/>
                    <a:pt x="1085" y="713"/>
                  </a:cubicBezTo>
                  <a:cubicBezTo>
                    <a:pt x="1066" y="717"/>
                    <a:pt x="1048" y="721"/>
                    <a:pt x="1029" y="724"/>
                  </a:cubicBezTo>
                  <a:cubicBezTo>
                    <a:pt x="1024" y="726"/>
                    <a:pt x="1018" y="727"/>
                    <a:pt x="1012" y="728"/>
                  </a:cubicBezTo>
                  <a:cubicBezTo>
                    <a:pt x="987" y="734"/>
                    <a:pt x="964" y="742"/>
                    <a:pt x="941" y="750"/>
                  </a:cubicBezTo>
                  <a:cubicBezTo>
                    <a:pt x="941" y="750"/>
                    <a:pt x="940" y="750"/>
                    <a:pt x="938" y="752"/>
                  </a:cubicBezTo>
                  <a:cubicBezTo>
                    <a:pt x="917" y="759"/>
                    <a:pt x="895" y="768"/>
                    <a:pt x="874" y="777"/>
                  </a:cubicBezTo>
                  <a:cubicBezTo>
                    <a:pt x="869" y="779"/>
                    <a:pt x="864" y="782"/>
                    <a:pt x="858" y="784"/>
                  </a:cubicBezTo>
                  <a:cubicBezTo>
                    <a:pt x="840" y="792"/>
                    <a:pt x="824" y="800"/>
                    <a:pt x="807" y="809"/>
                  </a:cubicBezTo>
                  <a:cubicBezTo>
                    <a:pt x="802" y="812"/>
                    <a:pt x="797" y="814"/>
                    <a:pt x="793" y="817"/>
                  </a:cubicBezTo>
                  <a:cubicBezTo>
                    <a:pt x="775" y="826"/>
                    <a:pt x="756" y="839"/>
                    <a:pt x="738" y="850"/>
                  </a:cubicBezTo>
                  <a:cubicBezTo>
                    <a:pt x="737" y="851"/>
                    <a:pt x="734" y="853"/>
                    <a:pt x="733" y="853"/>
                  </a:cubicBezTo>
                  <a:cubicBezTo>
                    <a:pt x="712" y="866"/>
                    <a:pt x="693" y="881"/>
                    <a:pt x="674" y="896"/>
                  </a:cubicBezTo>
                  <a:cubicBezTo>
                    <a:pt x="338" y="717"/>
                    <a:pt x="94" y="390"/>
                    <a:pt x="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8" name="Google Shape;2398;p21"/>
            <p:cNvSpPr/>
            <p:nvPr/>
          </p:nvSpPr>
          <p:spPr>
            <a:xfrm>
              <a:off x="4162140" y="3126128"/>
              <a:ext cx="7219" cy="6721"/>
            </a:xfrm>
            <a:custGeom>
              <a:avLst/>
              <a:gdLst/>
              <a:ahLst/>
              <a:cxnLst/>
              <a:rect l="l" t="t" r="r" b="b"/>
              <a:pathLst>
                <a:path w="58" h="54" extrusionOk="0">
                  <a:moveTo>
                    <a:pt x="57" y="0"/>
                  </a:moveTo>
                  <a:lnTo>
                    <a:pt x="57" y="0"/>
                  </a:lnTo>
                  <a:cubicBezTo>
                    <a:pt x="37" y="18"/>
                    <a:pt x="18" y="34"/>
                    <a:pt x="0" y="53"/>
                  </a:cubicBezTo>
                  <a:cubicBezTo>
                    <a:pt x="18" y="35"/>
                    <a:pt x="37" y="18"/>
                    <a:pt x="57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399" name="Google Shape;2399;p21"/>
            <p:cNvSpPr/>
            <p:nvPr/>
          </p:nvSpPr>
          <p:spPr>
            <a:xfrm>
              <a:off x="4148947" y="3141062"/>
              <a:ext cx="5476" cy="7468"/>
            </a:xfrm>
            <a:custGeom>
              <a:avLst/>
              <a:gdLst/>
              <a:ahLst/>
              <a:cxnLst/>
              <a:rect l="l" t="t" r="r" b="b"/>
              <a:pathLst>
                <a:path w="44" h="60" extrusionOk="0">
                  <a:moveTo>
                    <a:pt x="44" y="1"/>
                  </a:moveTo>
                  <a:lnTo>
                    <a:pt x="44" y="1"/>
                  </a:lnTo>
                  <a:cubicBezTo>
                    <a:pt x="28" y="20"/>
                    <a:pt x="14" y="39"/>
                    <a:pt x="1" y="59"/>
                  </a:cubicBezTo>
                  <a:cubicBezTo>
                    <a:pt x="14" y="41"/>
                    <a:pt x="28" y="20"/>
                    <a:pt x="44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0" name="Google Shape;2400;p21"/>
            <p:cNvSpPr/>
            <p:nvPr/>
          </p:nvSpPr>
          <p:spPr>
            <a:xfrm>
              <a:off x="4154423" y="3133843"/>
              <a:ext cx="6473" cy="7219"/>
            </a:xfrm>
            <a:custGeom>
              <a:avLst/>
              <a:gdLst/>
              <a:ahLst/>
              <a:cxnLst/>
              <a:rect l="l" t="t" r="r" b="b"/>
              <a:pathLst>
                <a:path w="52" h="58" extrusionOk="0">
                  <a:moveTo>
                    <a:pt x="51" y="1"/>
                  </a:moveTo>
                  <a:lnTo>
                    <a:pt x="51" y="1"/>
                  </a:lnTo>
                  <a:cubicBezTo>
                    <a:pt x="34" y="19"/>
                    <a:pt x="16" y="39"/>
                    <a:pt x="1" y="58"/>
                  </a:cubicBezTo>
                  <a:cubicBezTo>
                    <a:pt x="17" y="38"/>
                    <a:pt x="34" y="19"/>
                    <a:pt x="5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1" name="Google Shape;2401;p21"/>
            <p:cNvSpPr/>
            <p:nvPr/>
          </p:nvSpPr>
          <p:spPr>
            <a:xfrm>
              <a:off x="4143469" y="3150272"/>
              <a:ext cx="4605" cy="8214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1" y="66"/>
                  </a:moveTo>
                  <a:cubicBezTo>
                    <a:pt x="11" y="44"/>
                    <a:pt x="23" y="23"/>
                    <a:pt x="37" y="1"/>
                  </a:cubicBezTo>
                  <a:cubicBezTo>
                    <a:pt x="23" y="23"/>
                    <a:pt x="11" y="44"/>
                    <a:pt x="1" y="66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2" name="Google Shape;2402;p21"/>
            <p:cNvSpPr/>
            <p:nvPr/>
          </p:nvSpPr>
          <p:spPr>
            <a:xfrm>
              <a:off x="4089543" y="2917811"/>
              <a:ext cx="153590" cy="208477"/>
            </a:xfrm>
            <a:custGeom>
              <a:avLst/>
              <a:gdLst/>
              <a:ahLst/>
              <a:cxnLst/>
              <a:rect l="l" t="t" r="r" b="b"/>
              <a:pathLst>
                <a:path w="1234" h="1675" extrusionOk="0">
                  <a:moveTo>
                    <a:pt x="805" y="0"/>
                  </a:moveTo>
                  <a:cubicBezTo>
                    <a:pt x="749" y="414"/>
                    <a:pt x="416" y="737"/>
                    <a:pt x="1" y="780"/>
                  </a:cubicBezTo>
                  <a:cubicBezTo>
                    <a:pt x="62" y="1168"/>
                    <a:pt x="306" y="1495"/>
                    <a:pt x="641" y="1674"/>
                  </a:cubicBezTo>
                  <a:cubicBezTo>
                    <a:pt x="661" y="1659"/>
                    <a:pt x="680" y="1645"/>
                    <a:pt x="701" y="1631"/>
                  </a:cubicBezTo>
                  <a:cubicBezTo>
                    <a:pt x="702" y="1630"/>
                    <a:pt x="705" y="1628"/>
                    <a:pt x="706" y="1628"/>
                  </a:cubicBezTo>
                  <a:cubicBezTo>
                    <a:pt x="723" y="1617"/>
                    <a:pt x="742" y="1606"/>
                    <a:pt x="761" y="1595"/>
                  </a:cubicBezTo>
                  <a:cubicBezTo>
                    <a:pt x="766" y="1592"/>
                    <a:pt x="771" y="1590"/>
                    <a:pt x="774" y="1587"/>
                  </a:cubicBezTo>
                  <a:cubicBezTo>
                    <a:pt x="792" y="1578"/>
                    <a:pt x="808" y="1570"/>
                    <a:pt x="826" y="1562"/>
                  </a:cubicBezTo>
                  <a:cubicBezTo>
                    <a:pt x="831" y="1559"/>
                    <a:pt x="836" y="1556"/>
                    <a:pt x="841" y="1555"/>
                  </a:cubicBezTo>
                  <a:cubicBezTo>
                    <a:pt x="863" y="1546"/>
                    <a:pt x="884" y="1538"/>
                    <a:pt x="906" y="1530"/>
                  </a:cubicBezTo>
                  <a:cubicBezTo>
                    <a:pt x="906" y="1530"/>
                    <a:pt x="907" y="1530"/>
                    <a:pt x="909" y="1529"/>
                  </a:cubicBezTo>
                  <a:cubicBezTo>
                    <a:pt x="932" y="1521"/>
                    <a:pt x="957" y="1513"/>
                    <a:pt x="979" y="1506"/>
                  </a:cubicBezTo>
                  <a:cubicBezTo>
                    <a:pt x="984" y="1505"/>
                    <a:pt x="991" y="1504"/>
                    <a:pt x="997" y="1503"/>
                  </a:cubicBezTo>
                  <a:cubicBezTo>
                    <a:pt x="1015" y="1499"/>
                    <a:pt x="1033" y="1494"/>
                    <a:pt x="1053" y="1492"/>
                  </a:cubicBezTo>
                  <a:cubicBezTo>
                    <a:pt x="1060" y="1490"/>
                    <a:pt x="1068" y="1489"/>
                    <a:pt x="1076" y="1488"/>
                  </a:cubicBezTo>
                  <a:cubicBezTo>
                    <a:pt x="1095" y="1485"/>
                    <a:pt x="1112" y="1483"/>
                    <a:pt x="1130" y="1482"/>
                  </a:cubicBezTo>
                  <a:cubicBezTo>
                    <a:pt x="1138" y="1480"/>
                    <a:pt x="1146" y="1480"/>
                    <a:pt x="1153" y="1479"/>
                  </a:cubicBezTo>
                  <a:cubicBezTo>
                    <a:pt x="1179" y="1478"/>
                    <a:pt x="1204" y="1475"/>
                    <a:pt x="1230" y="1475"/>
                  </a:cubicBezTo>
                  <a:lnTo>
                    <a:pt x="1234" y="1475"/>
                  </a:lnTo>
                  <a:lnTo>
                    <a:pt x="1234" y="507"/>
                  </a:lnTo>
                  <a:cubicBezTo>
                    <a:pt x="1054" y="375"/>
                    <a:pt x="906" y="201"/>
                    <a:pt x="8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3" name="Google Shape;2403;p21"/>
            <p:cNvSpPr/>
            <p:nvPr/>
          </p:nvSpPr>
          <p:spPr>
            <a:xfrm>
              <a:off x="4177197" y="3116169"/>
              <a:ext cx="7094" cy="4232"/>
            </a:xfrm>
            <a:custGeom>
              <a:avLst/>
              <a:gdLst/>
              <a:ahLst/>
              <a:cxnLst/>
              <a:rect l="l" t="t" r="r" b="b"/>
              <a:pathLst>
                <a:path w="57" h="34" extrusionOk="0">
                  <a:moveTo>
                    <a:pt x="56" y="0"/>
                  </a:moveTo>
                  <a:cubicBezTo>
                    <a:pt x="37" y="9"/>
                    <a:pt x="18" y="22"/>
                    <a:pt x="1" y="33"/>
                  </a:cubicBezTo>
                  <a:cubicBezTo>
                    <a:pt x="18" y="22"/>
                    <a:pt x="37" y="11"/>
                    <a:pt x="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4" name="Google Shape;2404;p21"/>
            <p:cNvSpPr/>
            <p:nvPr/>
          </p:nvSpPr>
          <p:spPr>
            <a:xfrm>
              <a:off x="4169234" y="3120774"/>
              <a:ext cx="7468" cy="5476"/>
            </a:xfrm>
            <a:custGeom>
              <a:avLst/>
              <a:gdLst/>
              <a:ahLst/>
              <a:cxnLst/>
              <a:rect l="l" t="t" r="r" b="b"/>
              <a:pathLst>
                <a:path w="60" h="44" extrusionOk="0">
                  <a:moveTo>
                    <a:pt x="60" y="0"/>
                  </a:moveTo>
                  <a:cubicBezTo>
                    <a:pt x="39" y="12"/>
                    <a:pt x="20" y="28"/>
                    <a:pt x="0" y="43"/>
                  </a:cubicBezTo>
                  <a:cubicBezTo>
                    <a:pt x="20" y="28"/>
                    <a:pt x="39" y="14"/>
                    <a:pt x="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5" name="Google Shape;2405;p21"/>
            <p:cNvSpPr/>
            <p:nvPr/>
          </p:nvSpPr>
          <p:spPr>
            <a:xfrm>
              <a:off x="4242045" y="3101109"/>
              <a:ext cx="498" cy="125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1" y="1"/>
                  </a:move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6" name="Google Shape;2406;p21"/>
            <p:cNvSpPr/>
            <p:nvPr/>
          </p:nvSpPr>
          <p:spPr>
            <a:xfrm>
              <a:off x="4185663" y="3111940"/>
              <a:ext cx="6473" cy="3361"/>
            </a:xfrm>
            <a:custGeom>
              <a:avLst/>
              <a:gdLst/>
              <a:ahLst/>
              <a:cxnLst/>
              <a:rect l="l" t="t" r="r" b="b"/>
              <a:pathLst>
                <a:path w="52" h="27" extrusionOk="0">
                  <a:moveTo>
                    <a:pt x="52" y="1"/>
                  </a:moveTo>
                  <a:cubicBezTo>
                    <a:pt x="34" y="9"/>
                    <a:pt x="17" y="17"/>
                    <a:pt x="0" y="26"/>
                  </a:cubicBezTo>
                  <a:cubicBezTo>
                    <a:pt x="19" y="17"/>
                    <a:pt x="35" y="9"/>
                    <a:pt x="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7" name="Google Shape;2407;p21"/>
            <p:cNvSpPr/>
            <p:nvPr/>
          </p:nvSpPr>
          <p:spPr>
            <a:xfrm>
              <a:off x="4232460" y="3101109"/>
              <a:ext cx="9708" cy="623"/>
            </a:xfrm>
            <a:custGeom>
              <a:avLst/>
              <a:gdLst/>
              <a:ahLst/>
              <a:cxnLst/>
              <a:rect l="l" t="t" r="r" b="b"/>
              <a:pathLst>
                <a:path w="78" h="5" extrusionOk="0">
                  <a:moveTo>
                    <a:pt x="78" y="1"/>
                  </a:moveTo>
                  <a:cubicBezTo>
                    <a:pt x="52" y="1"/>
                    <a:pt x="26" y="2"/>
                    <a:pt x="1" y="5"/>
                  </a:cubicBezTo>
                  <a:cubicBezTo>
                    <a:pt x="26" y="2"/>
                    <a:pt x="52" y="1"/>
                    <a:pt x="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8" name="Google Shape;2408;p21"/>
            <p:cNvSpPr/>
            <p:nvPr/>
          </p:nvSpPr>
          <p:spPr>
            <a:xfrm>
              <a:off x="4213169" y="3103103"/>
              <a:ext cx="6971" cy="1618"/>
            </a:xfrm>
            <a:custGeom>
              <a:avLst/>
              <a:gdLst/>
              <a:ahLst/>
              <a:cxnLst/>
              <a:rect l="l" t="t" r="r" b="b"/>
              <a:pathLst>
                <a:path w="56" h="13" extrusionOk="0">
                  <a:moveTo>
                    <a:pt x="56" y="1"/>
                  </a:moveTo>
                  <a:cubicBezTo>
                    <a:pt x="38" y="4"/>
                    <a:pt x="20" y="7"/>
                    <a:pt x="0" y="12"/>
                  </a:cubicBezTo>
                  <a:cubicBezTo>
                    <a:pt x="19" y="9"/>
                    <a:pt x="38" y="5"/>
                    <a:pt x="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09" name="Google Shape;2409;p21"/>
            <p:cNvSpPr/>
            <p:nvPr/>
          </p:nvSpPr>
          <p:spPr>
            <a:xfrm>
              <a:off x="4223124" y="3101733"/>
              <a:ext cx="6721" cy="871"/>
            </a:xfrm>
            <a:custGeom>
              <a:avLst/>
              <a:gdLst/>
              <a:ahLst/>
              <a:cxnLst/>
              <a:rect l="l" t="t" r="r" b="b"/>
              <a:pathLst>
                <a:path w="54" h="7" extrusionOk="0">
                  <a:moveTo>
                    <a:pt x="53" y="1"/>
                  </a:moveTo>
                  <a:lnTo>
                    <a:pt x="53" y="1"/>
                  </a:lnTo>
                  <a:cubicBezTo>
                    <a:pt x="36" y="2"/>
                    <a:pt x="18" y="5"/>
                    <a:pt x="0" y="7"/>
                  </a:cubicBezTo>
                  <a:cubicBezTo>
                    <a:pt x="18" y="5"/>
                    <a:pt x="35" y="4"/>
                    <a:pt x="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0" name="Google Shape;2410;p21"/>
            <p:cNvSpPr/>
            <p:nvPr/>
          </p:nvSpPr>
          <p:spPr>
            <a:xfrm>
              <a:off x="4202340" y="3105094"/>
              <a:ext cx="8837" cy="2862"/>
            </a:xfrm>
            <a:custGeom>
              <a:avLst/>
              <a:gdLst/>
              <a:ahLst/>
              <a:cxnLst/>
              <a:rect l="l" t="t" r="r" b="b"/>
              <a:pathLst>
                <a:path w="71" h="23" extrusionOk="0">
                  <a:moveTo>
                    <a:pt x="71" y="0"/>
                  </a:moveTo>
                  <a:lnTo>
                    <a:pt x="71" y="0"/>
                  </a:lnTo>
                  <a:cubicBezTo>
                    <a:pt x="46" y="7"/>
                    <a:pt x="24" y="14"/>
                    <a:pt x="0" y="23"/>
                  </a:cubicBezTo>
                  <a:cubicBezTo>
                    <a:pt x="24" y="15"/>
                    <a:pt x="46" y="7"/>
                    <a:pt x="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1" name="Google Shape;2411;p21"/>
            <p:cNvSpPr/>
            <p:nvPr/>
          </p:nvSpPr>
          <p:spPr>
            <a:xfrm>
              <a:off x="4193876" y="3107830"/>
              <a:ext cx="8339" cy="3361"/>
            </a:xfrm>
            <a:custGeom>
              <a:avLst/>
              <a:gdLst/>
              <a:ahLst/>
              <a:cxnLst/>
              <a:rect l="l" t="t" r="r" b="b"/>
              <a:pathLst>
                <a:path w="67" h="27" extrusionOk="0">
                  <a:moveTo>
                    <a:pt x="66" y="1"/>
                  </a:moveTo>
                  <a:cubicBezTo>
                    <a:pt x="45" y="8"/>
                    <a:pt x="22" y="17"/>
                    <a:pt x="1" y="26"/>
                  </a:cubicBezTo>
                  <a:cubicBezTo>
                    <a:pt x="22" y="17"/>
                    <a:pt x="45" y="9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2" name="Google Shape;2412;p21"/>
            <p:cNvSpPr/>
            <p:nvPr/>
          </p:nvSpPr>
          <p:spPr>
            <a:xfrm>
              <a:off x="4200852" y="3126749"/>
              <a:ext cx="41695" cy="41322"/>
            </a:xfrm>
            <a:custGeom>
              <a:avLst/>
              <a:gdLst/>
              <a:ahLst/>
              <a:cxnLst/>
              <a:rect l="l" t="t" r="r" b="b"/>
              <a:pathLst>
                <a:path w="335" h="332" extrusionOk="0">
                  <a:moveTo>
                    <a:pt x="0" y="0"/>
                  </a:moveTo>
                  <a:cubicBezTo>
                    <a:pt x="0" y="183"/>
                    <a:pt x="148" y="332"/>
                    <a:pt x="332" y="332"/>
                  </a:cubicBezTo>
                  <a:lnTo>
                    <a:pt x="335" y="33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3" name="Google Shape;2413;p21"/>
            <p:cNvSpPr/>
            <p:nvPr/>
          </p:nvSpPr>
          <p:spPr>
            <a:xfrm>
              <a:off x="4251632" y="3101485"/>
              <a:ext cx="2862" cy="373"/>
            </a:xfrm>
            <a:custGeom>
              <a:avLst/>
              <a:gdLst/>
              <a:ahLst/>
              <a:cxnLst/>
              <a:rect l="l" t="t" r="r" b="b"/>
              <a:pathLst>
                <a:path w="23" h="3" extrusionOk="0">
                  <a:moveTo>
                    <a:pt x="0" y="1"/>
                  </a:moveTo>
                  <a:cubicBezTo>
                    <a:pt x="8" y="2"/>
                    <a:pt x="16" y="3"/>
                    <a:pt x="23" y="3"/>
                  </a:cubicBezTo>
                  <a:cubicBezTo>
                    <a:pt x="16" y="2"/>
                    <a:pt x="8" y="1"/>
                    <a:pt x="0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4" name="Google Shape;2414;p21"/>
            <p:cNvSpPr/>
            <p:nvPr/>
          </p:nvSpPr>
          <p:spPr>
            <a:xfrm>
              <a:off x="4322079" y="3132600"/>
              <a:ext cx="1245" cy="1245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0" y="0"/>
                  </a:moveTo>
                  <a:lnTo>
                    <a:pt x="9" y="9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5" name="Google Shape;2415;p21"/>
            <p:cNvSpPr/>
            <p:nvPr/>
          </p:nvSpPr>
          <p:spPr>
            <a:xfrm>
              <a:off x="4307018" y="3120401"/>
              <a:ext cx="498" cy="498"/>
            </a:xfrm>
            <a:custGeom>
              <a:avLst/>
              <a:gdLst/>
              <a:ahLst/>
              <a:cxnLst/>
              <a:rect l="l" t="t" r="r" b="b"/>
              <a:pathLst>
                <a:path w="4" h="4" extrusionOk="0">
                  <a:moveTo>
                    <a:pt x="0" y="0"/>
                  </a:moveTo>
                  <a:lnTo>
                    <a:pt x="0" y="0"/>
                  </a:lnTo>
                  <a:cubicBezTo>
                    <a:pt x="1" y="2"/>
                    <a:pt x="3" y="2"/>
                    <a:pt x="4" y="3"/>
                  </a:cubicBezTo>
                  <a:cubicBezTo>
                    <a:pt x="3" y="2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6" name="Google Shape;2416;p21"/>
            <p:cNvSpPr/>
            <p:nvPr/>
          </p:nvSpPr>
          <p:spPr>
            <a:xfrm>
              <a:off x="4290092" y="3111191"/>
              <a:ext cx="1991" cy="871"/>
            </a:xfrm>
            <a:custGeom>
              <a:avLst/>
              <a:gdLst/>
              <a:ahLst/>
              <a:cxnLst/>
              <a:rect l="l" t="t" r="r" b="b"/>
              <a:pathLst>
                <a:path w="16" h="7" extrusionOk="0">
                  <a:moveTo>
                    <a:pt x="0" y="0"/>
                  </a:moveTo>
                  <a:cubicBezTo>
                    <a:pt x="5" y="2"/>
                    <a:pt x="11" y="5"/>
                    <a:pt x="16" y="7"/>
                  </a:cubicBezTo>
                  <a:cubicBezTo>
                    <a:pt x="11" y="4"/>
                    <a:pt x="5" y="1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7" name="Google Shape;2417;p21"/>
            <p:cNvSpPr/>
            <p:nvPr/>
          </p:nvSpPr>
          <p:spPr>
            <a:xfrm>
              <a:off x="4298305" y="3115175"/>
              <a:ext cx="1991" cy="1120"/>
            </a:xfrm>
            <a:custGeom>
              <a:avLst/>
              <a:gdLst/>
              <a:ahLst/>
              <a:cxnLst/>
              <a:rect l="l" t="t" r="r" b="b"/>
              <a:pathLst>
                <a:path w="16" h="9" extrusionOk="0">
                  <a:moveTo>
                    <a:pt x="1" y="0"/>
                  </a:moveTo>
                  <a:cubicBezTo>
                    <a:pt x="5" y="3"/>
                    <a:pt x="10" y="5"/>
                    <a:pt x="15" y="8"/>
                  </a:cubicBezTo>
                  <a:cubicBezTo>
                    <a:pt x="10" y="5"/>
                    <a:pt x="6" y="3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8" name="Google Shape;2418;p21"/>
            <p:cNvSpPr/>
            <p:nvPr/>
          </p:nvSpPr>
          <p:spPr>
            <a:xfrm>
              <a:off x="4281752" y="3107830"/>
              <a:ext cx="250" cy="125"/>
            </a:xfrm>
            <a:custGeom>
              <a:avLst/>
              <a:gdLst/>
              <a:ahLst/>
              <a:cxnLst/>
              <a:rect l="l" t="t" r="r" b="b"/>
              <a:pathLst>
                <a:path w="2" h="1" extrusionOk="0">
                  <a:moveTo>
                    <a:pt x="1" y="1"/>
                  </a:moveTo>
                  <a:lnTo>
                    <a:pt x="2" y="1"/>
                  </a:ln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19" name="Google Shape;2419;p21"/>
            <p:cNvSpPr/>
            <p:nvPr/>
          </p:nvSpPr>
          <p:spPr>
            <a:xfrm>
              <a:off x="4329544" y="3140937"/>
              <a:ext cx="250" cy="250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1"/>
                  </a:moveTo>
                  <a:cubicBezTo>
                    <a:pt x="2" y="2"/>
                    <a:pt x="2" y="2"/>
                    <a:pt x="1" y="1"/>
                  </a:cubicBezTo>
                  <a:cubicBezTo>
                    <a:pt x="2" y="2"/>
                    <a:pt x="2" y="2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0" name="Google Shape;2420;p21"/>
            <p:cNvSpPr/>
            <p:nvPr/>
          </p:nvSpPr>
          <p:spPr>
            <a:xfrm>
              <a:off x="4334897" y="3148530"/>
              <a:ext cx="1245" cy="2116"/>
            </a:xfrm>
            <a:custGeom>
              <a:avLst/>
              <a:gdLst/>
              <a:ahLst/>
              <a:cxnLst/>
              <a:rect l="l" t="t" r="r" b="b"/>
              <a:pathLst>
                <a:path w="10" h="17" extrusionOk="0">
                  <a:moveTo>
                    <a:pt x="1" y="0"/>
                  </a:moveTo>
                  <a:cubicBezTo>
                    <a:pt x="5" y="6"/>
                    <a:pt x="8" y="11"/>
                    <a:pt x="10" y="17"/>
                  </a:cubicBezTo>
                  <a:cubicBezTo>
                    <a:pt x="8" y="10"/>
                    <a:pt x="5" y="5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1" name="Google Shape;2421;p21"/>
            <p:cNvSpPr/>
            <p:nvPr/>
          </p:nvSpPr>
          <p:spPr>
            <a:xfrm>
              <a:off x="4260967" y="3102727"/>
              <a:ext cx="3112" cy="498"/>
            </a:xfrm>
            <a:custGeom>
              <a:avLst/>
              <a:gdLst/>
              <a:ahLst/>
              <a:cxnLst/>
              <a:rect l="l" t="t" r="r" b="b"/>
              <a:pathLst>
                <a:path w="25" h="4" extrusionOk="0">
                  <a:moveTo>
                    <a:pt x="0" y="1"/>
                  </a:moveTo>
                  <a:cubicBezTo>
                    <a:pt x="8" y="2"/>
                    <a:pt x="15" y="3"/>
                    <a:pt x="25" y="4"/>
                  </a:cubicBezTo>
                  <a:cubicBezTo>
                    <a:pt x="17" y="3"/>
                    <a:pt x="9" y="2"/>
                    <a:pt x="0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2" name="Google Shape;2422;p21"/>
            <p:cNvSpPr/>
            <p:nvPr/>
          </p:nvSpPr>
          <p:spPr>
            <a:xfrm>
              <a:off x="4270799" y="3104721"/>
              <a:ext cx="2364" cy="498"/>
            </a:xfrm>
            <a:custGeom>
              <a:avLst/>
              <a:gdLst/>
              <a:ahLst/>
              <a:cxnLst/>
              <a:rect l="l" t="t" r="r" b="b"/>
              <a:pathLst>
                <a:path w="19" h="4" extrusionOk="0">
                  <a:moveTo>
                    <a:pt x="1" y="0"/>
                  </a:moveTo>
                  <a:cubicBezTo>
                    <a:pt x="6" y="1"/>
                    <a:pt x="12" y="2"/>
                    <a:pt x="18" y="3"/>
                  </a:cubicBezTo>
                  <a:cubicBezTo>
                    <a:pt x="12" y="2"/>
                    <a:pt x="7" y="1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3" name="Google Shape;2423;p21"/>
            <p:cNvSpPr/>
            <p:nvPr/>
          </p:nvSpPr>
          <p:spPr>
            <a:xfrm>
              <a:off x="4341116" y="3223083"/>
              <a:ext cx="100565" cy="191796"/>
            </a:xfrm>
            <a:custGeom>
              <a:avLst/>
              <a:gdLst/>
              <a:ahLst/>
              <a:cxnLst/>
              <a:rect l="l" t="t" r="r" b="b"/>
              <a:pathLst>
                <a:path w="808" h="1541" extrusionOk="0">
                  <a:moveTo>
                    <a:pt x="1" y="1"/>
                  </a:moveTo>
                  <a:lnTo>
                    <a:pt x="1" y="1541"/>
                  </a:lnTo>
                  <a:lnTo>
                    <a:pt x="808" y="1541"/>
                  </a:lnTo>
                  <a:cubicBezTo>
                    <a:pt x="808" y="882"/>
                    <a:pt x="482" y="30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4" name="Google Shape;2424;p21"/>
            <p:cNvSpPr/>
            <p:nvPr/>
          </p:nvSpPr>
          <p:spPr>
            <a:xfrm>
              <a:off x="4242418" y="3193828"/>
              <a:ext cx="46300" cy="46797"/>
            </a:xfrm>
            <a:custGeom>
              <a:avLst/>
              <a:gdLst/>
              <a:ahLst/>
              <a:cxnLst/>
              <a:rect l="l" t="t" r="r" b="b"/>
              <a:pathLst>
                <a:path w="372" h="376" extrusionOk="0">
                  <a:moveTo>
                    <a:pt x="1" y="0"/>
                  </a:moveTo>
                  <a:lnTo>
                    <a:pt x="1" y="376"/>
                  </a:lnTo>
                  <a:cubicBezTo>
                    <a:pt x="190" y="374"/>
                    <a:pt x="347" y="232"/>
                    <a:pt x="371" y="49"/>
                  </a:cubicBezTo>
                  <a:cubicBezTo>
                    <a:pt x="251" y="17"/>
                    <a:pt x="128" y="0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5" name="Google Shape;2425;p21"/>
            <p:cNvSpPr/>
            <p:nvPr/>
          </p:nvSpPr>
          <p:spPr>
            <a:xfrm>
              <a:off x="4242298" y="3008624"/>
              <a:ext cx="156449" cy="185199"/>
            </a:xfrm>
            <a:custGeom>
              <a:avLst/>
              <a:gdLst/>
              <a:ahLst/>
              <a:cxnLst/>
              <a:rect l="l" t="t" r="r" b="b"/>
              <a:pathLst>
                <a:path w="1257" h="1488" extrusionOk="0">
                  <a:moveTo>
                    <a:pt x="1235" y="1"/>
                  </a:moveTo>
                  <a:cubicBezTo>
                    <a:pt x="1182" y="410"/>
                    <a:pt x="933" y="758"/>
                    <a:pt x="583" y="943"/>
                  </a:cubicBezTo>
                  <a:cubicBezTo>
                    <a:pt x="563" y="928"/>
                    <a:pt x="544" y="913"/>
                    <a:pt x="524" y="900"/>
                  </a:cubicBezTo>
                  <a:cubicBezTo>
                    <a:pt x="523" y="898"/>
                    <a:pt x="521" y="898"/>
                    <a:pt x="519" y="897"/>
                  </a:cubicBezTo>
                  <a:cubicBezTo>
                    <a:pt x="502" y="886"/>
                    <a:pt x="483" y="875"/>
                    <a:pt x="465" y="862"/>
                  </a:cubicBezTo>
                  <a:cubicBezTo>
                    <a:pt x="460" y="860"/>
                    <a:pt x="456" y="857"/>
                    <a:pt x="451" y="855"/>
                  </a:cubicBezTo>
                  <a:cubicBezTo>
                    <a:pt x="435" y="846"/>
                    <a:pt x="417" y="837"/>
                    <a:pt x="400" y="829"/>
                  </a:cubicBezTo>
                  <a:cubicBezTo>
                    <a:pt x="395" y="826"/>
                    <a:pt x="389" y="824"/>
                    <a:pt x="384" y="822"/>
                  </a:cubicBezTo>
                  <a:cubicBezTo>
                    <a:pt x="363" y="814"/>
                    <a:pt x="340" y="805"/>
                    <a:pt x="319" y="797"/>
                  </a:cubicBezTo>
                  <a:lnTo>
                    <a:pt x="318" y="797"/>
                  </a:lnTo>
                  <a:cubicBezTo>
                    <a:pt x="294" y="790"/>
                    <a:pt x="271" y="781"/>
                    <a:pt x="247" y="775"/>
                  </a:cubicBezTo>
                  <a:cubicBezTo>
                    <a:pt x="242" y="774"/>
                    <a:pt x="236" y="773"/>
                    <a:pt x="230" y="771"/>
                  </a:cubicBezTo>
                  <a:cubicBezTo>
                    <a:pt x="211" y="766"/>
                    <a:pt x="194" y="763"/>
                    <a:pt x="175" y="760"/>
                  </a:cubicBezTo>
                  <a:cubicBezTo>
                    <a:pt x="166" y="759"/>
                    <a:pt x="159" y="758"/>
                    <a:pt x="150" y="757"/>
                  </a:cubicBezTo>
                  <a:cubicBezTo>
                    <a:pt x="133" y="754"/>
                    <a:pt x="114" y="752"/>
                    <a:pt x="97" y="750"/>
                  </a:cubicBezTo>
                  <a:cubicBezTo>
                    <a:pt x="89" y="749"/>
                    <a:pt x="82" y="749"/>
                    <a:pt x="73" y="748"/>
                  </a:cubicBezTo>
                  <a:cubicBezTo>
                    <a:pt x="49" y="746"/>
                    <a:pt x="25" y="745"/>
                    <a:pt x="1" y="745"/>
                  </a:cubicBezTo>
                  <a:lnTo>
                    <a:pt x="1" y="950"/>
                  </a:lnTo>
                  <a:lnTo>
                    <a:pt x="328" y="950"/>
                  </a:lnTo>
                  <a:cubicBezTo>
                    <a:pt x="328" y="1132"/>
                    <a:pt x="181" y="1280"/>
                    <a:pt x="1" y="1282"/>
                  </a:cubicBezTo>
                  <a:lnTo>
                    <a:pt x="1" y="1487"/>
                  </a:lnTo>
                  <a:cubicBezTo>
                    <a:pt x="291" y="1486"/>
                    <a:pt x="557" y="1387"/>
                    <a:pt x="770" y="1220"/>
                  </a:cubicBezTo>
                  <a:lnTo>
                    <a:pt x="790" y="1205"/>
                  </a:lnTo>
                  <a:cubicBezTo>
                    <a:pt x="1074" y="975"/>
                    <a:pt x="1255" y="623"/>
                    <a:pt x="1255" y="229"/>
                  </a:cubicBezTo>
                  <a:cubicBezTo>
                    <a:pt x="1256" y="151"/>
                    <a:pt x="1249" y="74"/>
                    <a:pt x="12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6" name="Google Shape;2426;p21"/>
            <p:cNvSpPr/>
            <p:nvPr/>
          </p:nvSpPr>
          <p:spPr>
            <a:xfrm>
              <a:off x="4314735" y="3126116"/>
              <a:ext cx="7468" cy="6596"/>
            </a:xfrm>
            <a:custGeom>
              <a:avLst/>
              <a:gdLst/>
              <a:ahLst/>
              <a:cxnLst/>
              <a:rect l="l" t="t" r="r" b="b"/>
              <a:pathLst>
                <a:path w="60" h="53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17"/>
                    <a:pt x="41" y="35"/>
                    <a:pt x="59" y="52"/>
                  </a:cubicBezTo>
                  <a:cubicBezTo>
                    <a:pt x="41" y="35"/>
                    <a:pt x="22" y="17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7" name="Google Shape;2427;p21"/>
            <p:cNvSpPr/>
            <p:nvPr/>
          </p:nvSpPr>
          <p:spPr>
            <a:xfrm>
              <a:off x="4336265" y="3150261"/>
              <a:ext cx="4605" cy="8214"/>
            </a:xfrm>
            <a:custGeom>
              <a:avLst/>
              <a:gdLst/>
              <a:ahLst/>
              <a:cxnLst/>
              <a:rect l="l" t="t" r="r" b="b"/>
              <a:pathLst>
                <a:path w="37" h="66" extrusionOk="0">
                  <a:moveTo>
                    <a:pt x="1" y="1"/>
                  </a:moveTo>
                  <a:cubicBezTo>
                    <a:pt x="13" y="23"/>
                    <a:pt x="24" y="45"/>
                    <a:pt x="37" y="66"/>
                  </a:cubicBezTo>
                  <a:cubicBezTo>
                    <a:pt x="26" y="44"/>
                    <a:pt x="13" y="23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8" name="Google Shape;2428;p21"/>
            <p:cNvSpPr/>
            <p:nvPr/>
          </p:nvSpPr>
          <p:spPr>
            <a:xfrm>
              <a:off x="4329670" y="3141051"/>
              <a:ext cx="5476" cy="7717"/>
            </a:xfrm>
            <a:custGeom>
              <a:avLst/>
              <a:gdLst/>
              <a:ahLst/>
              <a:cxnLst/>
              <a:rect l="l" t="t" r="r" b="b"/>
              <a:pathLst>
                <a:path w="44" h="62" extrusionOk="0">
                  <a:moveTo>
                    <a:pt x="1" y="1"/>
                  </a:moveTo>
                  <a:cubicBezTo>
                    <a:pt x="16" y="20"/>
                    <a:pt x="30" y="41"/>
                    <a:pt x="44" y="61"/>
                  </a:cubicBezTo>
                  <a:cubicBezTo>
                    <a:pt x="30" y="41"/>
                    <a:pt x="16" y="20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29" name="Google Shape;2429;p21"/>
            <p:cNvSpPr/>
            <p:nvPr/>
          </p:nvSpPr>
          <p:spPr>
            <a:xfrm>
              <a:off x="4323199" y="3133708"/>
              <a:ext cx="6596" cy="7468"/>
            </a:xfrm>
            <a:custGeom>
              <a:avLst/>
              <a:gdLst/>
              <a:ahLst/>
              <a:cxnLst/>
              <a:rect l="l" t="t" r="r" b="b"/>
              <a:pathLst>
                <a:path w="53" h="60" extrusionOk="0">
                  <a:moveTo>
                    <a:pt x="0" y="0"/>
                  </a:moveTo>
                  <a:cubicBezTo>
                    <a:pt x="18" y="20"/>
                    <a:pt x="36" y="39"/>
                    <a:pt x="53" y="60"/>
                  </a:cubicBezTo>
                  <a:cubicBezTo>
                    <a:pt x="36" y="39"/>
                    <a:pt x="18" y="19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0" name="Google Shape;2430;p21"/>
            <p:cNvSpPr/>
            <p:nvPr/>
          </p:nvSpPr>
          <p:spPr>
            <a:xfrm>
              <a:off x="4242426" y="2980494"/>
              <a:ext cx="153835" cy="145496"/>
            </a:xfrm>
            <a:custGeom>
              <a:avLst/>
              <a:gdLst/>
              <a:ahLst/>
              <a:cxnLst/>
              <a:rect l="l" t="t" r="r" b="b"/>
              <a:pathLst>
                <a:path w="1236" h="1169" extrusionOk="0">
                  <a:moveTo>
                    <a:pt x="1" y="1"/>
                  </a:moveTo>
                  <a:lnTo>
                    <a:pt x="1" y="969"/>
                  </a:lnTo>
                  <a:lnTo>
                    <a:pt x="74" y="973"/>
                  </a:lnTo>
                  <a:cubicBezTo>
                    <a:pt x="82" y="973"/>
                    <a:pt x="90" y="974"/>
                    <a:pt x="97" y="975"/>
                  </a:cubicBezTo>
                  <a:cubicBezTo>
                    <a:pt x="115" y="976"/>
                    <a:pt x="133" y="979"/>
                    <a:pt x="151" y="981"/>
                  </a:cubicBezTo>
                  <a:cubicBezTo>
                    <a:pt x="158" y="983"/>
                    <a:pt x="166" y="984"/>
                    <a:pt x="175" y="985"/>
                  </a:cubicBezTo>
                  <a:cubicBezTo>
                    <a:pt x="193" y="989"/>
                    <a:pt x="211" y="993"/>
                    <a:pt x="230" y="996"/>
                  </a:cubicBezTo>
                  <a:cubicBezTo>
                    <a:pt x="236" y="998"/>
                    <a:pt x="241" y="999"/>
                    <a:pt x="247" y="1000"/>
                  </a:cubicBezTo>
                  <a:cubicBezTo>
                    <a:pt x="272" y="1006"/>
                    <a:pt x="295" y="1014"/>
                    <a:pt x="318" y="1022"/>
                  </a:cubicBezTo>
                  <a:lnTo>
                    <a:pt x="320" y="1022"/>
                  </a:lnTo>
                  <a:cubicBezTo>
                    <a:pt x="342" y="1030"/>
                    <a:pt x="364" y="1039"/>
                    <a:pt x="384" y="1047"/>
                  </a:cubicBezTo>
                  <a:cubicBezTo>
                    <a:pt x="390" y="1050"/>
                    <a:pt x="395" y="1052"/>
                    <a:pt x="400" y="1054"/>
                  </a:cubicBezTo>
                  <a:cubicBezTo>
                    <a:pt x="418" y="1062"/>
                    <a:pt x="435" y="1071"/>
                    <a:pt x="451" y="1080"/>
                  </a:cubicBezTo>
                  <a:cubicBezTo>
                    <a:pt x="456" y="1082"/>
                    <a:pt x="460" y="1085"/>
                    <a:pt x="465" y="1087"/>
                  </a:cubicBezTo>
                  <a:cubicBezTo>
                    <a:pt x="485" y="1097"/>
                    <a:pt x="502" y="1109"/>
                    <a:pt x="520" y="1122"/>
                  </a:cubicBezTo>
                  <a:cubicBezTo>
                    <a:pt x="522" y="1123"/>
                    <a:pt x="523" y="1123"/>
                    <a:pt x="525" y="1124"/>
                  </a:cubicBezTo>
                  <a:cubicBezTo>
                    <a:pt x="545" y="1138"/>
                    <a:pt x="563" y="1153"/>
                    <a:pt x="583" y="1168"/>
                  </a:cubicBezTo>
                  <a:cubicBezTo>
                    <a:pt x="934" y="983"/>
                    <a:pt x="1182" y="635"/>
                    <a:pt x="1236" y="226"/>
                  </a:cubicBezTo>
                  <a:cubicBezTo>
                    <a:pt x="1234" y="221"/>
                    <a:pt x="1234" y="215"/>
                    <a:pt x="1233" y="210"/>
                  </a:cubicBezTo>
                  <a:cubicBezTo>
                    <a:pt x="1105" y="248"/>
                    <a:pt x="971" y="270"/>
                    <a:pt x="829" y="270"/>
                  </a:cubicBezTo>
                  <a:cubicBezTo>
                    <a:pt x="520" y="270"/>
                    <a:pt x="234" y="170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1" name="Google Shape;2431;p21"/>
            <p:cNvSpPr/>
            <p:nvPr/>
          </p:nvSpPr>
          <p:spPr>
            <a:xfrm>
              <a:off x="4307409" y="3120761"/>
              <a:ext cx="7468" cy="5476"/>
            </a:xfrm>
            <a:custGeom>
              <a:avLst/>
              <a:gdLst/>
              <a:ahLst/>
              <a:cxnLst/>
              <a:rect l="l" t="t" r="r" b="b"/>
              <a:pathLst>
                <a:path w="60" h="44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14"/>
                    <a:pt x="40" y="28"/>
                    <a:pt x="60" y="43"/>
                  </a:cubicBezTo>
                  <a:cubicBezTo>
                    <a:pt x="40" y="28"/>
                    <a:pt x="21" y="12"/>
                    <a:pt x="1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2" name="Google Shape;2432;p21"/>
            <p:cNvSpPr/>
            <p:nvPr/>
          </p:nvSpPr>
          <p:spPr>
            <a:xfrm>
              <a:off x="4300197" y="3116156"/>
              <a:ext cx="6971" cy="4357"/>
            </a:xfrm>
            <a:custGeom>
              <a:avLst/>
              <a:gdLst/>
              <a:ahLst/>
              <a:cxnLst/>
              <a:rect l="l" t="t" r="r" b="b"/>
              <a:pathLst>
                <a:path w="56" h="35" extrusionOk="0">
                  <a:moveTo>
                    <a:pt x="0" y="0"/>
                  </a:moveTo>
                  <a:cubicBezTo>
                    <a:pt x="18" y="11"/>
                    <a:pt x="37" y="22"/>
                    <a:pt x="55" y="34"/>
                  </a:cubicBezTo>
                  <a:cubicBezTo>
                    <a:pt x="37" y="22"/>
                    <a:pt x="20" y="9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3" name="Google Shape;2433;p21"/>
            <p:cNvSpPr/>
            <p:nvPr/>
          </p:nvSpPr>
          <p:spPr>
            <a:xfrm>
              <a:off x="4254395" y="3101718"/>
              <a:ext cx="6971" cy="871"/>
            </a:xfrm>
            <a:custGeom>
              <a:avLst/>
              <a:gdLst/>
              <a:ahLst/>
              <a:cxnLst/>
              <a:rect l="l" t="t" r="r" b="b"/>
              <a:pathLst>
                <a:path w="56" h="7" extrusionOk="0">
                  <a:moveTo>
                    <a:pt x="1" y="1"/>
                  </a:moveTo>
                  <a:cubicBezTo>
                    <a:pt x="19" y="4"/>
                    <a:pt x="37" y="5"/>
                    <a:pt x="55" y="7"/>
                  </a:cubicBezTo>
                  <a:cubicBezTo>
                    <a:pt x="37" y="5"/>
                    <a:pt x="19" y="2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4" name="Google Shape;2434;p21"/>
            <p:cNvSpPr/>
            <p:nvPr/>
          </p:nvSpPr>
          <p:spPr>
            <a:xfrm>
              <a:off x="4263978" y="3103088"/>
              <a:ext cx="6971" cy="1618"/>
            </a:xfrm>
            <a:custGeom>
              <a:avLst/>
              <a:gdLst/>
              <a:ahLst/>
              <a:cxnLst/>
              <a:rect l="l" t="t" r="r" b="b"/>
              <a:pathLst>
                <a:path w="56" h="13" extrusionOk="0">
                  <a:moveTo>
                    <a:pt x="1" y="1"/>
                  </a:moveTo>
                  <a:cubicBezTo>
                    <a:pt x="19" y="5"/>
                    <a:pt x="37" y="9"/>
                    <a:pt x="56" y="12"/>
                  </a:cubicBezTo>
                  <a:cubicBezTo>
                    <a:pt x="37" y="7"/>
                    <a:pt x="20" y="4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5" name="Google Shape;2435;p21"/>
            <p:cNvSpPr/>
            <p:nvPr/>
          </p:nvSpPr>
          <p:spPr>
            <a:xfrm>
              <a:off x="4242472" y="3101113"/>
              <a:ext cx="9335" cy="498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1" y="1"/>
                  </a:moveTo>
                  <a:lnTo>
                    <a:pt x="1" y="1"/>
                  </a:lnTo>
                  <a:cubicBezTo>
                    <a:pt x="25" y="1"/>
                    <a:pt x="50" y="2"/>
                    <a:pt x="74" y="4"/>
                  </a:cubicBezTo>
                  <a:cubicBezTo>
                    <a:pt x="50" y="2"/>
                    <a:pt x="25" y="1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6" name="Google Shape;2436;p21"/>
            <p:cNvSpPr/>
            <p:nvPr/>
          </p:nvSpPr>
          <p:spPr>
            <a:xfrm>
              <a:off x="4272966" y="3105104"/>
              <a:ext cx="8837" cy="2862"/>
            </a:xfrm>
            <a:custGeom>
              <a:avLst/>
              <a:gdLst/>
              <a:ahLst/>
              <a:cxnLst/>
              <a:rect l="l" t="t" r="r" b="b"/>
              <a:pathLst>
                <a:path w="71" h="23" extrusionOk="0">
                  <a:moveTo>
                    <a:pt x="0" y="0"/>
                  </a:moveTo>
                  <a:cubicBezTo>
                    <a:pt x="25" y="7"/>
                    <a:pt x="49" y="15"/>
                    <a:pt x="71" y="23"/>
                  </a:cubicBezTo>
                  <a:cubicBezTo>
                    <a:pt x="47" y="14"/>
                    <a:pt x="25" y="7"/>
                    <a:pt x="0" y="0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7" name="Google Shape;2437;p21"/>
            <p:cNvSpPr/>
            <p:nvPr/>
          </p:nvSpPr>
          <p:spPr>
            <a:xfrm>
              <a:off x="4292017" y="3111950"/>
              <a:ext cx="6473" cy="3361"/>
            </a:xfrm>
            <a:custGeom>
              <a:avLst/>
              <a:gdLst/>
              <a:ahLst/>
              <a:cxnLst/>
              <a:rect l="l" t="t" r="r" b="b"/>
              <a:pathLst>
                <a:path w="52" h="27" extrusionOk="0">
                  <a:moveTo>
                    <a:pt x="1" y="1"/>
                  </a:moveTo>
                  <a:cubicBezTo>
                    <a:pt x="17" y="9"/>
                    <a:pt x="36" y="17"/>
                    <a:pt x="52" y="26"/>
                  </a:cubicBezTo>
                  <a:cubicBezTo>
                    <a:pt x="36" y="17"/>
                    <a:pt x="18" y="9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8" name="Google Shape;2438;p21"/>
            <p:cNvSpPr/>
            <p:nvPr/>
          </p:nvSpPr>
          <p:spPr>
            <a:xfrm>
              <a:off x="4281964" y="3107866"/>
              <a:ext cx="8339" cy="3361"/>
            </a:xfrm>
            <a:custGeom>
              <a:avLst/>
              <a:gdLst/>
              <a:ahLst/>
              <a:cxnLst/>
              <a:rect l="l" t="t" r="r" b="b"/>
              <a:pathLst>
                <a:path w="67" h="27" extrusionOk="0">
                  <a:moveTo>
                    <a:pt x="1" y="1"/>
                  </a:moveTo>
                  <a:cubicBezTo>
                    <a:pt x="23" y="8"/>
                    <a:pt x="45" y="17"/>
                    <a:pt x="66" y="26"/>
                  </a:cubicBezTo>
                  <a:cubicBezTo>
                    <a:pt x="46" y="17"/>
                    <a:pt x="24" y="8"/>
                    <a:pt x="1" y="1"/>
                  </a:cubicBezTo>
                  <a:close/>
                </a:path>
              </a:pathLst>
            </a:custGeom>
            <a:solidFill>
              <a:srgbClr val="0027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2439" name="Google Shape;2439;p21"/>
            <p:cNvSpPr/>
            <p:nvPr/>
          </p:nvSpPr>
          <p:spPr>
            <a:xfrm>
              <a:off x="4242508" y="3126784"/>
              <a:ext cx="40949" cy="41322"/>
            </a:xfrm>
            <a:custGeom>
              <a:avLst/>
              <a:gdLst/>
              <a:ahLst/>
              <a:cxnLst/>
              <a:rect l="l" t="t" r="r" b="b"/>
              <a:pathLst>
                <a:path w="329" h="332" extrusionOk="0">
                  <a:moveTo>
                    <a:pt x="1" y="0"/>
                  </a:moveTo>
                  <a:lnTo>
                    <a:pt x="1" y="332"/>
                  </a:lnTo>
                  <a:cubicBezTo>
                    <a:pt x="183" y="329"/>
                    <a:pt x="328" y="182"/>
                    <a:pt x="3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2440" name="Google Shape;2440;p21"/>
          <p:cNvSpPr txBox="1"/>
          <p:nvPr/>
        </p:nvSpPr>
        <p:spPr>
          <a:xfrm>
            <a:off x="491865" y="4121357"/>
            <a:ext cx="25688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de-DE" sz="1600">
                <a:latin typeface="Roboto"/>
                <a:ea typeface="Roboto"/>
                <a:cs typeface="Roboto"/>
                <a:sym typeface="Roboto"/>
              </a:rPr>
              <a:t>Fundierte Entscheidungsgrundlage zur Kosten- und </a:t>
            </a:r>
            <a:r>
              <a:rPr lang="de-DE" sz="1600" err="1">
                <a:latin typeface="Roboto"/>
                <a:ea typeface="Roboto"/>
                <a:cs typeface="Roboto"/>
                <a:sym typeface="Roboto"/>
              </a:rPr>
              <a:t>Effizientoptimierung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1" name="Google Shape;2441;p21"/>
          <p:cNvSpPr txBox="1"/>
          <p:nvPr/>
        </p:nvSpPr>
        <p:spPr>
          <a:xfrm>
            <a:off x="9001996" y="2891800"/>
            <a:ext cx="2774404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 defTabSz="1219170"/>
            <a:r>
              <a:rPr lang="en" sz="1600">
                <a:latin typeface="Roboto"/>
                <a:ea typeface="Roboto"/>
                <a:cs typeface="Roboto"/>
                <a:sym typeface="Roboto"/>
              </a:rPr>
              <a:t>Überwachung von Gebäuden  und umsetzbare Handlungsempfehlungen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2" name="Google Shape;2442;p21"/>
          <p:cNvSpPr txBox="1"/>
          <p:nvPr/>
        </p:nvSpPr>
        <p:spPr>
          <a:xfrm>
            <a:off x="491867" y="1957741"/>
            <a:ext cx="25688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de-DE" sz="1600">
                <a:latin typeface="Roboto"/>
                <a:ea typeface="Roboto"/>
                <a:cs typeface="Roboto"/>
                <a:sym typeface="Roboto"/>
              </a:rPr>
              <a:t>Unterstützung städtischer Energie und Nachhaltigkeitsziele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defTabSz="1219170">
              <a:lnSpc>
                <a:spcPct val="115000"/>
              </a:lnSpc>
              <a:spcAft>
                <a:spcPts val="2133"/>
              </a:spcAft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3" name="Google Shape;2443;p21"/>
          <p:cNvSpPr txBox="1"/>
          <p:nvPr/>
        </p:nvSpPr>
        <p:spPr>
          <a:xfrm>
            <a:off x="491865" y="1542401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Stadt</a:t>
            </a:r>
            <a:endParaRPr sz="2133" b="1">
              <a:solidFill>
                <a:srgbClr val="1E2F5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4" name="Google Shape;2444;p21"/>
          <p:cNvSpPr txBox="1"/>
          <p:nvPr/>
        </p:nvSpPr>
        <p:spPr>
          <a:xfrm>
            <a:off x="9428812" y="2422829"/>
            <a:ext cx="2347588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lnSpc>
                <a:spcPct val="115000"/>
              </a:lnSpc>
              <a:spcAft>
                <a:spcPts val="2133"/>
              </a:spcAft>
            </a:pPr>
            <a:r>
              <a:rPr lang="en" sz="2133" b="1">
                <a:solidFill>
                  <a:srgbClr val="8BBFFF"/>
                </a:solidFill>
                <a:latin typeface="Fira Sans"/>
                <a:ea typeface="Fira Sans"/>
                <a:cs typeface="Fira Sans"/>
                <a:sym typeface="Fira Sans"/>
              </a:rPr>
              <a:t>Facility Manager</a:t>
            </a:r>
            <a:endParaRPr sz="2133" b="1">
              <a:solidFill>
                <a:srgbClr val="8BB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5" name="Google Shape;2445;p21"/>
          <p:cNvSpPr txBox="1"/>
          <p:nvPr/>
        </p:nvSpPr>
        <p:spPr>
          <a:xfrm>
            <a:off x="491864" y="3682627"/>
            <a:ext cx="2566669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" sz="2133" b="1">
                <a:solidFill>
                  <a:srgbClr val="4E6BAC"/>
                </a:solidFill>
                <a:latin typeface="Fira Sans"/>
                <a:ea typeface="Fira Sans"/>
                <a:cs typeface="Fira Sans"/>
                <a:sym typeface="Fira Sans"/>
              </a:rPr>
              <a:t>Energiemanager</a:t>
            </a:r>
            <a:endParaRPr sz="2133" b="1">
              <a:solidFill>
                <a:srgbClr val="4E6BAC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6" name="Google Shape;2446;p21"/>
          <p:cNvSpPr txBox="1"/>
          <p:nvPr/>
        </p:nvSpPr>
        <p:spPr>
          <a:xfrm>
            <a:off x="9211878" y="5313029"/>
            <a:ext cx="25688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/>
            <a:r>
              <a:rPr lang="de-DE" sz="1600">
                <a:latin typeface="Roboto"/>
                <a:ea typeface="Roboto"/>
                <a:cs typeface="Roboto"/>
                <a:sym typeface="Roboto"/>
              </a:rPr>
              <a:t>Verbesserung des Strompreises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7" name="Google Shape;2447;p21"/>
          <p:cNvSpPr txBox="1"/>
          <p:nvPr/>
        </p:nvSpPr>
        <p:spPr>
          <a:xfrm>
            <a:off x="9209732" y="4884687"/>
            <a:ext cx="2570946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lnSpc>
                <a:spcPct val="115000"/>
              </a:lnSpc>
              <a:spcAft>
                <a:spcPts val="2133"/>
              </a:spcAft>
            </a:pPr>
            <a:r>
              <a:rPr lang="en" sz="2133" b="1">
                <a:solidFill>
                  <a:srgbClr val="B2E0FF"/>
                </a:solidFill>
                <a:latin typeface="Fira Sans"/>
                <a:ea typeface="Fira Sans"/>
                <a:cs typeface="Fira Sans"/>
                <a:sym typeface="Fira Sans"/>
              </a:rPr>
              <a:t>Stromverbraucher</a:t>
            </a:r>
            <a:endParaRPr sz="2133" b="1">
              <a:solidFill>
                <a:srgbClr val="B2E0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Google Shape;5128;p38"/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Qualitätsmerkmale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29" name="Google Shape;5129;p38"/>
          <p:cNvSpPr/>
          <p:nvPr/>
        </p:nvSpPr>
        <p:spPr>
          <a:xfrm>
            <a:off x="16582959" y="3217030"/>
            <a:ext cx="29597" cy="29597"/>
          </a:xfrm>
          <a:custGeom>
            <a:avLst/>
            <a:gdLst/>
            <a:ahLst/>
            <a:cxnLst/>
            <a:rect l="l" t="t" r="r" b="b"/>
            <a:pathLst>
              <a:path w="164" h="164" extrusionOk="0">
                <a:moveTo>
                  <a:pt x="82" y="0"/>
                </a:moveTo>
                <a:cubicBezTo>
                  <a:pt x="36" y="0"/>
                  <a:pt x="0" y="37"/>
                  <a:pt x="0" y="82"/>
                </a:cubicBezTo>
                <a:cubicBezTo>
                  <a:pt x="0" y="128"/>
                  <a:pt x="37" y="164"/>
                  <a:pt x="82" y="164"/>
                </a:cubicBezTo>
                <a:cubicBezTo>
                  <a:pt x="128" y="164"/>
                  <a:pt x="164" y="127"/>
                  <a:pt x="164" y="82"/>
                </a:cubicBezTo>
                <a:cubicBezTo>
                  <a:pt x="164" y="37"/>
                  <a:pt x="128" y="1"/>
                  <a:pt x="8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5130" name="Google Shape;5130;p38"/>
          <p:cNvSpPr/>
          <p:nvPr/>
        </p:nvSpPr>
        <p:spPr>
          <a:xfrm>
            <a:off x="16582959" y="3340475"/>
            <a:ext cx="29597" cy="29779"/>
          </a:xfrm>
          <a:custGeom>
            <a:avLst/>
            <a:gdLst/>
            <a:ahLst/>
            <a:cxnLst/>
            <a:rect l="l" t="t" r="r" b="b"/>
            <a:pathLst>
              <a:path w="164" h="165" extrusionOk="0">
                <a:moveTo>
                  <a:pt x="82" y="1"/>
                </a:moveTo>
                <a:cubicBezTo>
                  <a:pt x="36" y="1"/>
                  <a:pt x="0" y="38"/>
                  <a:pt x="0" y="83"/>
                </a:cubicBezTo>
                <a:cubicBezTo>
                  <a:pt x="0" y="129"/>
                  <a:pt x="37" y="164"/>
                  <a:pt x="82" y="164"/>
                </a:cubicBezTo>
                <a:cubicBezTo>
                  <a:pt x="128" y="164"/>
                  <a:pt x="164" y="128"/>
                  <a:pt x="164" y="83"/>
                </a:cubicBezTo>
                <a:cubicBezTo>
                  <a:pt x="164" y="38"/>
                  <a:pt x="128" y="1"/>
                  <a:pt x="8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5131" name="Google Shape;5131;p38"/>
          <p:cNvGrpSpPr/>
          <p:nvPr/>
        </p:nvGrpSpPr>
        <p:grpSpPr>
          <a:xfrm>
            <a:off x="481669" y="1801767"/>
            <a:ext cx="2082800" cy="3851492"/>
            <a:chOff x="361252" y="1351325"/>
            <a:chExt cx="1562100" cy="2888619"/>
          </a:xfrm>
        </p:grpSpPr>
        <p:sp>
          <p:nvSpPr>
            <p:cNvPr id="5132" name="Google Shape;5132;p38"/>
            <p:cNvSpPr/>
            <p:nvPr/>
          </p:nvSpPr>
          <p:spPr>
            <a:xfrm>
              <a:off x="455979" y="1717349"/>
              <a:ext cx="1372647" cy="2522595"/>
            </a:xfrm>
            <a:custGeom>
              <a:avLst/>
              <a:gdLst/>
              <a:ahLst/>
              <a:cxnLst/>
              <a:rect l="l" t="t" r="r" b="b"/>
              <a:pathLst>
                <a:path w="18685" h="42393" extrusionOk="0">
                  <a:moveTo>
                    <a:pt x="0" y="1"/>
                  </a:moveTo>
                  <a:lnTo>
                    <a:pt x="0" y="37418"/>
                  </a:lnTo>
                  <a:lnTo>
                    <a:pt x="9342" y="42393"/>
                  </a:lnTo>
                  <a:lnTo>
                    <a:pt x="18685" y="37418"/>
                  </a:lnTo>
                  <a:lnTo>
                    <a:pt x="186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33" name="Google Shape;5133;p38"/>
            <p:cNvSpPr/>
            <p:nvPr/>
          </p:nvSpPr>
          <p:spPr>
            <a:xfrm>
              <a:off x="761302" y="1351325"/>
              <a:ext cx="762000" cy="76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35" name="Google Shape;5135;p38"/>
            <p:cNvSpPr txBox="1"/>
            <p:nvPr/>
          </p:nvSpPr>
          <p:spPr>
            <a:xfrm>
              <a:off x="490852" y="2716208"/>
              <a:ext cx="13029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Aft>
                  <a:spcPts val="2133"/>
                </a:spcAft>
              </a:pPr>
              <a:r>
                <a:rPr lang="de-DE" sz="16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9</a:t>
              </a:r>
              <a:r>
                <a:rPr lang="en-US" sz="16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9.9% </a:t>
              </a:r>
              <a:r>
                <a:rPr lang="en-US" sz="1600" err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Verfügbarkeit</a:t>
              </a:r>
              <a:r>
                <a:rPr lang="en-US" sz="16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-US" sz="1600" err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im</a:t>
              </a:r>
              <a:r>
                <a:rPr lang="en-US" sz="16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 Jahr (max 8,76h </a:t>
              </a:r>
              <a:r>
                <a:rPr lang="en-US" sz="1600" err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Ausfall</a:t>
              </a:r>
              <a:r>
                <a:rPr lang="en-US" sz="16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/Jahr</a:t>
              </a:r>
              <a:endParaRPr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136" name="Google Shape;5136;p38"/>
            <p:cNvSpPr txBox="1"/>
            <p:nvPr/>
          </p:nvSpPr>
          <p:spPr>
            <a:xfrm>
              <a:off x="361252" y="2396725"/>
              <a:ext cx="1562100" cy="4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lnSpc>
                  <a:spcPct val="115000"/>
                </a:lnSpc>
                <a:spcAft>
                  <a:spcPts val="2133"/>
                </a:spcAft>
              </a:pPr>
              <a:r>
                <a:rPr lang="en" sz="1733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Availability</a:t>
              </a:r>
              <a:endParaRPr sz="1733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137" name="Google Shape;5137;p38"/>
          <p:cNvGrpSpPr/>
          <p:nvPr/>
        </p:nvGrpSpPr>
        <p:grpSpPr>
          <a:xfrm>
            <a:off x="2819342" y="1817734"/>
            <a:ext cx="1830223" cy="3835526"/>
            <a:chOff x="2117701" y="1363300"/>
            <a:chExt cx="1372667" cy="2876644"/>
          </a:xfrm>
        </p:grpSpPr>
        <p:sp>
          <p:nvSpPr>
            <p:cNvPr id="5138" name="Google Shape;5138;p38"/>
            <p:cNvSpPr/>
            <p:nvPr/>
          </p:nvSpPr>
          <p:spPr>
            <a:xfrm>
              <a:off x="2117701" y="1717349"/>
              <a:ext cx="1372667" cy="2522595"/>
            </a:xfrm>
            <a:custGeom>
              <a:avLst/>
              <a:gdLst/>
              <a:ahLst/>
              <a:cxnLst/>
              <a:rect l="l" t="t" r="r" b="b"/>
              <a:pathLst>
                <a:path w="18684" h="42393" extrusionOk="0">
                  <a:moveTo>
                    <a:pt x="1" y="1"/>
                  </a:moveTo>
                  <a:lnTo>
                    <a:pt x="1" y="37418"/>
                  </a:lnTo>
                  <a:lnTo>
                    <a:pt x="9342" y="42393"/>
                  </a:lnTo>
                  <a:lnTo>
                    <a:pt x="18684" y="37418"/>
                  </a:lnTo>
                  <a:lnTo>
                    <a:pt x="186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39" name="Google Shape;5139;p38"/>
            <p:cNvSpPr/>
            <p:nvPr/>
          </p:nvSpPr>
          <p:spPr>
            <a:xfrm>
              <a:off x="2423034" y="1363300"/>
              <a:ext cx="762000" cy="76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44" name="Google Shape;5144;p38"/>
            <p:cNvSpPr txBox="1"/>
            <p:nvPr/>
          </p:nvSpPr>
          <p:spPr>
            <a:xfrm>
              <a:off x="2149219" y="2485439"/>
              <a:ext cx="13029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spcBef>
                  <a:spcPts val="2133"/>
                </a:spcBef>
                <a:spcAft>
                  <a:spcPts val="2133"/>
                </a:spcAft>
              </a:pPr>
              <a:r>
                <a:rPr lang="de-DE" sz="16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Skalierbarkeit der Software auf eine ganze Stadt</a:t>
              </a:r>
              <a:endParaRPr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145" name="Google Shape;5145;p38"/>
            <p:cNvSpPr txBox="1"/>
            <p:nvPr/>
          </p:nvSpPr>
          <p:spPr>
            <a:xfrm>
              <a:off x="2152584" y="2389607"/>
              <a:ext cx="1302900" cy="4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 defTabSz="1219170">
                <a:lnSpc>
                  <a:spcPct val="115000"/>
                </a:lnSpc>
                <a:spcAft>
                  <a:spcPts val="2133"/>
                </a:spcAft>
              </a:pPr>
              <a:r>
                <a:rPr lang="en" sz="1733" b="1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Scalability</a:t>
              </a:r>
              <a:endParaRPr sz="1733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5147" name="Google Shape;5147;p38"/>
          <p:cNvSpPr/>
          <p:nvPr/>
        </p:nvSpPr>
        <p:spPr>
          <a:xfrm>
            <a:off x="5030739" y="2289799"/>
            <a:ext cx="1830196" cy="3363460"/>
          </a:xfrm>
          <a:custGeom>
            <a:avLst/>
            <a:gdLst/>
            <a:ahLst/>
            <a:cxnLst/>
            <a:rect l="l" t="t" r="r" b="b"/>
            <a:pathLst>
              <a:path w="18685" h="42393" extrusionOk="0">
                <a:moveTo>
                  <a:pt x="1" y="1"/>
                </a:moveTo>
                <a:lnTo>
                  <a:pt x="1" y="37418"/>
                </a:lnTo>
                <a:lnTo>
                  <a:pt x="9342" y="42393"/>
                </a:lnTo>
                <a:lnTo>
                  <a:pt x="18684" y="37418"/>
                </a:lnTo>
                <a:lnTo>
                  <a:pt x="186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5148" name="Google Shape;5148;p38"/>
          <p:cNvSpPr/>
          <p:nvPr/>
        </p:nvSpPr>
        <p:spPr>
          <a:xfrm>
            <a:off x="5445456" y="1823784"/>
            <a:ext cx="1016000" cy="1016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5157" name="Google Shape;5157;p38"/>
          <p:cNvSpPr txBox="1"/>
          <p:nvPr/>
        </p:nvSpPr>
        <p:spPr>
          <a:xfrm>
            <a:off x="5077236" y="3612119"/>
            <a:ext cx="1737200" cy="9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Anbindung an bestehende Systeme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58" name="Google Shape;5158;p38"/>
          <p:cNvSpPr txBox="1"/>
          <p:nvPr/>
        </p:nvSpPr>
        <p:spPr>
          <a:xfrm>
            <a:off x="4912056" y="3162120"/>
            <a:ext cx="2082800" cy="6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lnSpc>
                <a:spcPct val="115000"/>
              </a:lnSpc>
              <a:spcAft>
                <a:spcPts val="2133"/>
              </a:spcAft>
            </a:pPr>
            <a:r>
              <a:rPr lang="en-US" sz="1733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Interoperability</a:t>
            </a:r>
          </a:p>
        </p:txBody>
      </p:sp>
      <p:sp>
        <p:nvSpPr>
          <p:cNvPr id="5160" name="Google Shape;5160;p38"/>
          <p:cNvSpPr/>
          <p:nvPr/>
        </p:nvSpPr>
        <p:spPr>
          <a:xfrm>
            <a:off x="7368411" y="2289799"/>
            <a:ext cx="1830196" cy="3363460"/>
          </a:xfrm>
          <a:custGeom>
            <a:avLst/>
            <a:gdLst/>
            <a:ahLst/>
            <a:cxnLst/>
            <a:rect l="l" t="t" r="r" b="b"/>
            <a:pathLst>
              <a:path w="18685" h="42393" extrusionOk="0">
                <a:moveTo>
                  <a:pt x="1" y="1"/>
                </a:moveTo>
                <a:lnTo>
                  <a:pt x="1" y="37418"/>
                </a:lnTo>
                <a:lnTo>
                  <a:pt x="9343" y="42393"/>
                </a:lnTo>
                <a:lnTo>
                  <a:pt x="18684" y="37418"/>
                </a:lnTo>
                <a:lnTo>
                  <a:pt x="1868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5161" name="Google Shape;5161;p38"/>
          <p:cNvSpPr/>
          <p:nvPr/>
        </p:nvSpPr>
        <p:spPr>
          <a:xfrm>
            <a:off x="7775508" y="1894334"/>
            <a:ext cx="1016000" cy="1016000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5162" name="Google Shape;5162;p38"/>
          <p:cNvGrpSpPr/>
          <p:nvPr/>
        </p:nvGrpSpPr>
        <p:grpSpPr>
          <a:xfrm>
            <a:off x="5670156" y="2136931"/>
            <a:ext cx="567279" cy="442953"/>
            <a:chOff x="12218883" y="1702998"/>
            <a:chExt cx="577599" cy="450950"/>
          </a:xfrm>
        </p:grpSpPr>
        <p:sp>
          <p:nvSpPr>
            <p:cNvPr id="5163" name="Google Shape;5163;p38"/>
            <p:cNvSpPr/>
            <p:nvPr/>
          </p:nvSpPr>
          <p:spPr>
            <a:xfrm>
              <a:off x="12306516" y="1826627"/>
              <a:ext cx="402503" cy="128673"/>
            </a:xfrm>
            <a:custGeom>
              <a:avLst/>
              <a:gdLst/>
              <a:ahLst/>
              <a:cxnLst/>
              <a:rect l="l" t="t" r="r" b="b"/>
              <a:pathLst>
                <a:path w="2393" h="765" extrusionOk="0">
                  <a:moveTo>
                    <a:pt x="1197" y="0"/>
                  </a:moveTo>
                  <a:cubicBezTo>
                    <a:pt x="764" y="0"/>
                    <a:pt x="330" y="165"/>
                    <a:pt x="0" y="495"/>
                  </a:cubicBezTo>
                  <a:lnTo>
                    <a:pt x="270" y="764"/>
                  </a:lnTo>
                  <a:cubicBezTo>
                    <a:pt x="525" y="509"/>
                    <a:pt x="861" y="381"/>
                    <a:pt x="1197" y="381"/>
                  </a:cubicBezTo>
                  <a:cubicBezTo>
                    <a:pt x="1532" y="381"/>
                    <a:pt x="1868" y="509"/>
                    <a:pt x="2124" y="764"/>
                  </a:cubicBezTo>
                  <a:lnTo>
                    <a:pt x="2393" y="495"/>
                  </a:lnTo>
                  <a:cubicBezTo>
                    <a:pt x="2063" y="165"/>
                    <a:pt x="1630" y="0"/>
                    <a:pt x="11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64" name="Google Shape;5164;p38"/>
            <p:cNvSpPr/>
            <p:nvPr/>
          </p:nvSpPr>
          <p:spPr>
            <a:xfrm>
              <a:off x="12392803" y="1948742"/>
              <a:ext cx="229593" cy="92678"/>
            </a:xfrm>
            <a:custGeom>
              <a:avLst/>
              <a:gdLst/>
              <a:ahLst/>
              <a:cxnLst/>
              <a:rect l="l" t="t" r="r" b="b"/>
              <a:pathLst>
                <a:path w="1365" h="551" extrusionOk="0">
                  <a:moveTo>
                    <a:pt x="684" y="0"/>
                  </a:moveTo>
                  <a:cubicBezTo>
                    <a:pt x="436" y="0"/>
                    <a:pt x="189" y="95"/>
                    <a:pt x="0" y="283"/>
                  </a:cubicBezTo>
                  <a:lnTo>
                    <a:pt x="269" y="551"/>
                  </a:lnTo>
                  <a:cubicBezTo>
                    <a:pt x="383" y="436"/>
                    <a:pt x="533" y="379"/>
                    <a:pt x="683" y="379"/>
                  </a:cubicBezTo>
                  <a:cubicBezTo>
                    <a:pt x="833" y="379"/>
                    <a:pt x="983" y="436"/>
                    <a:pt x="1098" y="551"/>
                  </a:cubicBezTo>
                  <a:lnTo>
                    <a:pt x="1365" y="283"/>
                  </a:lnTo>
                  <a:cubicBezTo>
                    <a:pt x="1178" y="95"/>
                    <a:pt x="931" y="0"/>
                    <a:pt x="6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65" name="Google Shape;5165;p38"/>
            <p:cNvSpPr/>
            <p:nvPr/>
          </p:nvSpPr>
          <p:spPr>
            <a:xfrm>
              <a:off x="12464962" y="2068502"/>
              <a:ext cx="85446" cy="85446"/>
            </a:xfrm>
            <a:custGeom>
              <a:avLst/>
              <a:gdLst/>
              <a:ahLst/>
              <a:cxnLst/>
              <a:rect l="l" t="t" r="r" b="b"/>
              <a:pathLst>
                <a:path w="508" h="508" extrusionOk="0">
                  <a:moveTo>
                    <a:pt x="256" y="1"/>
                  </a:moveTo>
                  <a:cubicBezTo>
                    <a:pt x="256" y="1"/>
                    <a:pt x="255" y="1"/>
                    <a:pt x="255" y="1"/>
                  </a:cubicBezTo>
                  <a:cubicBezTo>
                    <a:pt x="113" y="1"/>
                    <a:pt x="1" y="114"/>
                    <a:pt x="1" y="253"/>
                  </a:cubicBezTo>
                  <a:cubicBezTo>
                    <a:pt x="1" y="395"/>
                    <a:pt x="115" y="507"/>
                    <a:pt x="255" y="507"/>
                  </a:cubicBezTo>
                  <a:cubicBezTo>
                    <a:pt x="395" y="507"/>
                    <a:pt x="507" y="392"/>
                    <a:pt x="507" y="253"/>
                  </a:cubicBezTo>
                  <a:cubicBezTo>
                    <a:pt x="507" y="114"/>
                    <a:pt x="395" y="1"/>
                    <a:pt x="2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66" name="Google Shape;5166;p38"/>
            <p:cNvSpPr/>
            <p:nvPr/>
          </p:nvSpPr>
          <p:spPr>
            <a:xfrm>
              <a:off x="12218883" y="1702998"/>
              <a:ext cx="577599" cy="164668"/>
            </a:xfrm>
            <a:custGeom>
              <a:avLst/>
              <a:gdLst/>
              <a:ahLst/>
              <a:cxnLst/>
              <a:rect l="l" t="t" r="r" b="b"/>
              <a:pathLst>
                <a:path w="3434" h="979" extrusionOk="0">
                  <a:moveTo>
                    <a:pt x="1717" y="1"/>
                  </a:moveTo>
                  <a:cubicBezTo>
                    <a:pt x="1095" y="1"/>
                    <a:pt x="474" y="237"/>
                    <a:pt x="1" y="710"/>
                  </a:cubicBezTo>
                  <a:lnTo>
                    <a:pt x="270" y="979"/>
                  </a:lnTo>
                  <a:cubicBezTo>
                    <a:pt x="669" y="579"/>
                    <a:pt x="1193" y="379"/>
                    <a:pt x="1718" y="379"/>
                  </a:cubicBezTo>
                  <a:cubicBezTo>
                    <a:pt x="2242" y="379"/>
                    <a:pt x="2766" y="579"/>
                    <a:pt x="3165" y="979"/>
                  </a:cubicBezTo>
                  <a:lnTo>
                    <a:pt x="3433" y="710"/>
                  </a:lnTo>
                  <a:cubicBezTo>
                    <a:pt x="2960" y="237"/>
                    <a:pt x="2339" y="1"/>
                    <a:pt x="1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5167" name="Google Shape;5167;p38"/>
          <p:cNvSpPr txBox="1"/>
          <p:nvPr/>
        </p:nvSpPr>
        <p:spPr>
          <a:xfrm>
            <a:off x="7414908" y="3612119"/>
            <a:ext cx="1737200" cy="9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spcAft>
                <a:spcPts val="2133"/>
              </a:spcAft>
            </a:pPr>
            <a:r>
              <a:rPr lang="de-DE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Zuverlässigkeit der Daten. Nacherfassung bei Ausfällen 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68" name="Google Shape;5168;p38"/>
          <p:cNvSpPr txBox="1"/>
          <p:nvPr/>
        </p:nvSpPr>
        <p:spPr>
          <a:xfrm>
            <a:off x="7242108" y="3202834"/>
            <a:ext cx="2082800" cy="6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lnSpc>
                <a:spcPct val="115000"/>
              </a:lnSpc>
              <a:spcAft>
                <a:spcPts val="2133"/>
              </a:spcAft>
            </a:pPr>
            <a:r>
              <a:rPr lang="en-US" sz="1733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Reliability</a:t>
            </a:r>
          </a:p>
        </p:txBody>
      </p:sp>
      <p:sp>
        <p:nvSpPr>
          <p:cNvPr id="5170" name="Google Shape;5170;p38"/>
          <p:cNvSpPr/>
          <p:nvPr/>
        </p:nvSpPr>
        <p:spPr>
          <a:xfrm>
            <a:off x="9706083" y="2287734"/>
            <a:ext cx="1830196" cy="3363460"/>
          </a:xfrm>
          <a:custGeom>
            <a:avLst/>
            <a:gdLst/>
            <a:ahLst/>
            <a:cxnLst/>
            <a:rect l="l" t="t" r="r" b="b"/>
            <a:pathLst>
              <a:path w="18685" h="42393" extrusionOk="0">
                <a:moveTo>
                  <a:pt x="1" y="0"/>
                </a:moveTo>
                <a:lnTo>
                  <a:pt x="1" y="37418"/>
                </a:lnTo>
                <a:lnTo>
                  <a:pt x="9343" y="42392"/>
                </a:lnTo>
                <a:lnTo>
                  <a:pt x="18684" y="37418"/>
                </a:lnTo>
                <a:lnTo>
                  <a:pt x="18684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5171" name="Google Shape;5171;p38"/>
          <p:cNvSpPr/>
          <p:nvPr/>
        </p:nvSpPr>
        <p:spPr>
          <a:xfrm>
            <a:off x="10113180" y="1883751"/>
            <a:ext cx="1016000" cy="10160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5172" name="Google Shape;5172;p38"/>
          <p:cNvGrpSpPr/>
          <p:nvPr/>
        </p:nvGrpSpPr>
        <p:grpSpPr>
          <a:xfrm>
            <a:off x="8084575" y="2113995"/>
            <a:ext cx="397865" cy="576296"/>
            <a:chOff x="7887888" y="1585496"/>
            <a:chExt cx="298399" cy="432222"/>
          </a:xfrm>
        </p:grpSpPr>
        <p:sp>
          <p:nvSpPr>
            <p:cNvPr id="5173" name="Google Shape;5173;p38"/>
            <p:cNvSpPr/>
            <p:nvPr/>
          </p:nvSpPr>
          <p:spPr>
            <a:xfrm>
              <a:off x="8012020" y="1978808"/>
              <a:ext cx="51668" cy="38910"/>
            </a:xfrm>
            <a:custGeom>
              <a:avLst/>
              <a:gdLst/>
              <a:ahLst/>
              <a:cxnLst/>
              <a:rect l="l" t="t" r="r" b="b"/>
              <a:pathLst>
                <a:path w="405" h="305" extrusionOk="0">
                  <a:moveTo>
                    <a:pt x="52" y="0"/>
                  </a:moveTo>
                  <a:cubicBezTo>
                    <a:pt x="24" y="0"/>
                    <a:pt x="0" y="23"/>
                    <a:pt x="0" y="51"/>
                  </a:cubicBezTo>
                  <a:lnTo>
                    <a:pt x="0" y="103"/>
                  </a:lnTo>
                  <a:cubicBezTo>
                    <a:pt x="0" y="214"/>
                    <a:pt x="92" y="304"/>
                    <a:pt x="203" y="304"/>
                  </a:cubicBezTo>
                  <a:cubicBezTo>
                    <a:pt x="314" y="304"/>
                    <a:pt x="405" y="214"/>
                    <a:pt x="405" y="103"/>
                  </a:cubicBezTo>
                  <a:lnTo>
                    <a:pt x="405" y="51"/>
                  </a:lnTo>
                  <a:cubicBezTo>
                    <a:pt x="405" y="24"/>
                    <a:pt x="383" y="0"/>
                    <a:pt x="3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74" name="Google Shape;5174;p38"/>
            <p:cNvSpPr/>
            <p:nvPr/>
          </p:nvSpPr>
          <p:spPr>
            <a:xfrm>
              <a:off x="7887888" y="1585496"/>
              <a:ext cx="298399" cy="409763"/>
            </a:xfrm>
            <a:custGeom>
              <a:avLst/>
              <a:gdLst/>
              <a:ahLst/>
              <a:cxnLst/>
              <a:rect l="l" t="t" r="r" b="b"/>
              <a:pathLst>
                <a:path w="2339" h="3212" extrusionOk="0">
                  <a:moveTo>
                    <a:pt x="1177" y="0"/>
                  </a:moveTo>
                  <a:cubicBezTo>
                    <a:pt x="1152" y="0"/>
                    <a:pt x="1127" y="1"/>
                    <a:pt x="1101" y="2"/>
                  </a:cubicBezTo>
                  <a:cubicBezTo>
                    <a:pt x="511" y="39"/>
                    <a:pt x="32" y="531"/>
                    <a:pt x="15" y="1125"/>
                  </a:cubicBezTo>
                  <a:cubicBezTo>
                    <a:pt x="0" y="1564"/>
                    <a:pt x="232" y="1969"/>
                    <a:pt x="616" y="2180"/>
                  </a:cubicBezTo>
                  <a:cubicBezTo>
                    <a:pt x="713" y="2233"/>
                    <a:pt x="771" y="2333"/>
                    <a:pt x="771" y="2445"/>
                  </a:cubicBezTo>
                  <a:lnTo>
                    <a:pt x="771" y="3211"/>
                  </a:lnTo>
                  <a:lnTo>
                    <a:pt x="1579" y="3211"/>
                  </a:lnTo>
                  <a:lnTo>
                    <a:pt x="1579" y="2445"/>
                  </a:lnTo>
                  <a:cubicBezTo>
                    <a:pt x="1579" y="2335"/>
                    <a:pt x="1640" y="2234"/>
                    <a:pt x="1736" y="2180"/>
                  </a:cubicBezTo>
                  <a:cubicBezTo>
                    <a:pt x="2106" y="1975"/>
                    <a:pt x="2336" y="1585"/>
                    <a:pt x="2336" y="1162"/>
                  </a:cubicBezTo>
                  <a:cubicBezTo>
                    <a:pt x="2338" y="842"/>
                    <a:pt x="2205" y="534"/>
                    <a:pt x="1971" y="316"/>
                  </a:cubicBezTo>
                  <a:cubicBezTo>
                    <a:pt x="1753" y="111"/>
                    <a:pt x="1473" y="0"/>
                    <a:pt x="11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75" name="Google Shape;5175;p38"/>
            <p:cNvSpPr/>
            <p:nvPr/>
          </p:nvSpPr>
          <p:spPr>
            <a:xfrm>
              <a:off x="7986378" y="1746368"/>
              <a:ext cx="103336" cy="26152"/>
            </a:xfrm>
            <a:custGeom>
              <a:avLst/>
              <a:gdLst/>
              <a:ahLst/>
              <a:cxnLst/>
              <a:rect l="l" t="t" r="r" b="b"/>
              <a:pathLst>
                <a:path w="810" h="205" extrusionOk="0">
                  <a:moveTo>
                    <a:pt x="50" y="1"/>
                  </a:moveTo>
                  <a:cubicBezTo>
                    <a:pt x="23" y="1"/>
                    <a:pt x="1" y="23"/>
                    <a:pt x="1" y="52"/>
                  </a:cubicBezTo>
                  <a:cubicBezTo>
                    <a:pt x="1" y="81"/>
                    <a:pt x="22" y="103"/>
                    <a:pt x="50" y="103"/>
                  </a:cubicBezTo>
                  <a:cubicBezTo>
                    <a:pt x="69" y="103"/>
                    <a:pt x="79" y="111"/>
                    <a:pt x="100" y="137"/>
                  </a:cubicBezTo>
                  <a:cubicBezTo>
                    <a:pt x="125" y="164"/>
                    <a:pt x="161" y="205"/>
                    <a:pt x="227" y="205"/>
                  </a:cubicBezTo>
                  <a:cubicBezTo>
                    <a:pt x="295" y="205"/>
                    <a:pt x="330" y="164"/>
                    <a:pt x="354" y="137"/>
                  </a:cubicBezTo>
                  <a:cubicBezTo>
                    <a:pt x="375" y="111"/>
                    <a:pt x="385" y="103"/>
                    <a:pt x="404" y="103"/>
                  </a:cubicBezTo>
                  <a:cubicBezTo>
                    <a:pt x="422" y="103"/>
                    <a:pt x="432" y="111"/>
                    <a:pt x="453" y="137"/>
                  </a:cubicBezTo>
                  <a:cubicBezTo>
                    <a:pt x="479" y="165"/>
                    <a:pt x="512" y="205"/>
                    <a:pt x="580" y="205"/>
                  </a:cubicBezTo>
                  <a:cubicBezTo>
                    <a:pt x="648" y="205"/>
                    <a:pt x="683" y="164"/>
                    <a:pt x="707" y="137"/>
                  </a:cubicBezTo>
                  <a:cubicBezTo>
                    <a:pt x="729" y="111"/>
                    <a:pt x="739" y="103"/>
                    <a:pt x="758" y="103"/>
                  </a:cubicBezTo>
                  <a:cubicBezTo>
                    <a:pt x="786" y="103"/>
                    <a:pt x="809" y="81"/>
                    <a:pt x="809" y="52"/>
                  </a:cubicBezTo>
                  <a:cubicBezTo>
                    <a:pt x="809" y="23"/>
                    <a:pt x="786" y="1"/>
                    <a:pt x="758" y="1"/>
                  </a:cubicBezTo>
                  <a:cubicBezTo>
                    <a:pt x="691" y="1"/>
                    <a:pt x="656" y="42"/>
                    <a:pt x="631" y="69"/>
                  </a:cubicBezTo>
                  <a:cubicBezTo>
                    <a:pt x="610" y="94"/>
                    <a:pt x="600" y="102"/>
                    <a:pt x="581" y="102"/>
                  </a:cubicBezTo>
                  <a:cubicBezTo>
                    <a:pt x="561" y="102"/>
                    <a:pt x="552" y="94"/>
                    <a:pt x="530" y="69"/>
                  </a:cubicBezTo>
                  <a:cubicBezTo>
                    <a:pt x="504" y="41"/>
                    <a:pt x="472" y="1"/>
                    <a:pt x="404" y="1"/>
                  </a:cubicBezTo>
                  <a:cubicBezTo>
                    <a:pt x="335" y="1"/>
                    <a:pt x="300" y="42"/>
                    <a:pt x="277" y="69"/>
                  </a:cubicBezTo>
                  <a:cubicBezTo>
                    <a:pt x="255" y="94"/>
                    <a:pt x="246" y="102"/>
                    <a:pt x="227" y="102"/>
                  </a:cubicBezTo>
                  <a:cubicBezTo>
                    <a:pt x="208" y="102"/>
                    <a:pt x="198" y="94"/>
                    <a:pt x="177" y="69"/>
                  </a:cubicBezTo>
                  <a:cubicBezTo>
                    <a:pt x="152" y="42"/>
                    <a:pt x="117" y="1"/>
                    <a:pt x="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76" name="Google Shape;5176;p38"/>
            <p:cNvSpPr/>
            <p:nvPr/>
          </p:nvSpPr>
          <p:spPr>
            <a:xfrm>
              <a:off x="7978978" y="1733738"/>
              <a:ext cx="46693" cy="161379"/>
            </a:xfrm>
            <a:custGeom>
              <a:avLst/>
              <a:gdLst/>
              <a:ahLst/>
              <a:cxnLst/>
              <a:rect l="l" t="t" r="r" b="b"/>
              <a:pathLst>
                <a:path w="366" h="1265" extrusionOk="0">
                  <a:moveTo>
                    <a:pt x="57" y="0"/>
                  </a:moveTo>
                  <a:cubicBezTo>
                    <a:pt x="53" y="0"/>
                    <a:pt x="50" y="1"/>
                    <a:pt x="46" y="2"/>
                  </a:cubicBezTo>
                  <a:cubicBezTo>
                    <a:pt x="19" y="8"/>
                    <a:pt x="1" y="34"/>
                    <a:pt x="8" y="62"/>
                  </a:cubicBezTo>
                  <a:lnTo>
                    <a:pt x="260" y="1224"/>
                  </a:lnTo>
                  <a:cubicBezTo>
                    <a:pt x="266" y="1247"/>
                    <a:pt x="287" y="1264"/>
                    <a:pt x="311" y="1264"/>
                  </a:cubicBezTo>
                  <a:cubicBezTo>
                    <a:pt x="314" y="1264"/>
                    <a:pt x="317" y="1262"/>
                    <a:pt x="321" y="1262"/>
                  </a:cubicBezTo>
                  <a:cubicBezTo>
                    <a:pt x="347" y="1256"/>
                    <a:pt x="366" y="1230"/>
                    <a:pt x="359" y="1202"/>
                  </a:cubicBezTo>
                  <a:lnTo>
                    <a:pt x="106" y="40"/>
                  </a:lnTo>
                  <a:cubicBezTo>
                    <a:pt x="101" y="17"/>
                    <a:pt x="80" y="0"/>
                    <a:pt x="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77" name="Google Shape;5177;p38"/>
            <p:cNvSpPr/>
            <p:nvPr/>
          </p:nvSpPr>
          <p:spPr>
            <a:xfrm>
              <a:off x="8050294" y="1733738"/>
              <a:ext cx="46565" cy="161379"/>
            </a:xfrm>
            <a:custGeom>
              <a:avLst/>
              <a:gdLst/>
              <a:ahLst/>
              <a:cxnLst/>
              <a:rect l="l" t="t" r="r" b="b"/>
              <a:pathLst>
                <a:path w="365" h="1265" extrusionOk="0">
                  <a:moveTo>
                    <a:pt x="308" y="0"/>
                  </a:moveTo>
                  <a:cubicBezTo>
                    <a:pt x="285" y="0"/>
                    <a:pt x="265" y="17"/>
                    <a:pt x="259" y="40"/>
                  </a:cubicBezTo>
                  <a:lnTo>
                    <a:pt x="6" y="1202"/>
                  </a:lnTo>
                  <a:cubicBezTo>
                    <a:pt x="0" y="1230"/>
                    <a:pt x="18" y="1256"/>
                    <a:pt x="44" y="1262"/>
                  </a:cubicBezTo>
                  <a:cubicBezTo>
                    <a:pt x="47" y="1264"/>
                    <a:pt x="51" y="1264"/>
                    <a:pt x="54" y="1264"/>
                  </a:cubicBezTo>
                  <a:cubicBezTo>
                    <a:pt x="78" y="1264"/>
                    <a:pt x="98" y="1247"/>
                    <a:pt x="105" y="1224"/>
                  </a:cubicBezTo>
                  <a:lnTo>
                    <a:pt x="358" y="62"/>
                  </a:lnTo>
                  <a:cubicBezTo>
                    <a:pt x="364" y="34"/>
                    <a:pt x="346" y="8"/>
                    <a:pt x="319" y="2"/>
                  </a:cubicBezTo>
                  <a:cubicBezTo>
                    <a:pt x="316" y="1"/>
                    <a:pt x="312" y="0"/>
                    <a:pt x="3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78" name="Google Shape;5178;p38"/>
            <p:cNvSpPr/>
            <p:nvPr/>
          </p:nvSpPr>
          <p:spPr>
            <a:xfrm>
              <a:off x="7985102" y="1888486"/>
              <a:ext cx="105505" cy="106778"/>
            </a:xfrm>
            <a:custGeom>
              <a:avLst/>
              <a:gdLst/>
              <a:ahLst/>
              <a:cxnLst/>
              <a:rect l="l" t="t" r="r" b="b"/>
              <a:pathLst>
                <a:path w="827" h="837" extrusionOk="0">
                  <a:moveTo>
                    <a:pt x="1" y="0"/>
                  </a:moveTo>
                  <a:cubicBezTo>
                    <a:pt x="6" y="23"/>
                    <a:pt x="9" y="46"/>
                    <a:pt x="9" y="70"/>
                  </a:cubicBezTo>
                  <a:lnTo>
                    <a:pt x="9" y="836"/>
                  </a:lnTo>
                  <a:lnTo>
                    <a:pt x="817" y="836"/>
                  </a:lnTo>
                  <a:lnTo>
                    <a:pt x="817" y="70"/>
                  </a:lnTo>
                  <a:cubicBezTo>
                    <a:pt x="817" y="46"/>
                    <a:pt x="821" y="23"/>
                    <a:pt x="8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79" name="Google Shape;5179;p38"/>
            <p:cNvSpPr/>
            <p:nvPr/>
          </p:nvSpPr>
          <p:spPr>
            <a:xfrm>
              <a:off x="7986122" y="1917062"/>
              <a:ext cx="103336" cy="22835"/>
            </a:xfrm>
            <a:custGeom>
              <a:avLst/>
              <a:gdLst/>
              <a:ahLst/>
              <a:cxnLst/>
              <a:rect l="l" t="t" r="r" b="b"/>
              <a:pathLst>
                <a:path w="810" h="179" extrusionOk="0">
                  <a:moveTo>
                    <a:pt x="1" y="0"/>
                  </a:moveTo>
                  <a:lnTo>
                    <a:pt x="1" y="178"/>
                  </a:lnTo>
                  <a:lnTo>
                    <a:pt x="809" y="178"/>
                  </a:lnTo>
                  <a:lnTo>
                    <a:pt x="8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180" name="Google Shape;5180;p38"/>
            <p:cNvSpPr/>
            <p:nvPr/>
          </p:nvSpPr>
          <p:spPr>
            <a:xfrm>
              <a:off x="7986122" y="1952655"/>
              <a:ext cx="103336" cy="22835"/>
            </a:xfrm>
            <a:custGeom>
              <a:avLst/>
              <a:gdLst/>
              <a:ahLst/>
              <a:cxnLst/>
              <a:rect l="l" t="t" r="r" b="b"/>
              <a:pathLst>
                <a:path w="810" h="179" extrusionOk="0">
                  <a:moveTo>
                    <a:pt x="1" y="1"/>
                  </a:moveTo>
                  <a:lnTo>
                    <a:pt x="1" y="179"/>
                  </a:lnTo>
                  <a:lnTo>
                    <a:pt x="809" y="179"/>
                  </a:lnTo>
                  <a:lnTo>
                    <a:pt x="8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5181" name="Google Shape;5181;p38"/>
          <p:cNvSpPr txBox="1"/>
          <p:nvPr/>
        </p:nvSpPr>
        <p:spPr>
          <a:xfrm>
            <a:off x="9706083" y="3556318"/>
            <a:ext cx="1830196" cy="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de-DE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Hohe Sicherheitsstan-dards, um Datenmiss-brauch zu vermeiden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algn="ctr" defTabSz="1219170">
              <a:spcAft>
                <a:spcPts val="2133"/>
              </a:spcAft>
            </a:pP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82" name="Google Shape;5182;p38"/>
          <p:cNvSpPr txBox="1"/>
          <p:nvPr/>
        </p:nvSpPr>
        <p:spPr>
          <a:xfrm>
            <a:off x="9579780" y="3202834"/>
            <a:ext cx="2082800" cy="6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>
              <a:lnSpc>
                <a:spcPct val="115000"/>
              </a:lnSpc>
              <a:spcAft>
                <a:spcPts val="2133"/>
              </a:spcAft>
            </a:pPr>
            <a:r>
              <a:rPr lang="en-US" sz="1733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Security</a:t>
            </a:r>
            <a:endParaRPr sz="1733"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4" name="Graphic 3" descr="Shield Tick with solid fill">
            <a:extLst>
              <a:ext uri="{FF2B5EF4-FFF2-40B4-BE49-F238E27FC236}">
                <a16:creationId xmlns:a16="http://schemas.microsoft.com/office/drawing/2014/main" id="{A724DD23-2E3D-D48A-3514-DD36C2001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8486" y="1999390"/>
            <a:ext cx="765388" cy="765388"/>
          </a:xfrm>
          <a:prstGeom prst="rect">
            <a:avLst/>
          </a:prstGeom>
        </p:spPr>
      </p:pic>
      <p:pic>
        <p:nvPicPr>
          <p:cNvPr id="6" name="Graphic 5" descr="Ruler with solid fill">
            <a:extLst>
              <a:ext uri="{FF2B5EF4-FFF2-40B4-BE49-F238E27FC236}">
                <a16:creationId xmlns:a16="http://schemas.microsoft.com/office/drawing/2014/main" id="{36D678B8-8737-94CC-E4F2-405E554301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3956" y="2007350"/>
            <a:ext cx="712020" cy="712020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90264CC5-6153-304C-C83F-AD81B285DF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7670" y="1965553"/>
            <a:ext cx="712020" cy="71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4571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9"/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Architektonische Randbedingungen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01" name="Google Shape;1601;p19"/>
          <p:cNvSpPr/>
          <p:nvPr/>
        </p:nvSpPr>
        <p:spPr>
          <a:xfrm>
            <a:off x="4355088" y="2142867"/>
            <a:ext cx="3379177" cy="3352751"/>
          </a:xfrm>
          <a:custGeom>
            <a:avLst/>
            <a:gdLst/>
            <a:ahLst/>
            <a:cxnLst/>
            <a:rect l="l" t="t" r="r" b="b"/>
            <a:pathLst>
              <a:path w="25574" h="25374" extrusionOk="0">
                <a:moveTo>
                  <a:pt x="22139" y="916"/>
                </a:moveTo>
                <a:lnTo>
                  <a:pt x="22139" y="917"/>
                </a:lnTo>
                <a:cubicBezTo>
                  <a:pt x="23530" y="917"/>
                  <a:pt x="24658" y="2044"/>
                  <a:pt x="24658" y="3436"/>
                </a:cubicBezTo>
                <a:lnTo>
                  <a:pt x="24658" y="4945"/>
                </a:lnTo>
                <a:lnTo>
                  <a:pt x="24658" y="6022"/>
                </a:lnTo>
                <a:lnTo>
                  <a:pt x="24658" y="7956"/>
                </a:lnTo>
                <a:lnTo>
                  <a:pt x="24658" y="9353"/>
                </a:lnTo>
                <a:lnTo>
                  <a:pt x="24658" y="12028"/>
                </a:lnTo>
                <a:lnTo>
                  <a:pt x="24658" y="12790"/>
                </a:lnTo>
                <a:lnTo>
                  <a:pt x="24658" y="15363"/>
                </a:lnTo>
                <a:lnTo>
                  <a:pt x="24658" y="16123"/>
                </a:lnTo>
                <a:lnTo>
                  <a:pt x="24658" y="17139"/>
                </a:lnTo>
                <a:lnTo>
                  <a:pt x="24658" y="17901"/>
                </a:lnTo>
                <a:lnTo>
                  <a:pt x="24658" y="21940"/>
                </a:lnTo>
                <a:cubicBezTo>
                  <a:pt x="24658" y="23332"/>
                  <a:pt x="23530" y="24460"/>
                  <a:pt x="22139" y="24460"/>
                </a:cubicBezTo>
                <a:lnTo>
                  <a:pt x="3435" y="24460"/>
                </a:lnTo>
                <a:cubicBezTo>
                  <a:pt x="2044" y="24460"/>
                  <a:pt x="916" y="23332"/>
                  <a:pt x="916" y="21940"/>
                </a:cubicBezTo>
                <a:lnTo>
                  <a:pt x="916" y="19023"/>
                </a:lnTo>
                <a:lnTo>
                  <a:pt x="916" y="18261"/>
                </a:lnTo>
                <a:lnTo>
                  <a:pt x="916" y="15411"/>
                </a:lnTo>
                <a:lnTo>
                  <a:pt x="916" y="14647"/>
                </a:lnTo>
                <a:lnTo>
                  <a:pt x="916" y="12638"/>
                </a:lnTo>
                <a:lnTo>
                  <a:pt x="916" y="11856"/>
                </a:lnTo>
                <a:lnTo>
                  <a:pt x="916" y="9727"/>
                </a:lnTo>
                <a:lnTo>
                  <a:pt x="916" y="8937"/>
                </a:lnTo>
                <a:lnTo>
                  <a:pt x="916" y="6852"/>
                </a:lnTo>
                <a:lnTo>
                  <a:pt x="916" y="6032"/>
                </a:lnTo>
                <a:lnTo>
                  <a:pt x="916" y="3435"/>
                </a:lnTo>
                <a:cubicBezTo>
                  <a:pt x="916" y="2865"/>
                  <a:pt x="1105" y="2339"/>
                  <a:pt x="1425" y="1915"/>
                </a:cubicBezTo>
                <a:cubicBezTo>
                  <a:pt x="1594" y="1693"/>
                  <a:pt x="1799" y="1499"/>
                  <a:pt x="2031" y="1341"/>
                </a:cubicBezTo>
                <a:cubicBezTo>
                  <a:pt x="2433" y="1071"/>
                  <a:pt x="2915" y="916"/>
                  <a:pt x="3435" y="916"/>
                </a:cubicBezTo>
                <a:close/>
                <a:moveTo>
                  <a:pt x="3435" y="1"/>
                </a:moveTo>
                <a:cubicBezTo>
                  <a:pt x="2749" y="1"/>
                  <a:pt x="2087" y="201"/>
                  <a:pt x="1522" y="582"/>
                </a:cubicBezTo>
                <a:cubicBezTo>
                  <a:pt x="1202" y="796"/>
                  <a:pt x="925" y="1060"/>
                  <a:pt x="695" y="1364"/>
                </a:cubicBezTo>
                <a:cubicBezTo>
                  <a:pt x="241" y="1965"/>
                  <a:pt x="0" y="2682"/>
                  <a:pt x="0" y="3436"/>
                </a:cubicBezTo>
                <a:lnTo>
                  <a:pt x="0" y="6033"/>
                </a:lnTo>
                <a:lnTo>
                  <a:pt x="0" y="6853"/>
                </a:lnTo>
                <a:lnTo>
                  <a:pt x="0" y="8939"/>
                </a:lnTo>
                <a:lnTo>
                  <a:pt x="0" y="9729"/>
                </a:lnTo>
                <a:lnTo>
                  <a:pt x="0" y="11859"/>
                </a:lnTo>
                <a:lnTo>
                  <a:pt x="0" y="12641"/>
                </a:lnTo>
                <a:lnTo>
                  <a:pt x="0" y="14649"/>
                </a:lnTo>
                <a:lnTo>
                  <a:pt x="0" y="15414"/>
                </a:lnTo>
                <a:lnTo>
                  <a:pt x="0" y="18261"/>
                </a:lnTo>
                <a:lnTo>
                  <a:pt x="0" y="19022"/>
                </a:lnTo>
                <a:lnTo>
                  <a:pt x="0" y="21939"/>
                </a:lnTo>
                <a:cubicBezTo>
                  <a:pt x="0" y="23833"/>
                  <a:pt x="1540" y="25374"/>
                  <a:pt x="3434" y="25374"/>
                </a:cubicBezTo>
                <a:lnTo>
                  <a:pt x="22138" y="25374"/>
                </a:lnTo>
                <a:cubicBezTo>
                  <a:pt x="24033" y="25374"/>
                  <a:pt x="25574" y="23833"/>
                  <a:pt x="25574" y="21939"/>
                </a:cubicBezTo>
                <a:lnTo>
                  <a:pt x="25574" y="17898"/>
                </a:lnTo>
                <a:lnTo>
                  <a:pt x="25574" y="17137"/>
                </a:lnTo>
                <a:lnTo>
                  <a:pt x="25574" y="16122"/>
                </a:lnTo>
                <a:lnTo>
                  <a:pt x="25574" y="15361"/>
                </a:lnTo>
                <a:lnTo>
                  <a:pt x="25574" y="12788"/>
                </a:lnTo>
                <a:lnTo>
                  <a:pt x="25574" y="12026"/>
                </a:lnTo>
                <a:lnTo>
                  <a:pt x="25574" y="9351"/>
                </a:lnTo>
                <a:lnTo>
                  <a:pt x="25574" y="7954"/>
                </a:lnTo>
                <a:lnTo>
                  <a:pt x="25574" y="6022"/>
                </a:lnTo>
                <a:lnTo>
                  <a:pt x="25574" y="4945"/>
                </a:lnTo>
                <a:lnTo>
                  <a:pt x="25574" y="3436"/>
                </a:lnTo>
                <a:cubicBezTo>
                  <a:pt x="25574" y="1542"/>
                  <a:pt x="24033" y="1"/>
                  <a:pt x="221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02" name="Google Shape;1602;p19"/>
          <p:cNvSpPr/>
          <p:nvPr/>
        </p:nvSpPr>
        <p:spPr>
          <a:xfrm>
            <a:off x="7515302" y="3378440"/>
            <a:ext cx="97911" cy="353721"/>
          </a:xfrm>
          <a:custGeom>
            <a:avLst/>
            <a:gdLst/>
            <a:ahLst/>
            <a:cxnLst/>
            <a:rect l="l" t="t" r="r" b="b"/>
            <a:pathLst>
              <a:path w="741" h="2677" extrusionOk="0">
                <a:moveTo>
                  <a:pt x="741" y="1"/>
                </a:moveTo>
                <a:lnTo>
                  <a:pt x="0" y="326"/>
                </a:lnTo>
                <a:lnTo>
                  <a:pt x="570" y="2676"/>
                </a:lnTo>
                <a:lnTo>
                  <a:pt x="741" y="2676"/>
                </a:lnTo>
                <a:lnTo>
                  <a:pt x="741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03" name="Google Shape;1603;p19"/>
          <p:cNvSpPr/>
          <p:nvPr/>
        </p:nvSpPr>
        <p:spPr>
          <a:xfrm>
            <a:off x="7165415" y="3462607"/>
            <a:ext cx="321612" cy="269552"/>
          </a:xfrm>
          <a:custGeom>
            <a:avLst/>
            <a:gdLst/>
            <a:ahLst/>
            <a:cxnLst/>
            <a:rect l="l" t="t" r="r" b="b"/>
            <a:pathLst>
              <a:path w="2434" h="2040" extrusionOk="0">
                <a:moveTo>
                  <a:pt x="1940" y="0"/>
                </a:moveTo>
                <a:lnTo>
                  <a:pt x="0" y="855"/>
                </a:lnTo>
                <a:lnTo>
                  <a:pt x="0" y="2039"/>
                </a:lnTo>
                <a:lnTo>
                  <a:pt x="2433" y="2039"/>
                </a:lnTo>
                <a:lnTo>
                  <a:pt x="1940" y="0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04" name="Google Shape;1604;p19"/>
          <p:cNvSpPr/>
          <p:nvPr/>
        </p:nvSpPr>
        <p:spPr>
          <a:xfrm>
            <a:off x="6786987" y="4507908"/>
            <a:ext cx="826229" cy="867059"/>
          </a:xfrm>
          <a:custGeom>
            <a:avLst/>
            <a:gdLst/>
            <a:ahLst/>
            <a:cxnLst/>
            <a:rect l="l" t="t" r="r" b="b"/>
            <a:pathLst>
              <a:path w="6253" h="6562" extrusionOk="0">
                <a:moveTo>
                  <a:pt x="0" y="0"/>
                </a:moveTo>
                <a:lnTo>
                  <a:pt x="0" y="6561"/>
                </a:lnTo>
                <a:lnTo>
                  <a:pt x="3734" y="6561"/>
                </a:lnTo>
                <a:cubicBezTo>
                  <a:pt x="5125" y="6561"/>
                  <a:pt x="6253" y="5433"/>
                  <a:pt x="6253" y="4041"/>
                </a:cubicBezTo>
                <a:lnTo>
                  <a:pt x="62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05" name="Google Shape;1605;p19"/>
          <p:cNvSpPr/>
          <p:nvPr/>
        </p:nvSpPr>
        <p:spPr>
          <a:xfrm>
            <a:off x="6786987" y="4273109"/>
            <a:ext cx="826229" cy="134380"/>
          </a:xfrm>
          <a:custGeom>
            <a:avLst/>
            <a:gdLst/>
            <a:ahLst/>
            <a:cxnLst/>
            <a:rect l="l" t="t" r="r" b="b"/>
            <a:pathLst>
              <a:path w="6253" h="1017" extrusionOk="0">
                <a:moveTo>
                  <a:pt x="0" y="0"/>
                </a:moveTo>
                <a:lnTo>
                  <a:pt x="0" y="1016"/>
                </a:lnTo>
                <a:lnTo>
                  <a:pt x="6253" y="1016"/>
                </a:lnTo>
                <a:lnTo>
                  <a:pt x="62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06" name="Google Shape;1606;p19"/>
          <p:cNvSpPr/>
          <p:nvPr/>
        </p:nvSpPr>
        <p:spPr>
          <a:xfrm>
            <a:off x="6417281" y="3832447"/>
            <a:ext cx="269156" cy="269024"/>
          </a:xfrm>
          <a:custGeom>
            <a:avLst/>
            <a:gdLst/>
            <a:ahLst/>
            <a:cxnLst/>
            <a:rect l="l" t="t" r="r" b="b"/>
            <a:pathLst>
              <a:path w="2037" h="2036" extrusionOk="0">
                <a:moveTo>
                  <a:pt x="1" y="1"/>
                </a:moveTo>
                <a:lnTo>
                  <a:pt x="2037" y="2036"/>
                </a:lnTo>
                <a:lnTo>
                  <a:pt x="203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07" name="Google Shape;1607;p19"/>
          <p:cNvSpPr/>
          <p:nvPr/>
        </p:nvSpPr>
        <p:spPr>
          <a:xfrm>
            <a:off x="6019562" y="4058657"/>
            <a:ext cx="666877" cy="820416"/>
          </a:xfrm>
          <a:custGeom>
            <a:avLst/>
            <a:gdLst/>
            <a:ahLst/>
            <a:cxnLst/>
            <a:rect l="l" t="t" r="r" b="b"/>
            <a:pathLst>
              <a:path w="5047" h="6209" extrusionOk="0">
                <a:moveTo>
                  <a:pt x="3646" y="0"/>
                </a:moveTo>
                <a:lnTo>
                  <a:pt x="1" y="3054"/>
                </a:lnTo>
                <a:lnTo>
                  <a:pt x="2879" y="3839"/>
                </a:lnTo>
                <a:lnTo>
                  <a:pt x="5047" y="6208"/>
                </a:lnTo>
                <a:lnTo>
                  <a:pt x="5047" y="1399"/>
                </a:lnTo>
                <a:lnTo>
                  <a:pt x="364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08" name="Google Shape;1608;p19"/>
          <p:cNvSpPr/>
          <p:nvPr/>
        </p:nvSpPr>
        <p:spPr>
          <a:xfrm>
            <a:off x="4475989" y="4179295"/>
            <a:ext cx="1210209" cy="376448"/>
          </a:xfrm>
          <a:custGeom>
            <a:avLst/>
            <a:gdLst/>
            <a:ahLst/>
            <a:cxnLst/>
            <a:rect l="l" t="t" r="r" b="b"/>
            <a:pathLst>
              <a:path w="9159" h="2849" extrusionOk="0">
                <a:moveTo>
                  <a:pt x="1" y="0"/>
                </a:moveTo>
                <a:lnTo>
                  <a:pt x="1" y="2849"/>
                </a:lnTo>
                <a:lnTo>
                  <a:pt x="9158" y="2849"/>
                </a:lnTo>
                <a:lnTo>
                  <a:pt x="7946" y="536"/>
                </a:lnTo>
                <a:lnTo>
                  <a:pt x="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09" name="Google Shape;1609;p19"/>
          <p:cNvSpPr/>
          <p:nvPr/>
        </p:nvSpPr>
        <p:spPr>
          <a:xfrm>
            <a:off x="5626599" y="3832447"/>
            <a:ext cx="803371" cy="695021"/>
          </a:xfrm>
          <a:custGeom>
            <a:avLst/>
            <a:gdLst/>
            <a:ahLst/>
            <a:cxnLst/>
            <a:rect l="l" t="t" r="r" b="b"/>
            <a:pathLst>
              <a:path w="6080" h="5260" extrusionOk="0">
                <a:moveTo>
                  <a:pt x="3418" y="1"/>
                </a:moveTo>
                <a:lnTo>
                  <a:pt x="3418" y="1442"/>
                </a:lnTo>
                <a:lnTo>
                  <a:pt x="0" y="2977"/>
                </a:lnTo>
                <a:lnTo>
                  <a:pt x="1197" y="5260"/>
                </a:lnTo>
                <a:lnTo>
                  <a:pt x="6080" y="1172"/>
                </a:lnTo>
                <a:lnTo>
                  <a:pt x="490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0" name="Google Shape;1610;p19"/>
          <p:cNvSpPr/>
          <p:nvPr/>
        </p:nvSpPr>
        <p:spPr>
          <a:xfrm>
            <a:off x="5528161" y="3856627"/>
            <a:ext cx="449649" cy="279991"/>
          </a:xfrm>
          <a:custGeom>
            <a:avLst/>
            <a:gdLst/>
            <a:ahLst/>
            <a:cxnLst/>
            <a:rect l="l" t="t" r="r" b="b"/>
            <a:pathLst>
              <a:path w="3403" h="2119" extrusionOk="0">
                <a:moveTo>
                  <a:pt x="3402" y="1"/>
                </a:moveTo>
                <a:lnTo>
                  <a:pt x="0" y="1373"/>
                </a:lnTo>
                <a:lnTo>
                  <a:pt x="391" y="2119"/>
                </a:lnTo>
                <a:lnTo>
                  <a:pt x="3402" y="767"/>
                </a:lnTo>
                <a:lnTo>
                  <a:pt x="340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1" name="Google Shape;1611;p19"/>
          <p:cNvSpPr/>
          <p:nvPr/>
        </p:nvSpPr>
        <p:spPr>
          <a:xfrm>
            <a:off x="4475989" y="3756999"/>
            <a:ext cx="995228" cy="388604"/>
          </a:xfrm>
          <a:custGeom>
            <a:avLst/>
            <a:gdLst/>
            <a:ahLst/>
            <a:cxnLst/>
            <a:rect l="l" t="t" r="r" b="b"/>
            <a:pathLst>
              <a:path w="7532" h="2941" extrusionOk="0">
                <a:moveTo>
                  <a:pt x="1750" y="1"/>
                </a:moveTo>
                <a:lnTo>
                  <a:pt x="1" y="423"/>
                </a:lnTo>
                <a:lnTo>
                  <a:pt x="1" y="2432"/>
                </a:lnTo>
                <a:lnTo>
                  <a:pt x="7531" y="2940"/>
                </a:lnTo>
                <a:lnTo>
                  <a:pt x="7201" y="2311"/>
                </a:lnTo>
                <a:lnTo>
                  <a:pt x="3894" y="2311"/>
                </a:lnTo>
                <a:lnTo>
                  <a:pt x="175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2" name="Google Shape;1612;p19"/>
          <p:cNvSpPr/>
          <p:nvPr/>
        </p:nvSpPr>
        <p:spPr>
          <a:xfrm>
            <a:off x="4819137" y="3580206"/>
            <a:ext cx="839047" cy="381733"/>
          </a:xfrm>
          <a:custGeom>
            <a:avLst/>
            <a:gdLst/>
            <a:ahLst/>
            <a:cxnLst/>
            <a:rect l="l" t="t" r="r" b="b"/>
            <a:pathLst>
              <a:path w="6350" h="2889" extrusionOk="0">
                <a:moveTo>
                  <a:pt x="4679" y="0"/>
                </a:moveTo>
                <a:lnTo>
                  <a:pt x="1" y="1134"/>
                </a:lnTo>
                <a:lnTo>
                  <a:pt x="1630" y="2889"/>
                </a:lnTo>
                <a:lnTo>
                  <a:pt x="4761" y="2889"/>
                </a:lnTo>
                <a:lnTo>
                  <a:pt x="6350" y="2247"/>
                </a:lnTo>
                <a:lnTo>
                  <a:pt x="46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3" name="Google Shape;1613;p19"/>
          <p:cNvSpPr/>
          <p:nvPr/>
        </p:nvSpPr>
        <p:spPr>
          <a:xfrm>
            <a:off x="4475988" y="3048239"/>
            <a:ext cx="315005" cy="275763"/>
          </a:xfrm>
          <a:custGeom>
            <a:avLst/>
            <a:gdLst/>
            <a:ahLst/>
            <a:cxnLst/>
            <a:rect l="l" t="t" r="r" b="b"/>
            <a:pathLst>
              <a:path w="2384" h="2087" extrusionOk="0">
                <a:moveTo>
                  <a:pt x="1" y="0"/>
                </a:moveTo>
                <a:lnTo>
                  <a:pt x="1" y="2086"/>
                </a:lnTo>
                <a:lnTo>
                  <a:pt x="2384" y="1408"/>
                </a:lnTo>
                <a:lnTo>
                  <a:pt x="2024" y="146"/>
                </a:lnTo>
                <a:lnTo>
                  <a:pt x="905" y="368"/>
                </a:ln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4" name="Google Shape;1614;p19"/>
          <p:cNvSpPr/>
          <p:nvPr/>
        </p:nvSpPr>
        <p:spPr>
          <a:xfrm>
            <a:off x="4475988" y="3331135"/>
            <a:ext cx="421637" cy="378429"/>
          </a:xfrm>
          <a:custGeom>
            <a:avLst/>
            <a:gdLst/>
            <a:ahLst/>
            <a:cxnLst/>
            <a:rect l="l" t="t" r="r" b="b"/>
            <a:pathLst>
              <a:path w="3191" h="2864" extrusionOk="0">
                <a:moveTo>
                  <a:pt x="2593" y="1"/>
                </a:moveTo>
                <a:lnTo>
                  <a:pt x="1" y="735"/>
                </a:lnTo>
                <a:lnTo>
                  <a:pt x="1" y="2864"/>
                </a:lnTo>
                <a:lnTo>
                  <a:pt x="3190" y="2091"/>
                </a:lnTo>
                <a:lnTo>
                  <a:pt x="259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5" name="Google Shape;1615;p19"/>
          <p:cNvSpPr/>
          <p:nvPr/>
        </p:nvSpPr>
        <p:spPr>
          <a:xfrm>
            <a:off x="4915330" y="3231639"/>
            <a:ext cx="323727" cy="352135"/>
          </a:xfrm>
          <a:custGeom>
            <a:avLst/>
            <a:gdLst/>
            <a:ahLst/>
            <a:cxnLst/>
            <a:rect l="l" t="t" r="r" b="b"/>
            <a:pathLst>
              <a:path w="2450" h="2665" extrusionOk="0">
                <a:moveTo>
                  <a:pt x="1908" y="1"/>
                </a:moveTo>
                <a:lnTo>
                  <a:pt x="0" y="544"/>
                </a:lnTo>
                <a:lnTo>
                  <a:pt x="605" y="2665"/>
                </a:lnTo>
                <a:lnTo>
                  <a:pt x="2450" y="2219"/>
                </a:lnTo>
                <a:lnTo>
                  <a:pt x="190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6" name="Google Shape;1616;p19"/>
          <p:cNvSpPr/>
          <p:nvPr/>
        </p:nvSpPr>
        <p:spPr>
          <a:xfrm>
            <a:off x="5256363" y="2747374"/>
            <a:ext cx="394419" cy="753820"/>
          </a:xfrm>
          <a:custGeom>
            <a:avLst/>
            <a:gdLst/>
            <a:ahLst/>
            <a:cxnLst/>
            <a:rect l="l" t="t" r="r" b="b"/>
            <a:pathLst>
              <a:path w="2985" h="5705" extrusionOk="0">
                <a:moveTo>
                  <a:pt x="1123" y="1"/>
                </a:moveTo>
                <a:lnTo>
                  <a:pt x="1" y="3212"/>
                </a:lnTo>
                <a:lnTo>
                  <a:pt x="609" y="5705"/>
                </a:lnTo>
                <a:lnTo>
                  <a:pt x="1237" y="5552"/>
                </a:lnTo>
                <a:lnTo>
                  <a:pt x="2984" y="759"/>
                </a:lnTo>
                <a:lnTo>
                  <a:pt x="112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7" name="Google Shape;1617;p19"/>
          <p:cNvSpPr/>
          <p:nvPr/>
        </p:nvSpPr>
        <p:spPr>
          <a:xfrm>
            <a:off x="4842261" y="2681043"/>
            <a:ext cx="469337" cy="525891"/>
          </a:xfrm>
          <a:custGeom>
            <a:avLst/>
            <a:gdLst/>
            <a:ahLst/>
            <a:cxnLst/>
            <a:rect l="l" t="t" r="r" b="b"/>
            <a:pathLst>
              <a:path w="3552" h="3980" extrusionOk="0">
                <a:moveTo>
                  <a:pt x="3024" y="0"/>
                </a:moveTo>
                <a:lnTo>
                  <a:pt x="2311" y="2320"/>
                </a:lnTo>
                <a:lnTo>
                  <a:pt x="1" y="2778"/>
                </a:lnTo>
                <a:lnTo>
                  <a:pt x="344" y="3979"/>
                </a:lnTo>
                <a:lnTo>
                  <a:pt x="2444" y="3382"/>
                </a:lnTo>
                <a:lnTo>
                  <a:pt x="3551" y="215"/>
                </a:lnTo>
                <a:lnTo>
                  <a:pt x="302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8" name="Google Shape;1618;p19"/>
          <p:cNvSpPr/>
          <p:nvPr/>
        </p:nvSpPr>
        <p:spPr>
          <a:xfrm>
            <a:off x="5271559" y="2519445"/>
            <a:ext cx="100949" cy="95004"/>
          </a:xfrm>
          <a:custGeom>
            <a:avLst/>
            <a:gdLst/>
            <a:ahLst/>
            <a:cxnLst/>
            <a:rect l="l" t="t" r="r" b="b"/>
            <a:pathLst>
              <a:path w="764" h="719" extrusionOk="0">
                <a:moveTo>
                  <a:pt x="152" y="0"/>
                </a:moveTo>
                <a:lnTo>
                  <a:pt x="0" y="493"/>
                </a:lnTo>
                <a:lnTo>
                  <a:pt x="554" y="719"/>
                </a:lnTo>
                <a:lnTo>
                  <a:pt x="764" y="118"/>
                </a:lnTo>
                <a:lnTo>
                  <a:pt x="15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19" name="Google Shape;1619;p19"/>
          <p:cNvSpPr/>
          <p:nvPr/>
        </p:nvSpPr>
        <p:spPr>
          <a:xfrm>
            <a:off x="5437913" y="2554461"/>
            <a:ext cx="301000" cy="198860"/>
          </a:xfrm>
          <a:custGeom>
            <a:avLst/>
            <a:gdLst/>
            <a:ahLst/>
            <a:cxnLst/>
            <a:rect l="l" t="t" r="r" b="b"/>
            <a:pathLst>
              <a:path w="2278" h="1505" extrusionOk="0">
                <a:moveTo>
                  <a:pt x="260" y="0"/>
                </a:moveTo>
                <a:lnTo>
                  <a:pt x="1" y="742"/>
                </a:lnTo>
                <a:lnTo>
                  <a:pt x="1871" y="1505"/>
                </a:lnTo>
                <a:lnTo>
                  <a:pt x="2277" y="389"/>
                </a:lnTo>
                <a:lnTo>
                  <a:pt x="2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0" name="Google Shape;1620;p19"/>
          <p:cNvSpPr/>
          <p:nvPr/>
        </p:nvSpPr>
        <p:spPr>
          <a:xfrm>
            <a:off x="5321241" y="2263900"/>
            <a:ext cx="146140" cy="175341"/>
          </a:xfrm>
          <a:custGeom>
            <a:avLst/>
            <a:gdLst/>
            <a:ahLst/>
            <a:cxnLst/>
            <a:rect l="l" t="t" r="r" b="b"/>
            <a:pathLst>
              <a:path w="1106" h="1327" extrusionOk="0">
                <a:moveTo>
                  <a:pt x="370" y="1"/>
                </a:moveTo>
                <a:lnTo>
                  <a:pt x="1" y="1202"/>
                </a:lnTo>
                <a:lnTo>
                  <a:pt x="641" y="1327"/>
                </a:lnTo>
                <a:lnTo>
                  <a:pt x="110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1" name="Google Shape;1621;p19"/>
          <p:cNvSpPr/>
          <p:nvPr/>
        </p:nvSpPr>
        <p:spPr>
          <a:xfrm>
            <a:off x="5505830" y="2263900"/>
            <a:ext cx="357817" cy="246296"/>
          </a:xfrm>
          <a:custGeom>
            <a:avLst/>
            <a:gdLst/>
            <a:ahLst/>
            <a:cxnLst/>
            <a:rect l="l" t="t" r="r" b="b"/>
            <a:pathLst>
              <a:path w="2708" h="1864" extrusionOk="0">
                <a:moveTo>
                  <a:pt x="514" y="1"/>
                </a:moveTo>
                <a:lnTo>
                  <a:pt x="0" y="1473"/>
                </a:lnTo>
                <a:lnTo>
                  <a:pt x="2028" y="1864"/>
                </a:lnTo>
                <a:lnTo>
                  <a:pt x="270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2" name="Google Shape;1622;p19"/>
          <p:cNvSpPr/>
          <p:nvPr/>
        </p:nvSpPr>
        <p:spPr>
          <a:xfrm>
            <a:off x="4623449" y="2263637"/>
            <a:ext cx="641508" cy="282897"/>
          </a:xfrm>
          <a:custGeom>
            <a:avLst/>
            <a:gdLst/>
            <a:ahLst/>
            <a:cxnLst/>
            <a:rect l="l" t="t" r="r" b="b"/>
            <a:pathLst>
              <a:path w="4855" h="2141" extrusionOk="0">
                <a:moveTo>
                  <a:pt x="1404" y="1"/>
                </a:moveTo>
                <a:cubicBezTo>
                  <a:pt x="884" y="3"/>
                  <a:pt x="402" y="158"/>
                  <a:pt x="0" y="428"/>
                </a:cubicBezTo>
                <a:lnTo>
                  <a:pt x="4197" y="2140"/>
                </a:lnTo>
                <a:lnTo>
                  <a:pt x="485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3" name="Google Shape;1623;p19"/>
          <p:cNvSpPr/>
          <p:nvPr/>
        </p:nvSpPr>
        <p:spPr>
          <a:xfrm>
            <a:off x="4475989" y="2396296"/>
            <a:ext cx="239823" cy="596317"/>
          </a:xfrm>
          <a:custGeom>
            <a:avLst/>
            <a:gdLst/>
            <a:ahLst/>
            <a:cxnLst/>
            <a:rect l="l" t="t" r="r" b="b"/>
            <a:pathLst>
              <a:path w="1815" h="4513" extrusionOk="0">
                <a:moveTo>
                  <a:pt x="510" y="0"/>
                </a:moveTo>
                <a:cubicBezTo>
                  <a:pt x="190" y="422"/>
                  <a:pt x="1" y="947"/>
                  <a:pt x="1" y="1518"/>
                </a:cubicBezTo>
                <a:lnTo>
                  <a:pt x="1" y="4115"/>
                </a:lnTo>
                <a:lnTo>
                  <a:pt x="981" y="4513"/>
                </a:lnTo>
                <a:lnTo>
                  <a:pt x="1815" y="4347"/>
                </a:lnTo>
                <a:lnTo>
                  <a:pt x="583" y="31"/>
                </a:lnTo>
                <a:lnTo>
                  <a:pt x="51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4" name="Google Shape;1624;p19"/>
          <p:cNvSpPr/>
          <p:nvPr/>
        </p:nvSpPr>
        <p:spPr>
          <a:xfrm>
            <a:off x="4671280" y="2448490"/>
            <a:ext cx="477133" cy="502503"/>
          </a:xfrm>
          <a:custGeom>
            <a:avLst/>
            <a:gdLst/>
            <a:ahLst/>
            <a:cxnLst/>
            <a:rect l="l" t="t" r="r" b="b"/>
            <a:pathLst>
              <a:path w="3611" h="3803" extrusionOk="0">
                <a:moveTo>
                  <a:pt x="0" y="0"/>
                </a:moveTo>
                <a:lnTo>
                  <a:pt x="1085" y="3802"/>
                </a:lnTo>
                <a:lnTo>
                  <a:pt x="3012" y="3422"/>
                </a:lnTo>
                <a:lnTo>
                  <a:pt x="3610" y="14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5" name="Google Shape;1625;p19"/>
          <p:cNvSpPr/>
          <p:nvPr/>
        </p:nvSpPr>
        <p:spPr>
          <a:xfrm>
            <a:off x="4475988" y="4540678"/>
            <a:ext cx="2210459" cy="834157"/>
          </a:xfrm>
          <a:custGeom>
            <a:avLst/>
            <a:gdLst/>
            <a:ahLst/>
            <a:cxnLst/>
            <a:rect l="l" t="t" r="r" b="b"/>
            <a:pathLst>
              <a:path w="16729" h="6313" extrusionOk="0">
                <a:moveTo>
                  <a:pt x="10971" y="0"/>
                </a:moveTo>
                <a:lnTo>
                  <a:pt x="9925" y="875"/>
                </a:lnTo>
                <a:lnTo>
                  <a:pt x="1" y="875"/>
                </a:lnTo>
                <a:lnTo>
                  <a:pt x="1" y="3792"/>
                </a:lnTo>
                <a:cubicBezTo>
                  <a:pt x="1" y="5184"/>
                  <a:pt x="1129" y="6312"/>
                  <a:pt x="2520" y="6312"/>
                </a:cubicBezTo>
                <a:lnTo>
                  <a:pt x="16729" y="6312"/>
                </a:lnTo>
                <a:lnTo>
                  <a:pt x="16729" y="3688"/>
                </a:lnTo>
                <a:lnTo>
                  <a:pt x="14148" y="869"/>
                </a:lnTo>
                <a:lnTo>
                  <a:pt x="109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6" name="Google Shape;1626;p19"/>
          <p:cNvSpPr/>
          <p:nvPr/>
        </p:nvSpPr>
        <p:spPr>
          <a:xfrm>
            <a:off x="6786987" y="3832447"/>
            <a:ext cx="826229" cy="340111"/>
          </a:xfrm>
          <a:custGeom>
            <a:avLst/>
            <a:gdLst/>
            <a:ahLst/>
            <a:cxnLst/>
            <a:rect l="l" t="t" r="r" b="b"/>
            <a:pathLst>
              <a:path w="6253" h="2574" extrusionOk="0">
                <a:moveTo>
                  <a:pt x="0" y="1"/>
                </a:moveTo>
                <a:lnTo>
                  <a:pt x="0" y="2574"/>
                </a:lnTo>
                <a:lnTo>
                  <a:pt x="6253" y="2574"/>
                </a:lnTo>
                <a:lnTo>
                  <a:pt x="625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7" name="Google Shape;1627;p19"/>
          <p:cNvSpPr/>
          <p:nvPr/>
        </p:nvSpPr>
        <p:spPr>
          <a:xfrm>
            <a:off x="7453069" y="2894833"/>
            <a:ext cx="160145" cy="299283"/>
          </a:xfrm>
          <a:custGeom>
            <a:avLst/>
            <a:gdLst/>
            <a:ahLst/>
            <a:cxnLst/>
            <a:rect l="l" t="t" r="r" b="b"/>
            <a:pathLst>
              <a:path w="1212" h="2265" extrusionOk="0">
                <a:moveTo>
                  <a:pt x="882" y="1"/>
                </a:moveTo>
                <a:lnTo>
                  <a:pt x="0" y="1110"/>
                </a:lnTo>
                <a:lnTo>
                  <a:pt x="1212" y="2264"/>
                </a:lnTo>
                <a:lnTo>
                  <a:pt x="1212" y="331"/>
                </a:lnTo>
                <a:lnTo>
                  <a:pt x="882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8" name="Google Shape;1628;p19"/>
          <p:cNvSpPr/>
          <p:nvPr/>
        </p:nvSpPr>
        <p:spPr>
          <a:xfrm>
            <a:off x="6786987" y="3120516"/>
            <a:ext cx="779983" cy="611645"/>
          </a:xfrm>
          <a:custGeom>
            <a:avLst/>
            <a:gdLst/>
            <a:ahLst/>
            <a:cxnLst/>
            <a:rect l="l" t="t" r="r" b="b"/>
            <a:pathLst>
              <a:path w="5903" h="4629" extrusionOk="0">
                <a:moveTo>
                  <a:pt x="4566" y="1"/>
                </a:moveTo>
                <a:lnTo>
                  <a:pt x="2993" y="1980"/>
                </a:lnTo>
                <a:lnTo>
                  <a:pt x="0" y="1980"/>
                </a:lnTo>
                <a:lnTo>
                  <a:pt x="0" y="4628"/>
                </a:lnTo>
                <a:lnTo>
                  <a:pt x="2103" y="4628"/>
                </a:lnTo>
                <a:lnTo>
                  <a:pt x="2103" y="2947"/>
                </a:lnTo>
                <a:lnTo>
                  <a:pt x="5903" y="1274"/>
                </a:lnTo>
                <a:lnTo>
                  <a:pt x="4566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29" name="Google Shape;1629;p19"/>
          <p:cNvSpPr/>
          <p:nvPr/>
        </p:nvSpPr>
        <p:spPr>
          <a:xfrm>
            <a:off x="6786987" y="2842112"/>
            <a:ext cx="530251" cy="439608"/>
          </a:xfrm>
          <a:custGeom>
            <a:avLst/>
            <a:gdLst/>
            <a:ahLst/>
            <a:cxnLst/>
            <a:rect l="l" t="t" r="r" b="b"/>
            <a:pathLst>
              <a:path w="4013" h="3327" extrusionOk="0">
                <a:moveTo>
                  <a:pt x="2358" y="1"/>
                </a:moveTo>
                <a:lnTo>
                  <a:pt x="1578" y="2855"/>
                </a:lnTo>
                <a:lnTo>
                  <a:pt x="0" y="2855"/>
                </a:lnTo>
                <a:lnTo>
                  <a:pt x="0" y="3326"/>
                </a:lnTo>
                <a:lnTo>
                  <a:pt x="2626" y="3326"/>
                </a:lnTo>
                <a:lnTo>
                  <a:pt x="4012" y="1581"/>
                </a:lnTo>
                <a:lnTo>
                  <a:pt x="2358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0" name="Google Shape;1630;p19"/>
          <p:cNvSpPr/>
          <p:nvPr/>
        </p:nvSpPr>
        <p:spPr>
          <a:xfrm>
            <a:off x="6346193" y="3219351"/>
            <a:ext cx="340243" cy="62367"/>
          </a:xfrm>
          <a:custGeom>
            <a:avLst/>
            <a:gdLst/>
            <a:ahLst/>
            <a:cxnLst/>
            <a:rect l="l" t="t" r="r" b="b"/>
            <a:pathLst>
              <a:path w="2575" h="472" extrusionOk="0">
                <a:moveTo>
                  <a:pt x="1" y="0"/>
                </a:moveTo>
                <a:lnTo>
                  <a:pt x="1" y="471"/>
                </a:lnTo>
                <a:lnTo>
                  <a:pt x="2575" y="471"/>
                </a:lnTo>
                <a:lnTo>
                  <a:pt x="257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1" name="Google Shape;1631;p19"/>
          <p:cNvSpPr/>
          <p:nvPr/>
        </p:nvSpPr>
        <p:spPr>
          <a:xfrm>
            <a:off x="6346193" y="3382139"/>
            <a:ext cx="340243" cy="349757"/>
          </a:xfrm>
          <a:custGeom>
            <a:avLst/>
            <a:gdLst/>
            <a:ahLst/>
            <a:cxnLst/>
            <a:rect l="l" t="t" r="r" b="b"/>
            <a:pathLst>
              <a:path w="2575" h="2647" extrusionOk="0">
                <a:moveTo>
                  <a:pt x="1" y="0"/>
                </a:moveTo>
                <a:lnTo>
                  <a:pt x="1" y="2646"/>
                </a:lnTo>
                <a:lnTo>
                  <a:pt x="2575" y="2646"/>
                </a:lnTo>
                <a:lnTo>
                  <a:pt x="257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2" name="Google Shape;1632;p19"/>
          <p:cNvSpPr/>
          <p:nvPr/>
        </p:nvSpPr>
        <p:spPr>
          <a:xfrm>
            <a:off x="5514154" y="3031855"/>
            <a:ext cx="731623" cy="806541"/>
          </a:xfrm>
          <a:custGeom>
            <a:avLst/>
            <a:gdLst/>
            <a:ahLst/>
            <a:cxnLst/>
            <a:rect l="l" t="t" r="r" b="b"/>
            <a:pathLst>
              <a:path w="5537" h="6104" extrusionOk="0">
                <a:moveTo>
                  <a:pt x="1336" y="0"/>
                </a:moveTo>
                <a:lnTo>
                  <a:pt x="1" y="3659"/>
                </a:lnTo>
                <a:lnTo>
                  <a:pt x="1818" y="6104"/>
                </a:lnTo>
                <a:lnTo>
                  <a:pt x="3813" y="5299"/>
                </a:lnTo>
                <a:lnTo>
                  <a:pt x="5536" y="5299"/>
                </a:lnTo>
                <a:lnTo>
                  <a:pt x="5536" y="1319"/>
                </a:lnTo>
                <a:lnTo>
                  <a:pt x="13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3" name="Google Shape;1633;p19"/>
          <p:cNvSpPr/>
          <p:nvPr/>
        </p:nvSpPr>
        <p:spPr>
          <a:xfrm>
            <a:off x="5725170" y="2625151"/>
            <a:ext cx="961271" cy="493915"/>
          </a:xfrm>
          <a:custGeom>
            <a:avLst/>
            <a:gdLst/>
            <a:ahLst/>
            <a:cxnLst/>
            <a:rect l="l" t="t" r="r" b="b"/>
            <a:pathLst>
              <a:path w="7275" h="3738" extrusionOk="0">
                <a:moveTo>
                  <a:pt x="861" y="1"/>
                </a:moveTo>
                <a:lnTo>
                  <a:pt x="0" y="2363"/>
                </a:lnTo>
                <a:lnTo>
                  <a:pt x="4379" y="3737"/>
                </a:lnTo>
                <a:lnTo>
                  <a:pt x="7275" y="3737"/>
                </a:lnTo>
                <a:lnTo>
                  <a:pt x="7275" y="1241"/>
                </a:lnTo>
                <a:lnTo>
                  <a:pt x="86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4" name="Google Shape;1634;p19"/>
          <p:cNvSpPr/>
          <p:nvPr/>
        </p:nvSpPr>
        <p:spPr>
          <a:xfrm>
            <a:off x="6786988" y="2797981"/>
            <a:ext cx="219209" cy="321084"/>
          </a:xfrm>
          <a:custGeom>
            <a:avLst/>
            <a:gdLst/>
            <a:ahLst/>
            <a:cxnLst/>
            <a:rect l="l" t="t" r="r" b="b"/>
            <a:pathLst>
              <a:path w="1659" h="2430" extrusionOk="0">
                <a:moveTo>
                  <a:pt x="0" y="0"/>
                </a:moveTo>
                <a:lnTo>
                  <a:pt x="0" y="2429"/>
                </a:lnTo>
                <a:lnTo>
                  <a:pt x="997" y="2429"/>
                </a:lnTo>
                <a:lnTo>
                  <a:pt x="1659" y="0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5" name="Google Shape;1635;p19"/>
          <p:cNvSpPr/>
          <p:nvPr/>
        </p:nvSpPr>
        <p:spPr>
          <a:xfrm>
            <a:off x="6786987" y="2532129"/>
            <a:ext cx="711141" cy="439872"/>
          </a:xfrm>
          <a:custGeom>
            <a:avLst/>
            <a:gdLst/>
            <a:ahLst/>
            <a:cxnLst/>
            <a:rect l="l" t="t" r="r" b="b"/>
            <a:pathLst>
              <a:path w="5382" h="3329" extrusionOk="0">
                <a:moveTo>
                  <a:pt x="0" y="1"/>
                </a:moveTo>
                <a:lnTo>
                  <a:pt x="0" y="1251"/>
                </a:lnTo>
                <a:lnTo>
                  <a:pt x="2308" y="1251"/>
                </a:lnTo>
                <a:lnTo>
                  <a:pt x="4489" y="3328"/>
                </a:lnTo>
                <a:lnTo>
                  <a:pt x="5381" y="2204"/>
                </a:lnTo>
                <a:lnTo>
                  <a:pt x="3177" y="1"/>
                </a:ln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6" name="Google Shape;1636;p19"/>
          <p:cNvSpPr/>
          <p:nvPr/>
        </p:nvSpPr>
        <p:spPr>
          <a:xfrm>
            <a:off x="5873819" y="2263900"/>
            <a:ext cx="812620" cy="422827"/>
          </a:xfrm>
          <a:custGeom>
            <a:avLst/>
            <a:gdLst/>
            <a:ahLst/>
            <a:cxnLst/>
            <a:rect l="l" t="t" r="r" b="b"/>
            <a:pathLst>
              <a:path w="6150" h="3200" extrusionOk="0">
                <a:moveTo>
                  <a:pt x="733" y="1"/>
                </a:moveTo>
                <a:lnTo>
                  <a:pt x="1" y="2011"/>
                </a:lnTo>
                <a:lnTo>
                  <a:pt x="6150" y="3199"/>
                </a:lnTo>
                <a:lnTo>
                  <a:pt x="615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7" name="Google Shape;1637;p19"/>
          <p:cNvSpPr/>
          <p:nvPr/>
        </p:nvSpPr>
        <p:spPr>
          <a:xfrm>
            <a:off x="6786987" y="2263900"/>
            <a:ext cx="826229" cy="532365"/>
          </a:xfrm>
          <a:custGeom>
            <a:avLst/>
            <a:gdLst/>
            <a:ahLst/>
            <a:cxnLst/>
            <a:rect l="l" t="t" r="r" b="b"/>
            <a:pathLst>
              <a:path w="6253" h="4029" extrusionOk="0">
                <a:moveTo>
                  <a:pt x="0" y="1"/>
                </a:moveTo>
                <a:lnTo>
                  <a:pt x="0" y="1269"/>
                </a:lnTo>
                <a:lnTo>
                  <a:pt x="3493" y="1269"/>
                </a:lnTo>
                <a:lnTo>
                  <a:pt x="6253" y="4029"/>
                </a:lnTo>
                <a:lnTo>
                  <a:pt x="6253" y="2520"/>
                </a:lnTo>
                <a:cubicBezTo>
                  <a:pt x="6253" y="1128"/>
                  <a:pt x="5125" y="1"/>
                  <a:pt x="3734" y="1"/>
                </a:cubicBezTo>
                <a:close/>
              </a:path>
            </a:pathLst>
          </a:custGeom>
          <a:solidFill>
            <a:srgbClr val="A9E4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8" name="Google Shape;1638;p19"/>
          <p:cNvSpPr/>
          <p:nvPr/>
        </p:nvSpPr>
        <p:spPr>
          <a:xfrm>
            <a:off x="4469778" y="2257425"/>
            <a:ext cx="3149663" cy="3123368"/>
          </a:xfrm>
          <a:custGeom>
            <a:avLst/>
            <a:gdLst/>
            <a:ahLst/>
            <a:cxnLst/>
            <a:rect l="l" t="t" r="r" b="b"/>
            <a:pathLst>
              <a:path w="23837" h="23638" extrusionOk="0">
                <a:moveTo>
                  <a:pt x="6251" y="2035"/>
                </a:moveTo>
                <a:lnTo>
                  <a:pt x="6772" y="2136"/>
                </a:lnTo>
                <a:lnTo>
                  <a:pt x="6595" y="2640"/>
                </a:lnTo>
                <a:lnTo>
                  <a:pt x="6125" y="2448"/>
                </a:lnTo>
                <a:lnTo>
                  <a:pt x="6251" y="2035"/>
                </a:lnTo>
                <a:close/>
                <a:moveTo>
                  <a:pt x="7618" y="2301"/>
                </a:moveTo>
                <a:lnTo>
                  <a:pt x="9545" y="2673"/>
                </a:lnTo>
                <a:lnTo>
                  <a:pt x="9173" y="3692"/>
                </a:lnTo>
                <a:lnTo>
                  <a:pt x="7387" y="2965"/>
                </a:lnTo>
                <a:lnTo>
                  <a:pt x="7618" y="2301"/>
                </a:lnTo>
                <a:close/>
                <a:moveTo>
                  <a:pt x="1595" y="1523"/>
                </a:moveTo>
                <a:lnTo>
                  <a:pt x="5079" y="2944"/>
                </a:lnTo>
                <a:lnTo>
                  <a:pt x="4499" y="4828"/>
                </a:lnTo>
                <a:lnTo>
                  <a:pt x="2642" y="5195"/>
                </a:lnTo>
                <a:lnTo>
                  <a:pt x="1595" y="1523"/>
                </a:lnTo>
                <a:close/>
                <a:moveTo>
                  <a:pt x="20695" y="2126"/>
                </a:moveTo>
                <a:lnTo>
                  <a:pt x="22857" y="4287"/>
                </a:lnTo>
                <a:lnTo>
                  <a:pt x="22021" y="5339"/>
                </a:lnTo>
                <a:lnTo>
                  <a:pt x="19864" y="3284"/>
                </a:lnTo>
                <a:lnTo>
                  <a:pt x="17582" y="3284"/>
                </a:lnTo>
                <a:lnTo>
                  <a:pt x="17582" y="2126"/>
                </a:lnTo>
                <a:close/>
                <a:moveTo>
                  <a:pt x="10391" y="2837"/>
                </a:moveTo>
                <a:lnTo>
                  <a:pt x="16730" y="4062"/>
                </a:lnTo>
                <a:lnTo>
                  <a:pt x="16730" y="6474"/>
                </a:lnTo>
                <a:lnTo>
                  <a:pt x="13886" y="6474"/>
                </a:lnTo>
                <a:lnTo>
                  <a:pt x="9559" y="5116"/>
                </a:lnTo>
                <a:lnTo>
                  <a:pt x="10391" y="2837"/>
                </a:lnTo>
                <a:close/>
                <a:moveTo>
                  <a:pt x="19135" y="4137"/>
                </a:moveTo>
                <a:lnTo>
                  <a:pt x="18499" y="6474"/>
                </a:lnTo>
                <a:lnTo>
                  <a:pt x="17583" y="6474"/>
                </a:lnTo>
                <a:lnTo>
                  <a:pt x="17583" y="4137"/>
                </a:lnTo>
                <a:close/>
                <a:moveTo>
                  <a:pt x="5872" y="3268"/>
                </a:moveTo>
                <a:lnTo>
                  <a:pt x="6313" y="3448"/>
                </a:lnTo>
                <a:lnTo>
                  <a:pt x="5228" y="6551"/>
                </a:lnTo>
                <a:lnTo>
                  <a:pt x="3194" y="7129"/>
                </a:lnTo>
                <a:lnTo>
                  <a:pt x="2876" y="6020"/>
                </a:lnTo>
                <a:lnTo>
                  <a:pt x="5164" y="5566"/>
                </a:lnTo>
                <a:lnTo>
                  <a:pt x="5872" y="3268"/>
                </a:lnTo>
                <a:close/>
                <a:moveTo>
                  <a:pt x="16730" y="7326"/>
                </a:moveTo>
                <a:lnTo>
                  <a:pt x="16730" y="7705"/>
                </a:lnTo>
                <a:lnTo>
                  <a:pt x="14248" y="7705"/>
                </a:lnTo>
                <a:lnTo>
                  <a:pt x="14248" y="7326"/>
                </a:lnTo>
                <a:close/>
                <a:moveTo>
                  <a:pt x="19917" y="4512"/>
                </a:moveTo>
                <a:lnTo>
                  <a:pt x="21488" y="6010"/>
                </a:lnTo>
                <a:lnTo>
                  <a:pt x="20140" y="7705"/>
                </a:lnTo>
                <a:lnTo>
                  <a:pt x="17583" y="7705"/>
                </a:lnTo>
                <a:lnTo>
                  <a:pt x="17583" y="7326"/>
                </a:lnTo>
                <a:lnTo>
                  <a:pt x="19150" y="7326"/>
                </a:lnTo>
                <a:lnTo>
                  <a:pt x="19917" y="4512"/>
                </a:lnTo>
                <a:close/>
                <a:moveTo>
                  <a:pt x="7103" y="3770"/>
                </a:moveTo>
                <a:lnTo>
                  <a:pt x="8880" y="4494"/>
                </a:lnTo>
                <a:lnTo>
                  <a:pt x="7156" y="9222"/>
                </a:lnTo>
                <a:lnTo>
                  <a:pt x="6595" y="9358"/>
                </a:lnTo>
                <a:lnTo>
                  <a:pt x="6001" y="6922"/>
                </a:lnTo>
                <a:lnTo>
                  <a:pt x="7103" y="3770"/>
                </a:lnTo>
                <a:close/>
                <a:moveTo>
                  <a:pt x="5249" y="7431"/>
                </a:moveTo>
                <a:lnTo>
                  <a:pt x="5767" y="9557"/>
                </a:lnTo>
                <a:lnTo>
                  <a:pt x="4010" y="9984"/>
                </a:lnTo>
                <a:lnTo>
                  <a:pt x="3429" y="7948"/>
                </a:lnTo>
                <a:lnTo>
                  <a:pt x="5249" y="7431"/>
                </a:lnTo>
                <a:close/>
                <a:moveTo>
                  <a:pt x="16730" y="8558"/>
                </a:moveTo>
                <a:lnTo>
                  <a:pt x="16730" y="11114"/>
                </a:lnTo>
                <a:lnTo>
                  <a:pt x="14248" y="11114"/>
                </a:lnTo>
                <a:lnTo>
                  <a:pt x="14248" y="8558"/>
                </a:lnTo>
                <a:close/>
                <a:moveTo>
                  <a:pt x="22108" y="6602"/>
                </a:moveTo>
                <a:lnTo>
                  <a:pt x="23359" y="7794"/>
                </a:lnTo>
                <a:lnTo>
                  <a:pt x="19594" y="9450"/>
                </a:lnTo>
                <a:lnTo>
                  <a:pt x="19594" y="11114"/>
                </a:lnTo>
                <a:lnTo>
                  <a:pt x="17583" y="11114"/>
                </a:lnTo>
                <a:lnTo>
                  <a:pt x="17583" y="8559"/>
                </a:lnTo>
                <a:lnTo>
                  <a:pt x="20551" y="8559"/>
                </a:lnTo>
                <a:lnTo>
                  <a:pt x="22108" y="6602"/>
                </a:lnTo>
                <a:close/>
                <a:moveTo>
                  <a:pt x="22310" y="9186"/>
                </a:moveTo>
                <a:lnTo>
                  <a:pt x="22777" y="11114"/>
                </a:lnTo>
                <a:lnTo>
                  <a:pt x="20447" y="11114"/>
                </a:lnTo>
                <a:lnTo>
                  <a:pt x="20447" y="10005"/>
                </a:lnTo>
                <a:lnTo>
                  <a:pt x="22310" y="9186"/>
                </a:lnTo>
                <a:close/>
                <a:moveTo>
                  <a:pt x="9269" y="5919"/>
                </a:moveTo>
                <a:lnTo>
                  <a:pt x="13394" y="7213"/>
                </a:lnTo>
                <a:lnTo>
                  <a:pt x="13394" y="11114"/>
                </a:lnTo>
                <a:lnTo>
                  <a:pt x="11709" y="11114"/>
                </a:lnTo>
                <a:lnTo>
                  <a:pt x="9737" y="11908"/>
                </a:lnTo>
                <a:lnTo>
                  <a:pt x="7957" y="9513"/>
                </a:lnTo>
                <a:lnTo>
                  <a:pt x="9269" y="5919"/>
                </a:lnTo>
                <a:close/>
                <a:moveTo>
                  <a:pt x="7305" y="10063"/>
                </a:moveTo>
                <a:lnTo>
                  <a:pt x="8922" y="12237"/>
                </a:lnTo>
                <a:lnTo>
                  <a:pt x="7396" y="12854"/>
                </a:lnTo>
                <a:lnTo>
                  <a:pt x="4293" y="12854"/>
                </a:lnTo>
                <a:lnTo>
                  <a:pt x="2733" y="11171"/>
                </a:lnTo>
                <a:lnTo>
                  <a:pt x="7305" y="10063"/>
                </a:lnTo>
                <a:close/>
                <a:moveTo>
                  <a:pt x="16730" y="11966"/>
                </a:moveTo>
                <a:lnTo>
                  <a:pt x="16730" y="13844"/>
                </a:lnTo>
                <a:lnTo>
                  <a:pt x="14851" y="11966"/>
                </a:lnTo>
                <a:close/>
                <a:moveTo>
                  <a:pt x="11366" y="12171"/>
                </a:moveTo>
                <a:lnTo>
                  <a:pt x="11366" y="12840"/>
                </a:lnTo>
                <a:lnTo>
                  <a:pt x="8422" y="14163"/>
                </a:lnTo>
                <a:lnTo>
                  <a:pt x="8074" y="13499"/>
                </a:lnTo>
                <a:lnTo>
                  <a:pt x="11366" y="12171"/>
                </a:lnTo>
                <a:close/>
                <a:moveTo>
                  <a:pt x="13645" y="11967"/>
                </a:moveTo>
                <a:lnTo>
                  <a:pt x="14768" y="13090"/>
                </a:lnTo>
                <a:lnTo>
                  <a:pt x="9967" y="17108"/>
                </a:lnTo>
                <a:lnTo>
                  <a:pt x="8820" y="14921"/>
                </a:lnTo>
                <a:lnTo>
                  <a:pt x="12219" y="13393"/>
                </a:lnTo>
                <a:lnTo>
                  <a:pt x="12219" y="11967"/>
                </a:lnTo>
                <a:close/>
                <a:moveTo>
                  <a:pt x="15373" y="13695"/>
                </a:moveTo>
                <a:lnTo>
                  <a:pt x="16730" y="15052"/>
                </a:lnTo>
                <a:lnTo>
                  <a:pt x="16730" y="19723"/>
                </a:lnTo>
                <a:lnTo>
                  <a:pt x="14633" y="17433"/>
                </a:lnTo>
                <a:lnTo>
                  <a:pt x="11826" y="16665"/>
                </a:lnTo>
                <a:lnTo>
                  <a:pt x="15373" y="13695"/>
                </a:lnTo>
                <a:close/>
                <a:moveTo>
                  <a:pt x="5982" y="1"/>
                </a:moveTo>
                <a:lnTo>
                  <a:pt x="5330" y="2123"/>
                </a:lnTo>
                <a:lnTo>
                  <a:pt x="1156" y="420"/>
                </a:lnTo>
                <a:lnTo>
                  <a:pt x="1135" y="434"/>
                </a:lnTo>
                <a:cubicBezTo>
                  <a:pt x="897" y="594"/>
                  <a:pt x="690" y="791"/>
                  <a:pt x="517" y="1019"/>
                </a:cubicBezTo>
                <a:lnTo>
                  <a:pt x="482" y="1067"/>
                </a:lnTo>
                <a:lnTo>
                  <a:pt x="589" y="1111"/>
                </a:lnTo>
                <a:lnTo>
                  <a:pt x="1802" y="5360"/>
                </a:lnTo>
                <a:lnTo>
                  <a:pt x="1030" y="5513"/>
                </a:lnTo>
                <a:lnTo>
                  <a:pt x="1" y="5095"/>
                </a:lnTo>
                <a:lnTo>
                  <a:pt x="1" y="6015"/>
                </a:lnTo>
                <a:lnTo>
                  <a:pt x="947" y="6398"/>
                </a:lnTo>
                <a:lnTo>
                  <a:pt x="2037" y="6182"/>
                </a:lnTo>
                <a:lnTo>
                  <a:pt x="2374" y="7360"/>
                </a:lnTo>
                <a:lnTo>
                  <a:pt x="2" y="8034"/>
                </a:lnTo>
                <a:lnTo>
                  <a:pt x="2" y="8921"/>
                </a:lnTo>
                <a:lnTo>
                  <a:pt x="2608" y="8180"/>
                </a:lnTo>
                <a:lnTo>
                  <a:pt x="3179" y="10182"/>
                </a:lnTo>
                <a:lnTo>
                  <a:pt x="2" y="10953"/>
                </a:lnTo>
                <a:lnTo>
                  <a:pt x="2" y="11830"/>
                </a:lnTo>
                <a:lnTo>
                  <a:pt x="1782" y="11399"/>
                </a:lnTo>
                <a:lnTo>
                  <a:pt x="3921" y="13706"/>
                </a:lnTo>
                <a:lnTo>
                  <a:pt x="7220" y="13706"/>
                </a:lnTo>
                <a:lnTo>
                  <a:pt x="7501" y="14238"/>
                </a:lnTo>
                <a:lnTo>
                  <a:pt x="4" y="13732"/>
                </a:lnTo>
                <a:lnTo>
                  <a:pt x="4" y="14587"/>
                </a:lnTo>
                <a:lnTo>
                  <a:pt x="7965" y="15124"/>
                </a:lnTo>
                <a:lnTo>
                  <a:pt x="9131" y="17348"/>
                </a:lnTo>
                <a:lnTo>
                  <a:pt x="2" y="17348"/>
                </a:lnTo>
                <a:lnTo>
                  <a:pt x="2" y="18201"/>
                </a:lnTo>
                <a:lnTo>
                  <a:pt x="9990" y="18201"/>
                </a:lnTo>
                <a:lnTo>
                  <a:pt x="11031" y="17329"/>
                </a:lnTo>
                <a:lnTo>
                  <a:pt x="14171" y="18189"/>
                </a:lnTo>
                <a:lnTo>
                  <a:pt x="16730" y="20985"/>
                </a:lnTo>
                <a:lnTo>
                  <a:pt x="16730" y="23637"/>
                </a:lnTo>
                <a:lnTo>
                  <a:pt x="17583" y="23637"/>
                </a:lnTo>
                <a:lnTo>
                  <a:pt x="17583" y="17078"/>
                </a:lnTo>
                <a:lnTo>
                  <a:pt x="23836" y="17078"/>
                </a:lnTo>
                <a:lnTo>
                  <a:pt x="23836" y="16225"/>
                </a:lnTo>
                <a:lnTo>
                  <a:pt x="17583" y="16225"/>
                </a:lnTo>
                <a:lnTo>
                  <a:pt x="17583" y="15300"/>
                </a:lnTo>
                <a:lnTo>
                  <a:pt x="23836" y="15300"/>
                </a:lnTo>
                <a:lnTo>
                  <a:pt x="23836" y="14447"/>
                </a:lnTo>
                <a:lnTo>
                  <a:pt x="17584" y="14447"/>
                </a:lnTo>
                <a:lnTo>
                  <a:pt x="17584" y="11966"/>
                </a:lnTo>
                <a:lnTo>
                  <a:pt x="23837" y="11966"/>
                </a:lnTo>
                <a:lnTo>
                  <a:pt x="23837" y="11112"/>
                </a:lnTo>
                <a:lnTo>
                  <a:pt x="23656" y="11112"/>
                </a:lnTo>
                <a:lnTo>
                  <a:pt x="23104" y="8836"/>
                </a:lnTo>
                <a:lnTo>
                  <a:pt x="23837" y="8513"/>
                </a:lnTo>
                <a:lnTo>
                  <a:pt x="23837" y="7069"/>
                </a:lnTo>
                <a:lnTo>
                  <a:pt x="22642" y="5930"/>
                </a:lnTo>
                <a:lnTo>
                  <a:pt x="23466" y="4894"/>
                </a:lnTo>
                <a:lnTo>
                  <a:pt x="23836" y="5265"/>
                </a:lnTo>
                <a:lnTo>
                  <a:pt x="23836" y="4059"/>
                </a:lnTo>
                <a:lnTo>
                  <a:pt x="21049" y="1272"/>
                </a:lnTo>
                <a:lnTo>
                  <a:pt x="17583" y="1272"/>
                </a:lnTo>
                <a:lnTo>
                  <a:pt x="17583" y="4"/>
                </a:lnTo>
                <a:lnTo>
                  <a:pt x="16730" y="4"/>
                </a:lnTo>
                <a:lnTo>
                  <a:pt x="16730" y="3193"/>
                </a:lnTo>
                <a:lnTo>
                  <a:pt x="10688" y="2025"/>
                </a:lnTo>
                <a:lnTo>
                  <a:pt x="11424" y="1"/>
                </a:lnTo>
                <a:lnTo>
                  <a:pt x="10515" y="1"/>
                </a:lnTo>
                <a:lnTo>
                  <a:pt x="9838" y="1858"/>
                </a:lnTo>
                <a:lnTo>
                  <a:pt x="7900" y="1484"/>
                </a:lnTo>
                <a:lnTo>
                  <a:pt x="8417" y="1"/>
                </a:lnTo>
                <a:lnTo>
                  <a:pt x="7515" y="1"/>
                </a:lnTo>
                <a:lnTo>
                  <a:pt x="7054" y="1320"/>
                </a:lnTo>
                <a:lnTo>
                  <a:pt x="6501" y="1213"/>
                </a:lnTo>
                <a:lnTo>
                  <a:pt x="687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39" name="Google Shape;1639;p19"/>
          <p:cNvSpPr/>
          <p:nvPr/>
        </p:nvSpPr>
        <p:spPr>
          <a:xfrm>
            <a:off x="4463436" y="2251744"/>
            <a:ext cx="3161555" cy="3135656"/>
          </a:xfrm>
          <a:custGeom>
            <a:avLst/>
            <a:gdLst/>
            <a:ahLst/>
            <a:cxnLst/>
            <a:rect l="l" t="t" r="r" b="b"/>
            <a:pathLst>
              <a:path w="23927" h="23731" extrusionOk="0">
                <a:moveTo>
                  <a:pt x="6330" y="2131"/>
                </a:moveTo>
                <a:lnTo>
                  <a:pt x="6759" y="2215"/>
                </a:lnTo>
                <a:lnTo>
                  <a:pt x="6616" y="2624"/>
                </a:lnTo>
                <a:lnTo>
                  <a:pt x="6228" y="2465"/>
                </a:lnTo>
                <a:lnTo>
                  <a:pt x="6330" y="2131"/>
                </a:lnTo>
                <a:close/>
                <a:moveTo>
                  <a:pt x="6266" y="2026"/>
                </a:moveTo>
                <a:lnTo>
                  <a:pt x="6115" y="2519"/>
                </a:lnTo>
                <a:lnTo>
                  <a:pt x="6670" y="2745"/>
                </a:lnTo>
                <a:lnTo>
                  <a:pt x="6880" y="2145"/>
                </a:lnTo>
                <a:lnTo>
                  <a:pt x="6266" y="2026"/>
                </a:lnTo>
                <a:close/>
                <a:moveTo>
                  <a:pt x="7696" y="2396"/>
                </a:moveTo>
                <a:lnTo>
                  <a:pt x="9532" y="2750"/>
                </a:lnTo>
                <a:lnTo>
                  <a:pt x="9194" y="3675"/>
                </a:lnTo>
                <a:lnTo>
                  <a:pt x="7491" y="2980"/>
                </a:lnTo>
                <a:lnTo>
                  <a:pt x="7696" y="2396"/>
                </a:lnTo>
                <a:close/>
                <a:moveTo>
                  <a:pt x="7635" y="2292"/>
                </a:moveTo>
                <a:lnTo>
                  <a:pt x="7376" y="3034"/>
                </a:lnTo>
                <a:lnTo>
                  <a:pt x="9246" y="3796"/>
                </a:lnTo>
                <a:lnTo>
                  <a:pt x="9652" y="2681"/>
                </a:lnTo>
                <a:lnTo>
                  <a:pt x="7635" y="2292"/>
                </a:lnTo>
                <a:close/>
                <a:moveTo>
                  <a:pt x="1715" y="1645"/>
                </a:moveTo>
                <a:lnTo>
                  <a:pt x="5071" y="3014"/>
                </a:lnTo>
                <a:lnTo>
                  <a:pt x="4511" y="4831"/>
                </a:lnTo>
                <a:lnTo>
                  <a:pt x="2723" y="5185"/>
                </a:lnTo>
                <a:lnTo>
                  <a:pt x="1715" y="1645"/>
                </a:lnTo>
                <a:close/>
                <a:moveTo>
                  <a:pt x="1573" y="1489"/>
                </a:moveTo>
                <a:lnTo>
                  <a:pt x="2658" y="5291"/>
                </a:lnTo>
                <a:lnTo>
                  <a:pt x="4585" y="4911"/>
                </a:lnTo>
                <a:lnTo>
                  <a:pt x="5183" y="2962"/>
                </a:lnTo>
                <a:lnTo>
                  <a:pt x="1573" y="1489"/>
                </a:lnTo>
                <a:close/>
                <a:moveTo>
                  <a:pt x="20725" y="2215"/>
                </a:moveTo>
                <a:lnTo>
                  <a:pt x="22844" y="4334"/>
                </a:lnTo>
                <a:lnTo>
                  <a:pt x="22066" y="5316"/>
                </a:lnTo>
                <a:lnTo>
                  <a:pt x="19958" y="3307"/>
                </a:lnTo>
                <a:lnTo>
                  <a:pt x="19930" y="3282"/>
                </a:lnTo>
                <a:lnTo>
                  <a:pt x="17677" y="3282"/>
                </a:lnTo>
                <a:lnTo>
                  <a:pt x="17677" y="2215"/>
                </a:lnTo>
                <a:close/>
                <a:moveTo>
                  <a:pt x="17585" y="2122"/>
                </a:moveTo>
                <a:lnTo>
                  <a:pt x="17585" y="3373"/>
                </a:lnTo>
                <a:lnTo>
                  <a:pt x="19893" y="3373"/>
                </a:lnTo>
                <a:lnTo>
                  <a:pt x="22074" y="5450"/>
                </a:lnTo>
                <a:lnTo>
                  <a:pt x="22966" y="4326"/>
                </a:lnTo>
                <a:lnTo>
                  <a:pt x="20762" y="2122"/>
                </a:lnTo>
                <a:close/>
                <a:moveTo>
                  <a:pt x="10470" y="2932"/>
                </a:moveTo>
                <a:lnTo>
                  <a:pt x="16733" y="4141"/>
                </a:lnTo>
                <a:lnTo>
                  <a:pt x="16733" y="6470"/>
                </a:lnTo>
                <a:lnTo>
                  <a:pt x="13943" y="6470"/>
                </a:lnTo>
                <a:lnTo>
                  <a:pt x="9668" y="5131"/>
                </a:lnTo>
                <a:lnTo>
                  <a:pt x="10470" y="2932"/>
                </a:lnTo>
                <a:close/>
                <a:moveTo>
                  <a:pt x="19124" y="4226"/>
                </a:moveTo>
                <a:lnTo>
                  <a:pt x="18511" y="6470"/>
                </a:lnTo>
                <a:lnTo>
                  <a:pt x="17676" y="6470"/>
                </a:lnTo>
                <a:lnTo>
                  <a:pt x="17676" y="4226"/>
                </a:lnTo>
                <a:close/>
                <a:moveTo>
                  <a:pt x="10410" y="2827"/>
                </a:moveTo>
                <a:lnTo>
                  <a:pt x="9549" y="5189"/>
                </a:lnTo>
                <a:lnTo>
                  <a:pt x="13928" y="6563"/>
                </a:lnTo>
                <a:lnTo>
                  <a:pt x="16824" y="6563"/>
                </a:lnTo>
                <a:lnTo>
                  <a:pt x="16824" y="4067"/>
                </a:lnTo>
                <a:lnTo>
                  <a:pt x="10410" y="2827"/>
                </a:lnTo>
                <a:close/>
                <a:moveTo>
                  <a:pt x="17585" y="4134"/>
                </a:moveTo>
                <a:lnTo>
                  <a:pt x="17585" y="6563"/>
                </a:lnTo>
                <a:lnTo>
                  <a:pt x="18582" y="6563"/>
                </a:lnTo>
                <a:lnTo>
                  <a:pt x="19244" y="4134"/>
                </a:lnTo>
                <a:close/>
                <a:moveTo>
                  <a:pt x="5950" y="3372"/>
                </a:moveTo>
                <a:lnTo>
                  <a:pt x="6305" y="3516"/>
                </a:lnTo>
                <a:lnTo>
                  <a:pt x="5241" y="6556"/>
                </a:lnTo>
                <a:lnTo>
                  <a:pt x="3276" y="7116"/>
                </a:lnTo>
                <a:lnTo>
                  <a:pt x="2983" y="6098"/>
                </a:lnTo>
                <a:lnTo>
                  <a:pt x="5195" y="5659"/>
                </a:lnTo>
                <a:lnTo>
                  <a:pt x="5250" y="5649"/>
                </a:lnTo>
                <a:lnTo>
                  <a:pt x="5266" y="5596"/>
                </a:lnTo>
                <a:lnTo>
                  <a:pt x="5950" y="3372"/>
                </a:lnTo>
                <a:close/>
                <a:moveTo>
                  <a:pt x="5892" y="3249"/>
                </a:moveTo>
                <a:lnTo>
                  <a:pt x="5179" y="5569"/>
                </a:lnTo>
                <a:lnTo>
                  <a:pt x="2869" y="6027"/>
                </a:lnTo>
                <a:lnTo>
                  <a:pt x="3211" y="7228"/>
                </a:lnTo>
                <a:lnTo>
                  <a:pt x="5312" y="6631"/>
                </a:lnTo>
                <a:lnTo>
                  <a:pt x="6419" y="3464"/>
                </a:lnTo>
                <a:lnTo>
                  <a:pt x="5892" y="3249"/>
                </a:lnTo>
                <a:close/>
                <a:moveTo>
                  <a:pt x="16732" y="7416"/>
                </a:moveTo>
                <a:lnTo>
                  <a:pt x="16732" y="7704"/>
                </a:lnTo>
                <a:lnTo>
                  <a:pt x="14342" y="7704"/>
                </a:lnTo>
                <a:lnTo>
                  <a:pt x="14342" y="7416"/>
                </a:lnTo>
                <a:close/>
                <a:moveTo>
                  <a:pt x="19990" y="4642"/>
                </a:moveTo>
                <a:lnTo>
                  <a:pt x="21474" y="6058"/>
                </a:lnTo>
                <a:lnTo>
                  <a:pt x="20166" y="7704"/>
                </a:lnTo>
                <a:lnTo>
                  <a:pt x="17677" y="7704"/>
                </a:lnTo>
                <a:lnTo>
                  <a:pt x="17677" y="7416"/>
                </a:lnTo>
                <a:lnTo>
                  <a:pt x="19234" y="7416"/>
                </a:lnTo>
                <a:lnTo>
                  <a:pt x="19251" y="7348"/>
                </a:lnTo>
                <a:lnTo>
                  <a:pt x="19990" y="4642"/>
                </a:lnTo>
                <a:close/>
                <a:moveTo>
                  <a:pt x="14250" y="7323"/>
                </a:moveTo>
                <a:lnTo>
                  <a:pt x="14250" y="7794"/>
                </a:lnTo>
                <a:lnTo>
                  <a:pt x="16824" y="7794"/>
                </a:lnTo>
                <a:lnTo>
                  <a:pt x="16824" y="7323"/>
                </a:lnTo>
                <a:close/>
                <a:moveTo>
                  <a:pt x="19941" y="4469"/>
                </a:moveTo>
                <a:lnTo>
                  <a:pt x="19162" y="7323"/>
                </a:lnTo>
                <a:lnTo>
                  <a:pt x="17584" y="7323"/>
                </a:lnTo>
                <a:lnTo>
                  <a:pt x="17584" y="7794"/>
                </a:lnTo>
                <a:lnTo>
                  <a:pt x="20210" y="7794"/>
                </a:lnTo>
                <a:lnTo>
                  <a:pt x="21597" y="6049"/>
                </a:lnTo>
                <a:lnTo>
                  <a:pt x="19941" y="4469"/>
                </a:lnTo>
                <a:close/>
                <a:moveTo>
                  <a:pt x="7179" y="3872"/>
                </a:moveTo>
                <a:lnTo>
                  <a:pt x="8870" y="4561"/>
                </a:lnTo>
                <a:lnTo>
                  <a:pt x="7169" y="9226"/>
                </a:lnTo>
                <a:lnTo>
                  <a:pt x="6677" y="9344"/>
                </a:lnTo>
                <a:lnTo>
                  <a:pt x="6097" y="6967"/>
                </a:lnTo>
                <a:lnTo>
                  <a:pt x="7179" y="3872"/>
                </a:lnTo>
                <a:close/>
                <a:moveTo>
                  <a:pt x="7124" y="3752"/>
                </a:moveTo>
                <a:lnTo>
                  <a:pt x="6003" y="6963"/>
                </a:lnTo>
                <a:lnTo>
                  <a:pt x="6610" y="9456"/>
                </a:lnTo>
                <a:lnTo>
                  <a:pt x="7238" y="9303"/>
                </a:lnTo>
                <a:lnTo>
                  <a:pt x="8985" y="4510"/>
                </a:lnTo>
                <a:lnTo>
                  <a:pt x="7124" y="3752"/>
                </a:lnTo>
                <a:close/>
                <a:moveTo>
                  <a:pt x="5262" y="7532"/>
                </a:moveTo>
                <a:lnTo>
                  <a:pt x="5759" y="9568"/>
                </a:lnTo>
                <a:lnTo>
                  <a:pt x="4089" y="9973"/>
                </a:lnTo>
                <a:lnTo>
                  <a:pt x="3533" y="8023"/>
                </a:lnTo>
                <a:lnTo>
                  <a:pt x="5262" y="7532"/>
                </a:lnTo>
                <a:close/>
                <a:moveTo>
                  <a:pt x="5329" y="7417"/>
                </a:moveTo>
                <a:lnTo>
                  <a:pt x="3420" y="7960"/>
                </a:lnTo>
                <a:lnTo>
                  <a:pt x="4025" y="10081"/>
                </a:lnTo>
                <a:lnTo>
                  <a:pt x="5871" y="9635"/>
                </a:lnTo>
                <a:lnTo>
                  <a:pt x="5329" y="7417"/>
                </a:lnTo>
                <a:close/>
                <a:moveTo>
                  <a:pt x="16732" y="8647"/>
                </a:moveTo>
                <a:lnTo>
                  <a:pt x="16732" y="11111"/>
                </a:lnTo>
                <a:lnTo>
                  <a:pt x="14342" y="11111"/>
                </a:lnTo>
                <a:lnTo>
                  <a:pt x="14342" y="8647"/>
                </a:lnTo>
                <a:close/>
                <a:moveTo>
                  <a:pt x="22161" y="6711"/>
                </a:moveTo>
                <a:lnTo>
                  <a:pt x="23326" y="7821"/>
                </a:lnTo>
                <a:lnTo>
                  <a:pt x="19651" y="9439"/>
                </a:lnTo>
                <a:lnTo>
                  <a:pt x="19596" y="9464"/>
                </a:lnTo>
                <a:lnTo>
                  <a:pt x="19596" y="9523"/>
                </a:lnTo>
                <a:lnTo>
                  <a:pt x="19596" y="11112"/>
                </a:lnTo>
                <a:lnTo>
                  <a:pt x="17677" y="11112"/>
                </a:lnTo>
                <a:lnTo>
                  <a:pt x="17677" y="8647"/>
                </a:lnTo>
                <a:lnTo>
                  <a:pt x="20623" y="8647"/>
                </a:lnTo>
                <a:lnTo>
                  <a:pt x="20650" y="8613"/>
                </a:lnTo>
                <a:lnTo>
                  <a:pt x="22161" y="6711"/>
                </a:lnTo>
                <a:close/>
                <a:moveTo>
                  <a:pt x="22327" y="9293"/>
                </a:moveTo>
                <a:lnTo>
                  <a:pt x="22767" y="11112"/>
                </a:lnTo>
                <a:lnTo>
                  <a:pt x="20539" y="11112"/>
                </a:lnTo>
                <a:lnTo>
                  <a:pt x="20539" y="10079"/>
                </a:lnTo>
                <a:lnTo>
                  <a:pt x="22327" y="9293"/>
                </a:lnTo>
                <a:close/>
                <a:moveTo>
                  <a:pt x="14250" y="8556"/>
                </a:moveTo>
                <a:lnTo>
                  <a:pt x="14250" y="11203"/>
                </a:lnTo>
                <a:lnTo>
                  <a:pt x="16824" y="11203"/>
                </a:lnTo>
                <a:lnTo>
                  <a:pt x="16824" y="8556"/>
                </a:lnTo>
                <a:close/>
                <a:moveTo>
                  <a:pt x="22153" y="6576"/>
                </a:moveTo>
                <a:lnTo>
                  <a:pt x="20579" y="8555"/>
                </a:lnTo>
                <a:lnTo>
                  <a:pt x="17586" y="8555"/>
                </a:lnTo>
                <a:lnTo>
                  <a:pt x="17586" y="11203"/>
                </a:lnTo>
                <a:lnTo>
                  <a:pt x="19688" y="11203"/>
                </a:lnTo>
                <a:lnTo>
                  <a:pt x="19688" y="9522"/>
                </a:lnTo>
                <a:lnTo>
                  <a:pt x="23489" y="7849"/>
                </a:lnTo>
                <a:lnTo>
                  <a:pt x="22153" y="6576"/>
                </a:lnTo>
                <a:close/>
                <a:moveTo>
                  <a:pt x="22390" y="9165"/>
                </a:moveTo>
                <a:lnTo>
                  <a:pt x="20448" y="10019"/>
                </a:lnTo>
                <a:lnTo>
                  <a:pt x="20448" y="11203"/>
                </a:lnTo>
                <a:lnTo>
                  <a:pt x="22883" y="11203"/>
                </a:lnTo>
                <a:lnTo>
                  <a:pt x="22390" y="9165"/>
                </a:lnTo>
                <a:close/>
                <a:moveTo>
                  <a:pt x="9344" y="6018"/>
                </a:moveTo>
                <a:lnTo>
                  <a:pt x="13397" y="7290"/>
                </a:lnTo>
                <a:lnTo>
                  <a:pt x="13397" y="11111"/>
                </a:lnTo>
                <a:lnTo>
                  <a:pt x="11749" y="11111"/>
                </a:lnTo>
                <a:lnTo>
                  <a:pt x="11733" y="11117"/>
                </a:lnTo>
                <a:lnTo>
                  <a:pt x="9803" y="11896"/>
                </a:lnTo>
                <a:lnTo>
                  <a:pt x="8056" y="9548"/>
                </a:lnTo>
                <a:lnTo>
                  <a:pt x="9344" y="6018"/>
                </a:lnTo>
                <a:close/>
                <a:moveTo>
                  <a:pt x="9288" y="5905"/>
                </a:moveTo>
                <a:lnTo>
                  <a:pt x="7954" y="9563"/>
                </a:lnTo>
                <a:lnTo>
                  <a:pt x="9770" y="12008"/>
                </a:lnTo>
                <a:lnTo>
                  <a:pt x="11765" y="11203"/>
                </a:lnTo>
                <a:lnTo>
                  <a:pt x="13488" y="11203"/>
                </a:lnTo>
                <a:lnTo>
                  <a:pt x="13488" y="7222"/>
                </a:lnTo>
                <a:lnTo>
                  <a:pt x="9288" y="5905"/>
                </a:lnTo>
                <a:close/>
                <a:moveTo>
                  <a:pt x="7334" y="10158"/>
                </a:moveTo>
                <a:lnTo>
                  <a:pt x="8897" y="12260"/>
                </a:lnTo>
                <a:lnTo>
                  <a:pt x="7435" y="12852"/>
                </a:lnTo>
                <a:lnTo>
                  <a:pt x="4361" y="12852"/>
                </a:lnTo>
                <a:lnTo>
                  <a:pt x="2867" y="11240"/>
                </a:lnTo>
                <a:lnTo>
                  <a:pt x="7334" y="10158"/>
                </a:lnTo>
                <a:close/>
                <a:moveTo>
                  <a:pt x="7371" y="10053"/>
                </a:moveTo>
                <a:lnTo>
                  <a:pt x="2693" y="11186"/>
                </a:lnTo>
                <a:lnTo>
                  <a:pt x="4322" y="12943"/>
                </a:lnTo>
                <a:lnTo>
                  <a:pt x="7453" y="12943"/>
                </a:lnTo>
                <a:lnTo>
                  <a:pt x="9042" y="12300"/>
                </a:lnTo>
                <a:lnTo>
                  <a:pt x="7371" y="10053"/>
                </a:lnTo>
                <a:close/>
                <a:moveTo>
                  <a:pt x="16732" y="12056"/>
                </a:moveTo>
                <a:lnTo>
                  <a:pt x="16732" y="13778"/>
                </a:lnTo>
                <a:lnTo>
                  <a:pt x="15009" y="12056"/>
                </a:lnTo>
                <a:close/>
                <a:moveTo>
                  <a:pt x="14788" y="11964"/>
                </a:moveTo>
                <a:lnTo>
                  <a:pt x="16824" y="13999"/>
                </a:lnTo>
                <a:lnTo>
                  <a:pt x="16824" y="11964"/>
                </a:lnTo>
                <a:close/>
                <a:moveTo>
                  <a:pt x="11368" y="12283"/>
                </a:moveTo>
                <a:lnTo>
                  <a:pt x="11368" y="12854"/>
                </a:lnTo>
                <a:lnTo>
                  <a:pt x="8490" y="14146"/>
                </a:lnTo>
                <a:lnTo>
                  <a:pt x="8186" y="13567"/>
                </a:lnTo>
                <a:lnTo>
                  <a:pt x="11368" y="12283"/>
                </a:lnTo>
                <a:close/>
                <a:moveTo>
                  <a:pt x="11458" y="12147"/>
                </a:moveTo>
                <a:lnTo>
                  <a:pt x="8056" y="13519"/>
                </a:lnTo>
                <a:lnTo>
                  <a:pt x="8449" y="14265"/>
                </a:lnTo>
                <a:lnTo>
                  <a:pt x="11458" y="12913"/>
                </a:lnTo>
                <a:lnTo>
                  <a:pt x="11458" y="12147"/>
                </a:lnTo>
                <a:close/>
                <a:moveTo>
                  <a:pt x="13672" y="12056"/>
                </a:moveTo>
                <a:lnTo>
                  <a:pt x="14746" y="13129"/>
                </a:lnTo>
                <a:lnTo>
                  <a:pt x="10026" y="17080"/>
                </a:lnTo>
                <a:lnTo>
                  <a:pt x="8928" y="14983"/>
                </a:lnTo>
                <a:lnTo>
                  <a:pt x="12255" y="13488"/>
                </a:lnTo>
                <a:lnTo>
                  <a:pt x="12309" y="13464"/>
                </a:lnTo>
                <a:lnTo>
                  <a:pt x="12309" y="13405"/>
                </a:lnTo>
                <a:lnTo>
                  <a:pt x="12309" y="12056"/>
                </a:lnTo>
                <a:close/>
                <a:moveTo>
                  <a:pt x="12221" y="11964"/>
                </a:moveTo>
                <a:lnTo>
                  <a:pt x="12221" y="13405"/>
                </a:lnTo>
                <a:lnTo>
                  <a:pt x="8804" y="14940"/>
                </a:lnTo>
                <a:lnTo>
                  <a:pt x="10000" y="17223"/>
                </a:lnTo>
                <a:lnTo>
                  <a:pt x="14884" y="13135"/>
                </a:lnTo>
                <a:lnTo>
                  <a:pt x="13712" y="11964"/>
                </a:lnTo>
                <a:close/>
                <a:moveTo>
                  <a:pt x="15418" y="13799"/>
                </a:moveTo>
                <a:lnTo>
                  <a:pt x="16733" y="15113"/>
                </a:lnTo>
                <a:lnTo>
                  <a:pt x="16733" y="19648"/>
                </a:lnTo>
                <a:lnTo>
                  <a:pt x="14725" y="17453"/>
                </a:lnTo>
                <a:lnTo>
                  <a:pt x="14707" y="17435"/>
                </a:lnTo>
                <a:lnTo>
                  <a:pt x="14681" y="17427"/>
                </a:lnTo>
                <a:lnTo>
                  <a:pt x="11970" y="16686"/>
                </a:lnTo>
                <a:lnTo>
                  <a:pt x="15418" y="13799"/>
                </a:lnTo>
                <a:close/>
                <a:moveTo>
                  <a:pt x="15423" y="13675"/>
                </a:moveTo>
                <a:lnTo>
                  <a:pt x="11778" y="16729"/>
                </a:lnTo>
                <a:lnTo>
                  <a:pt x="14656" y="17516"/>
                </a:lnTo>
                <a:lnTo>
                  <a:pt x="16824" y="19883"/>
                </a:lnTo>
                <a:lnTo>
                  <a:pt x="16824" y="15074"/>
                </a:lnTo>
                <a:lnTo>
                  <a:pt x="15423" y="13675"/>
                </a:lnTo>
                <a:close/>
                <a:moveTo>
                  <a:pt x="6860" y="91"/>
                </a:moveTo>
                <a:lnTo>
                  <a:pt x="6491" y="1294"/>
                </a:lnTo>
                <a:lnTo>
                  <a:pt x="7133" y="1419"/>
                </a:lnTo>
                <a:lnTo>
                  <a:pt x="7598" y="93"/>
                </a:lnTo>
                <a:lnTo>
                  <a:pt x="8403" y="93"/>
                </a:lnTo>
                <a:lnTo>
                  <a:pt x="7889" y="1565"/>
                </a:lnTo>
                <a:lnTo>
                  <a:pt x="9917" y="1956"/>
                </a:lnTo>
                <a:lnTo>
                  <a:pt x="10597" y="93"/>
                </a:lnTo>
                <a:lnTo>
                  <a:pt x="11406" y="93"/>
                </a:lnTo>
                <a:lnTo>
                  <a:pt x="10674" y="2103"/>
                </a:lnTo>
                <a:lnTo>
                  <a:pt x="16824" y="3291"/>
                </a:lnTo>
                <a:lnTo>
                  <a:pt x="16824" y="93"/>
                </a:lnTo>
                <a:lnTo>
                  <a:pt x="17585" y="93"/>
                </a:lnTo>
                <a:lnTo>
                  <a:pt x="17585" y="1361"/>
                </a:lnTo>
                <a:lnTo>
                  <a:pt x="21078" y="1361"/>
                </a:lnTo>
                <a:lnTo>
                  <a:pt x="23838" y="4121"/>
                </a:lnTo>
                <a:lnTo>
                  <a:pt x="23838" y="5198"/>
                </a:lnTo>
                <a:lnTo>
                  <a:pt x="23508" y="4868"/>
                </a:lnTo>
                <a:lnTo>
                  <a:pt x="22625" y="5977"/>
                </a:lnTo>
                <a:lnTo>
                  <a:pt x="23837" y="7131"/>
                </a:lnTo>
                <a:lnTo>
                  <a:pt x="23837" y="8528"/>
                </a:lnTo>
                <a:lnTo>
                  <a:pt x="23096" y="8853"/>
                </a:lnTo>
                <a:lnTo>
                  <a:pt x="23665" y="11203"/>
                </a:lnTo>
                <a:lnTo>
                  <a:pt x="23837" y="11203"/>
                </a:lnTo>
                <a:lnTo>
                  <a:pt x="23837" y="11964"/>
                </a:lnTo>
                <a:lnTo>
                  <a:pt x="17584" y="11964"/>
                </a:lnTo>
                <a:lnTo>
                  <a:pt x="17584" y="14537"/>
                </a:lnTo>
                <a:lnTo>
                  <a:pt x="23837" y="14537"/>
                </a:lnTo>
                <a:lnTo>
                  <a:pt x="23837" y="15298"/>
                </a:lnTo>
                <a:lnTo>
                  <a:pt x="17584" y="15298"/>
                </a:lnTo>
                <a:lnTo>
                  <a:pt x="17584" y="16314"/>
                </a:lnTo>
                <a:lnTo>
                  <a:pt x="23837" y="16314"/>
                </a:lnTo>
                <a:lnTo>
                  <a:pt x="23837" y="17074"/>
                </a:lnTo>
                <a:lnTo>
                  <a:pt x="17584" y="17074"/>
                </a:lnTo>
                <a:lnTo>
                  <a:pt x="17584" y="23636"/>
                </a:lnTo>
                <a:lnTo>
                  <a:pt x="16824" y="23636"/>
                </a:lnTo>
                <a:lnTo>
                  <a:pt x="16824" y="21012"/>
                </a:lnTo>
                <a:lnTo>
                  <a:pt x="14243" y="18192"/>
                </a:lnTo>
                <a:lnTo>
                  <a:pt x="11066" y="17323"/>
                </a:lnTo>
                <a:lnTo>
                  <a:pt x="10020" y="18198"/>
                </a:lnTo>
                <a:lnTo>
                  <a:pt x="95" y="18198"/>
                </a:lnTo>
                <a:lnTo>
                  <a:pt x="95" y="17437"/>
                </a:lnTo>
                <a:lnTo>
                  <a:pt x="9252" y="17437"/>
                </a:lnTo>
                <a:lnTo>
                  <a:pt x="8040" y="15124"/>
                </a:lnTo>
                <a:lnTo>
                  <a:pt x="95" y="14588"/>
                </a:lnTo>
                <a:lnTo>
                  <a:pt x="95" y="13824"/>
                </a:lnTo>
                <a:lnTo>
                  <a:pt x="7625" y="14332"/>
                </a:lnTo>
                <a:lnTo>
                  <a:pt x="7296" y="13705"/>
                </a:lnTo>
                <a:lnTo>
                  <a:pt x="3988" y="13705"/>
                </a:lnTo>
                <a:lnTo>
                  <a:pt x="1844" y="11393"/>
                </a:lnTo>
                <a:lnTo>
                  <a:pt x="95" y="11817"/>
                </a:lnTo>
                <a:lnTo>
                  <a:pt x="95" y="11035"/>
                </a:lnTo>
                <a:lnTo>
                  <a:pt x="3283" y="10262"/>
                </a:lnTo>
                <a:lnTo>
                  <a:pt x="2687" y="8170"/>
                </a:lnTo>
                <a:lnTo>
                  <a:pt x="95" y="8906"/>
                </a:lnTo>
                <a:lnTo>
                  <a:pt x="95" y="8115"/>
                </a:lnTo>
                <a:lnTo>
                  <a:pt x="2478" y="7438"/>
                </a:lnTo>
                <a:lnTo>
                  <a:pt x="2118" y="6175"/>
                </a:lnTo>
                <a:lnTo>
                  <a:pt x="1000" y="6396"/>
                </a:lnTo>
                <a:lnTo>
                  <a:pt x="96" y="6029"/>
                </a:lnTo>
                <a:lnTo>
                  <a:pt x="96" y="5209"/>
                </a:lnTo>
                <a:lnTo>
                  <a:pt x="1076" y="5606"/>
                </a:lnTo>
                <a:lnTo>
                  <a:pt x="1910" y="5441"/>
                </a:lnTo>
                <a:lnTo>
                  <a:pt x="678" y="1124"/>
                </a:lnTo>
                <a:lnTo>
                  <a:pt x="605" y="1093"/>
                </a:lnTo>
                <a:cubicBezTo>
                  <a:pt x="774" y="871"/>
                  <a:pt x="979" y="677"/>
                  <a:pt x="1211" y="519"/>
                </a:cubicBezTo>
                <a:lnTo>
                  <a:pt x="5408" y="2230"/>
                </a:lnTo>
                <a:lnTo>
                  <a:pt x="6065" y="91"/>
                </a:lnTo>
                <a:close/>
                <a:moveTo>
                  <a:pt x="16732" y="1"/>
                </a:moveTo>
                <a:lnTo>
                  <a:pt x="16732" y="93"/>
                </a:lnTo>
                <a:lnTo>
                  <a:pt x="16732" y="3182"/>
                </a:lnTo>
                <a:lnTo>
                  <a:pt x="10796" y="2034"/>
                </a:lnTo>
                <a:lnTo>
                  <a:pt x="11492" y="124"/>
                </a:lnTo>
                <a:lnTo>
                  <a:pt x="11537" y="2"/>
                </a:lnTo>
                <a:lnTo>
                  <a:pt x="10532" y="2"/>
                </a:lnTo>
                <a:lnTo>
                  <a:pt x="10511" y="62"/>
                </a:lnTo>
                <a:lnTo>
                  <a:pt x="9859" y="1852"/>
                </a:lnTo>
                <a:lnTo>
                  <a:pt x="8012" y="1495"/>
                </a:lnTo>
                <a:lnTo>
                  <a:pt x="8491" y="123"/>
                </a:lnTo>
                <a:lnTo>
                  <a:pt x="8534" y="2"/>
                </a:lnTo>
                <a:lnTo>
                  <a:pt x="7533" y="2"/>
                </a:lnTo>
                <a:lnTo>
                  <a:pt x="7512" y="63"/>
                </a:lnTo>
                <a:lnTo>
                  <a:pt x="7073" y="1315"/>
                </a:lnTo>
                <a:lnTo>
                  <a:pt x="6608" y="1224"/>
                </a:lnTo>
                <a:lnTo>
                  <a:pt x="6949" y="120"/>
                </a:lnTo>
                <a:lnTo>
                  <a:pt x="6986" y="2"/>
                </a:lnTo>
                <a:lnTo>
                  <a:pt x="5999" y="2"/>
                </a:lnTo>
                <a:lnTo>
                  <a:pt x="5978" y="67"/>
                </a:lnTo>
                <a:lnTo>
                  <a:pt x="5350" y="2109"/>
                </a:lnTo>
                <a:lnTo>
                  <a:pt x="1246" y="434"/>
                </a:lnTo>
                <a:lnTo>
                  <a:pt x="1201" y="416"/>
                </a:lnTo>
                <a:lnTo>
                  <a:pt x="1160" y="443"/>
                </a:lnTo>
                <a:cubicBezTo>
                  <a:pt x="918" y="605"/>
                  <a:pt x="708" y="806"/>
                  <a:pt x="531" y="1038"/>
                </a:cubicBezTo>
                <a:lnTo>
                  <a:pt x="459" y="1132"/>
                </a:lnTo>
                <a:lnTo>
                  <a:pt x="569" y="1178"/>
                </a:lnTo>
                <a:lnTo>
                  <a:pt x="600" y="1193"/>
                </a:lnTo>
                <a:lnTo>
                  <a:pt x="1793" y="5372"/>
                </a:lnTo>
                <a:lnTo>
                  <a:pt x="1083" y="5512"/>
                </a:lnTo>
                <a:lnTo>
                  <a:pt x="130" y="5126"/>
                </a:lnTo>
                <a:lnTo>
                  <a:pt x="3" y="5075"/>
                </a:lnTo>
                <a:lnTo>
                  <a:pt x="3" y="5210"/>
                </a:lnTo>
                <a:lnTo>
                  <a:pt x="3" y="6031"/>
                </a:lnTo>
                <a:lnTo>
                  <a:pt x="3" y="6093"/>
                </a:lnTo>
                <a:lnTo>
                  <a:pt x="60" y="6115"/>
                </a:lnTo>
                <a:lnTo>
                  <a:pt x="965" y="6482"/>
                </a:lnTo>
                <a:lnTo>
                  <a:pt x="990" y="6493"/>
                </a:lnTo>
                <a:lnTo>
                  <a:pt x="1017" y="6488"/>
                </a:lnTo>
                <a:lnTo>
                  <a:pt x="2052" y="6282"/>
                </a:lnTo>
                <a:lnTo>
                  <a:pt x="2364" y="7375"/>
                </a:lnTo>
                <a:lnTo>
                  <a:pt x="69" y="8027"/>
                </a:lnTo>
                <a:lnTo>
                  <a:pt x="3" y="8047"/>
                </a:lnTo>
                <a:lnTo>
                  <a:pt x="3" y="8115"/>
                </a:lnTo>
                <a:lnTo>
                  <a:pt x="3" y="8906"/>
                </a:lnTo>
                <a:lnTo>
                  <a:pt x="3" y="9027"/>
                </a:lnTo>
                <a:lnTo>
                  <a:pt x="119" y="8994"/>
                </a:lnTo>
                <a:lnTo>
                  <a:pt x="2622" y="8283"/>
                </a:lnTo>
                <a:lnTo>
                  <a:pt x="3168" y="10196"/>
                </a:lnTo>
                <a:lnTo>
                  <a:pt x="73" y="10945"/>
                </a:lnTo>
                <a:lnTo>
                  <a:pt x="3" y="10961"/>
                </a:lnTo>
                <a:lnTo>
                  <a:pt x="3" y="11033"/>
                </a:lnTo>
                <a:lnTo>
                  <a:pt x="3" y="11815"/>
                </a:lnTo>
                <a:lnTo>
                  <a:pt x="3" y="11932"/>
                </a:lnTo>
                <a:lnTo>
                  <a:pt x="115" y="11905"/>
                </a:lnTo>
                <a:lnTo>
                  <a:pt x="1813" y="11493"/>
                </a:lnTo>
                <a:lnTo>
                  <a:pt x="3919" y="13767"/>
                </a:lnTo>
                <a:lnTo>
                  <a:pt x="3946" y="13795"/>
                </a:lnTo>
                <a:lnTo>
                  <a:pt x="7237" y="13795"/>
                </a:lnTo>
                <a:lnTo>
                  <a:pt x="7466" y="14230"/>
                </a:lnTo>
                <a:lnTo>
                  <a:pt x="99" y="13733"/>
                </a:lnTo>
                <a:lnTo>
                  <a:pt x="2" y="13727"/>
                </a:lnTo>
                <a:lnTo>
                  <a:pt x="2" y="13825"/>
                </a:lnTo>
                <a:lnTo>
                  <a:pt x="2" y="14590"/>
                </a:lnTo>
                <a:lnTo>
                  <a:pt x="2" y="14675"/>
                </a:lnTo>
                <a:lnTo>
                  <a:pt x="88" y="14682"/>
                </a:lnTo>
                <a:lnTo>
                  <a:pt x="7982" y="15213"/>
                </a:lnTo>
                <a:lnTo>
                  <a:pt x="9099" y="17347"/>
                </a:lnTo>
                <a:lnTo>
                  <a:pt x="1" y="17347"/>
                </a:lnTo>
                <a:lnTo>
                  <a:pt x="1" y="17439"/>
                </a:lnTo>
                <a:lnTo>
                  <a:pt x="1" y="18200"/>
                </a:lnTo>
                <a:lnTo>
                  <a:pt x="1" y="18292"/>
                </a:lnTo>
                <a:lnTo>
                  <a:pt x="10050" y="18292"/>
                </a:lnTo>
                <a:lnTo>
                  <a:pt x="10076" y="18271"/>
                </a:lnTo>
                <a:lnTo>
                  <a:pt x="11085" y="17426"/>
                </a:lnTo>
                <a:lnTo>
                  <a:pt x="14190" y="18276"/>
                </a:lnTo>
                <a:lnTo>
                  <a:pt x="16730" y="21049"/>
                </a:lnTo>
                <a:lnTo>
                  <a:pt x="16730" y="23638"/>
                </a:lnTo>
                <a:lnTo>
                  <a:pt x="16730" y="23730"/>
                </a:lnTo>
                <a:lnTo>
                  <a:pt x="17674" y="23730"/>
                </a:lnTo>
                <a:lnTo>
                  <a:pt x="17674" y="23638"/>
                </a:lnTo>
                <a:lnTo>
                  <a:pt x="17674" y="17170"/>
                </a:lnTo>
                <a:lnTo>
                  <a:pt x="23927" y="17170"/>
                </a:lnTo>
                <a:lnTo>
                  <a:pt x="23927" y="17078"/>
                </a:lnTo>
                <a:lnTo>
                  <a:pt x="23927" y="16316"/>
                </a:lnTo>
                <a:lnTo>
                  <a:pt x="23927" y="16224"/>
                </a:lnTo>
                <a:lnTo>
                  <a:pt x="17674" y="16224"/>
                </a:lnTo>
                <a:lnTo>
                  <a:pt x="17674" y="15391"/>
                </a:lnTo>
                <a:lnTo>
                  <a:pt x="23927" y="15391"/>
                </a:lnTo>
                <a:lnTo>
                  <a:pt x="23927" y="15299"/>
                </a:lnTo>
                <a:lnTo>
                  <a:pt x="23927" y="14539"/>
                </a:lnTo>
                <a:lnTo>
                  <a:pt x="23927" y="14447"/>
                </a:lnTo>
                <a:lnTo>
                  <a:pt x="17674" y="14447"/>
                </a:lnTo>
                <a:lnTo>
                  <a:pt x="17674" y="12056"/>
                </a:lnTo>
                <a:lnTo>
                  <a:pt x="23927" y="12056"/>
                </a:lnTo>
                <a:lnTo>
                  <a:pt x="23927" y="11964"/>
                </a:lnTo>
                <a:lnTo>
                  <a:pt x="23927" y="11203"/>
                </a:lnTo>
                <a:lnTo>
                  <a:pt x="23927" y="11111"/>
                </a:lnTo>
                <a:lnTo>
                  <a:pt x="23736" y="11111"/>
                </a:lnTo>
                <a:lnTo>
                  <a:pt x="23202" y="8905"/>
                </a:lnTo>
                <a:lnTo>
                  <a:pt x="23873" y="8611"/>
                </a:lnTo>
                <a:lnTo>
                  <a:pt x="23927" y="8586"/>
                </a:lnTo>
                <a:lnTo>
                  <a:pt x="23927" y="8526"/>
                </a:lnTo>
                <a:lnTo>
                  <a:pt x="23927" y="7129"/>
                </a:lnTo>
                <a:lnTo>
                  <a:pt x="23927" y="7089"/>
                </a:lnTo>
                <a:lnTo>
                  <a:pt x="23899" y="7063"/>
                </a:lnTo>
                <a:lnTo>
                  <a:pt x="22748" y="5967"/>
                </a:lnTo>
                <a:lnTo>
                  <a:pt x="23515" y="5004"/>
                </a:lnTo>
                <a:lnTo>
                  <a:pt x="23771" y="5261"/>
                </a:lnTo>
                <a:lnTo>
                  <a:pt x="23927" y="5417"/>
                </a:lnTo>
                <a:lnTo>
                  <a:pt x="23927" y="5195"/>
                </a:lnTo>
                <a:lnTo>
                  <a:pt x="23927" y="4119"/>
                </a:lnTo>
                <a:lnTo>
                  <a:pt x="23927" y="4080"/>
                </a:lnTo>
                <a:lnTo>
                  <a:pt x="23900" y="4053"/>
                </a:lnTo>
                <a:lnTo>
                  <a:pt x="21143" y="1296"/>
                </a:lnTo>
                <a:lnTo>
                  <a:pt x="21116" y="1269"/>
                </a:lnTo>
                <a:lnTo>
                  <a:pt x="17677" y="1269"/>
                </a:lnTo>
                <a:lnTo>
                  <a:pt x="17677" y="91"/>
                </a:lnTo>
                <a:lnTo>
                  <a:pt x="1767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0" name="Google Shape;1640;p19"/>
          <p:cNvSpPr/>
          <p:nvPr/>
        </p:nvSpPr>
        <p:spPr>
          <a:xfrm>
            <a:off x="4457753" y="2245665"/>
            <a:ext cx="3173579" cy="3147152"/>
          </a:xfrm>
          <a:custGeom>
            <a:avLst/>
            <a:gdLst/>
            <a:ahLst/>
            <a:cxnLst/>
            <a:rect l="l" t="t" r="r" b="b"/>
            <a:pathLst>
              <a:path w="24018" h="23818" extrusionOk="0">
                <a:moveTo>
                  <a:pt x="21362" y="138"/>
                </a:moveTo>
                <a:lnTo>
                  <a:pt x="21362" y="139"/>
                </a:lnTo>
                <a:cubicBezTo>
                  <a:pt x="22753" y="139"/>
                  <a:pt x="23881" y="1266"/>
                  <a:pt x="23881" y="2658"/>
                </a:cubicBezTo>
                <a:lnTo>
                  <a:pt x="23881" y="4167"/>
                </a:lnTo>
                <a:lnTo>
                  <a:pt x="23881" y="5244"/>
                </a:lnTo>
                <a:lnTo>
                  <a:pt x="23881" y="7178"/>
                </a:lnTo>
                <a:lnTo>
                  <a:pt x="23881" y="8575"/>
                </a:lnTo>
                <a:lnTo>
                  <a:pt x="23881" y="11250"/>
                </a:lnTo>
                <a:lnTo>
                  <a:pt x="23881" y="12012"/>
                </a:lnTo>
                <a:lnTo>
                  <a:pt x="23881" y="14585"/>
                </a:lnTo>
                <a:lnTo>
                  <a:pt x="23881" y="15345"/>
                </a:lnTo>
                <a:lnTo>
                  <a:pt x="23881" y="16361"/>
                </a:lnTo>
                <a:lnTo>
                  <a:pt x="23881" y="17123"/>
                </a:lnTo>
                <a:lnTo>
                  <a:pt x="23881" y="21162"/>
                </a:lnTo>
                <a:cubicBezTo>
                  <a:pt x="23881" y="22554"/>
                  <a:pt x="22753" y="23682"/>
                  <a:pt x="21362" y="23682"/>
                </a:cubicBezTo>
                <a:lnTo>
                  <a:pt x="2658" y="23682"/>
                </a:lnTo>
                <a:cubicBezTo>
                  <a:pt x="1267" y="23682"/>
                  <a:pt x="139" y="22554"/>
                  <a:pt x="139" y="21162"/>
                </a:cubicBezTo>
                <a:lnTo>
                  <a:pt x="139" y="18245"/>
                </a:lnTo>
                <a:lnTo>
                  <a:pt x="139" y="17483"/>
                </a:lnTo>
                <a:lnTo>
                  <a:pt x="139" y="14633"/>
                </a:lnTo>
                <a:lnTo>
                  <a:pt x="139" y="13869"/>
                </a:lnTo>
                <a:lnTo>
                  <a:pt x="139" y="11860"/>
                </a:lnTo>
                <a:lnTo>
                  <a:pt x="139" y="11078"/>
                </a:lnTo>
                <a:lnTo>
                  <a:pt x="139" y="8949"/>
                </a:lnTo>
                <a:lnTo>
                  <a:pt x="139" y="8159"/>
                </a:lnTo>
                <a:lnTo>
                  <a:pt x="139" y="6074"/>
                </a:lnTo>
                <a:lnTo>
                  <a:pt x="139" y="5254"/>
                </a:lnTo>
                <a:lnTo>
                  <a:pt x="139" y="2657"/>
                </a:lnTo>
                <a:cubicBezTo>
                  <a:pt x="139" y="2087"/>
                  <a:pt x="328" y="1561"/>
                  <a:pt x="648" y="1137"/>
                </a:cubicBezTo>
                <a:cubicBezTo>
                  <a:pt x="817" y="915"/>
                  <a:pt x="1022" y="721"/>
                  <a:pt x="1254" y="563"/>
                </a:cubicBezTo>
                <a:cubicBezTo>
                  <a:pt x="1656" y="293"/>
                  <a:pt x="2138" y="138"/>
                  <a:pt x="2658" y="138"/>
                </a:cubicBezTo>
                <a:close/>
                <a:moveTo>
                  <a:pt x="2658" y="0"/>
                </a:moveTo>
                <a:cubicBezTo>
                  <a:pt x="2127" y="0"/>
                  <a:pt x="1615" y="156"/>
                  <a:pt x="1177" y="451"/>
                </a:cubicBezTo>
                <a:cubicBezTo>
                  <a:pt x="932" y="615"/>
                  <a:pt x="716" y="820"/>
                  <a:pt x="538" y="1055"/>
                </a:cubicBezTo>
                <a:cubicBezTo>
                  <a:pt x="187" y="1520"/>
                  <a:pt x="1" y="2073"/>
                  <a:pt x="1" y="2658"/>
                </a:cubicBezTo>
                <a:lnTo>
                  <a:pt x="1" y="5255"/>
                </a:lnTo>
                <a:lnTo>
                  <a:pt x="1" y="6075"/>
                </a:lnTo>
                <a:lnTo>
                  <a:pt x="1" y="8161"/>
                </a:lnTo>
                <a:lnTo>
                  <a:pt x="1" y="8951"/>
                </a:lnTo>
                <a:lnTo>
                  <a:pt x="1" y="11081"/>
                </a:lnTo>
                <a:lnTo>
                  <a:pt x="1" y="11863"/>
                </a:lnTo>
                <a:lnTo>
                  <a:pt x="1" y="13871"/>
                </a:lnTo>
                <a:lnTo>
                  <a:pt x="1" y="14636"/>
                </a:lnTo>
                <a:lnTo>
                  <a:pt x="1" y="17483"/>
                </a:lnTo>
                <a:lnTo>
                  <a:pt x="1" y="18244"/>
                </a:lnTo>
                <a:lnTo>
                  <a:pt x="1" y="21161"/>
                </a:lnTo>
                <a:cubicBezTo>
                  <a:pt x="1" y="22625"/>
                  <a:pt x="1193" y="23817"/>
                  <a:pt x="2658" y="23817"/>
                </a:cubicBezTo>
                <a:lnTo>
                  <a:pt x="21362" y="23817"/>
                </a:lnTo>
                <a:cubicBezTo>
                  <a:pt x="22826" y="23817"/>
                  <a:pt x="24018" y="22625"/>
                  <a:pt x="24018" y="21161"/>
                </a:cubicBezTo>
                <a:lnTo>
                  <a:pt x="24018" y="17120"/>
                </a:lnTo>
                <a:lnTo>
                  <a:pt x="24018" y="16359"/>
                </a:lnTo>
                <a:lnTo>
                  <a:pt x="24018" y="15344"/>
                </a:lnTo>
                <a:lnTo>
                  <a:pt x="24018" y="14583"/>
                </a:lnTo>
                <a:lnTo>
                  <a:pt x="24018" y="12010"/>
                </a:lnTo>
                <a:lnTo>
                  <a:pt x="24018" y="11248"/>
                </a:lnTo>
                <a:lnTo>
                  <a:pt x="24018" y="8573"/>
                </a:lnTo>
                <a:lnTo>
                  <a:pt x="24018" y="7176"/>
                </a:lnTo>
                <a:lnTo>
                  <a:pt x="24018" y="5244"/>
                </a:lnTo>
                <a:lnTo>
                  <a:pt x="24018" y="4167"/>
                </a:lnTo>
                <a:lnTo>
                  <a:pt x="24018" y="2658"/>
                </a:lnTo>
                <a:cubicBezTo>
                  <a:pt x="24018" y="1192"/>
                  <a:pt x="22826" y="0"/>
                  <a:pt x="213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1" name="Google Shape;1641;p19"/>
          <p:cNvSpPr/>
          <p:nvPr/>
        </p:nvSpPr>
        <p:spPr>
          <a:xfrm>
            <a:off x="4989588" y="4064339"/>
            <a:ext cx="389925" cy="552979"/>
          </a:xfrm>
          <a:custGeom>
            <a:avLst/>
            <a:gdLst/>
            <a:ahLst/>
            <a:cxnLst/>
            <a:rect l="l" t="t" r="r" b="b"/>
            <a:pathLst>
              <a:path w="2951" h="4185" extrusionOk="0">
                <a:moveTo>
                  <a:pt x="1475" y="0"/>
                </a:moveTo>
                <a:cubicBezTo>
                  <a:pt x="661" y="0"/>
                  <a:pt x="1" y="660"/>
                  <a:pt x="1" y="1476"/>
                </a:cubicBezTo>
                <a:cubicBezTo>
                  <a:pt x="1" y="1755"/>
                  <a:pt x="78" y="2018"/>
                  <a:pt x="214" y="2241"/>
                </a:cubicBezTo>
                <a:lnTo>
                  <a:pt x="1475" y="4184"/>
                </a:lnTo>
                <a:lnTo>
                  <a:pt x="2693" y="2307"/>
                </a:lnTo>
                <a:lnTo>
                  <a:pt x="2736" y="2241"/>
                </a:lnTo>
                <a:cubicBezTo>
                  <a:pt x="2871" y="2018"/>
                  <a:pt x="2951" y="1755"/>
                  <a:pt x="2951" y="1476"/>
                </a:cubicBezTo>
                <a:cubicBezTo>
                  <a:pt x="2951" y="660"/>
                  <a:pt x="2291" y="0"/>
                  <a:pt x="14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2" name="Google Shape;1642;p19"/>
          <p:cNvSpPr/>
          <p:nvPr/>
        </p:nvSpPr>
        <p:spPr>
          <a:xfrm>
            <a:off x="5070586" y="4145337"/>
            <a:ext cx="227929" cy="227929"/>
          </a:xfrm>
          <a:custGeom>
            <a:avLst/>
            <a:gdLst/>
            <a:ahLst/>
            <a:cxnLst/>
            <a:rect l="l" t="t" r="r" b="b"/>
            <a:pathLst>
              <a:path w="1725" h="1725" extrusionOk="0">
                <a:moveTo>
                  <a:pt x="862" y="0"/>
                </a:moveTo>
                <a:cubicBezTo>
                  <a:pt x="387" y="0"/>
                  <a:pt x="1" y="386"/>
                  <a:pt x="1" y="862"/>
                </a:cubicBezTo>
                <a:cubicBezTo>
                  <a:pt x="1" y="1339"/>
                  <a:pt x="387" y="1724"/>
                  <a:pt x="862" y="1724"/>
                </a:cubicBezTo>
                <a:cubicBezTo>
                  <a:pt x="1339" y="1724"/>
                  <a:pt x="1725" y="1339"/>
                  <a:pt x="1725" y="862"/>
                </a:cubicBezTo>
                <a:cubicBezTo>
                  <a:pt x="1725" y="386"/>
                  <a:pt x="1339" y="0"/>
                  <a:pt x="86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3" name="Google Shape;1643;p19"/>
          <p:cNvSpPr/>
          <p:nvPr/>
        </p:nvSpPr>
        <p:spPr>
          <a:xfrm>
            <a:off x="5250286" y="4604893"/>
            <a:ext cx="48493" cy="12288"/>
          </a:xfrm>
          <a:custGeom>
            <a:avLst/>
            <a:gdLst/>
            <a:ahLst/>
            <a:cxnLst/>
            <a:rect l="l" t="t" r="r" b="b"/>
            <a:pathLst>
              <a:path w="367" h="93" extrusionOk="0">
                <a:moveTo>
                  <a:pt x="47" y="0"/>
                </a:moveTo>
                <a:cubicBezTo>
                  <a:pt x="21" y="0"/>
                  <a:pt x="1" y="21"/>
                  <a:pt x="1" y="46"/>
                </a:cubicBezTo>
                <a:cubicBezTo>
                  <a:pt x="1" y="72"/>
                  <a:pt x="21" y="92"/>
                  <a:pt x="47" y="92"/>
                </a:cubicBezTo>
                <a:lnTo>
                  <a:pt x="321" y="92"/>
                </a:lnTo>
                <a:cubicBezTo>
                  <a:pt x="346" y="92"/>
                  <a:pt x="367" y="72"/>
                  <a:pt x="367" y="46"/>
                </a:cubicBezTo>
                <a:cubicBezTo>
                  <a:pt x="367" y="21"/>
                  <a:pt x="346" y="0"/>
                  <a:pt x="3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4" name="Google Shape;1644;p19"/>
          <p:cNvSpPr/>
          <p:nvPr/>
        </p:nvSpPr>
        <p:spPr>
          <a:xfrm>
            <a:off x="5359559" y="4059186"/>
            <a:ext cx="1062352" cy="557999"/>
          </a:xfrm>
          <a:custGeom>
            <a:avLst/>
            <a:gdLst/>
            <a:ahLst/>
            <a:cxnLst/>
            <a:rect l="l" t="t" r="r" b="b"/>
            <a:pathLst>
              <a:path w="8040" h="4223" extrusionOk="0">
                <a:moveTo>
                  <a:pt x="7989" y="1"/>
                </a:moveTo>
                <a:cubicBezTo>
                  <a:pt x="7979" y="1"/>
                  <a:pt x="7968" y="4"/>
                  <a:pt x="7960" y="11"/>
                </a:cubicBezTo>
                <a:lnTo>
                  <a:pt x="7529" y="357"/>
                </a:lnTo>
                <a:cubicBezTo>
                  <a:pt x="7510" y="372"/>
                  <a:pt x="7507" y="402"/>
                  <a:pt x="7523" y="421"/>
                </a:cubicBezTo>
                <a:cubicBezTo>
                  <a:pt x="7531" y="431"/>
                  <a:pt x="7545" y="437"/>
                  <a:pt x="7559" y="437"/>
                </a:cubicBezTo>
                <a:cubicBezTo>
                  <a:pt x="7569" y="437"/>
                  <a:pt x="7579" y="433"/>
                  <a:pt x="7586" y="427"/>
                </a:cubicBezTo>
                <a:lnTo>
                  <a:pt x="8017" y="80"/>
                </a:lnTo>
                <a:cubicBezTo>
                  <a:pt x="8036" y="65"/>
                  <a:pt x="8040" y="36"/>
                  <a:pt x="8024" y="17"/>
                </a:cubicBezTo>
                <a:cubicBezTo>
                  <a:pt x="8016" y="6"/>
                  <a:pt x="8003" y="1"/>
                  <a:pt x="7989" y="1"/>
                </a:cubicBezTo>
                <a:close/>
                <a:moveTo>
                  <a:pt x="7126" y="694"/>
                </a:moveTo>
                <a:cubicBezTo>
                  <a:pt x="7116" y="694"/>
                  <a:pt x="7106" y="697"/>
                  <a:pt x="7097" y="703"/>
                </a:cubicBezTo>
                <a:lnTo>
                  <a:pt x="6666" y="1050"/>
                </a:lnTo>
                <a:cubicBezTo>
                  <a:pt x="6648" y="1066"/>
                  <a:pt x="6645" y="1095"/>
                  <a:pt x="6660" y="1114"/>
                </a:cubicBezTo>
                <a:cubicBezTo>
                  <a:pt x="6669" y="1124"/>
                  <a:pt x="6684" y="1131"/>
                  <a:pt x="6696" y="1131"/>
                </a:cubicBezTo>
                <a:cubicBezTo>
                  <a:pt x="6706" y="1131"/>
                  <a:pt x="6717" y="1127"/>
                  <a:pt x="6725" y="1121"/>
                </a:cubicBezTo>
                <a:lnTo>
                  <a:pt x="7156" y="774"/>
                </a:lnTo>
                <a:cubicBezTo>
                  <a:pt x="7174" y="759"/>
                  <a:pt x="7177" y="729"/>
                  <a:pt x="7162" y="710"/>
                </a:cubicBezTo>
                <a:cubicBezTo>
                  <a:pt x="7153" y="699"/>
                  <a:pt x="7140" y="694"/>
                  <a:pt x="7126" y="694"/>
                </a:cubicBezTo>
                <a:close/>
                <a:moveTo>
                  <a:pt x="6265" y="1385"/>
                </a:moveTo>
                <a:cubicBezTo>
                  <a:pt x="6255" y="1385"/>
                  <a:pt x="6245" y="1389"/>
                  <a:pt x="6237" y="1395"/>
                </a:cubicBezTo>
                <a:lnTo>
                  <a:pt x="5806" y="1742"/>
                </a:lnTo>
                <a:cubicBezTo>
                  <a:pt x="5786" y="1757"/>
                  <a:pt x="5784" y="1787"/>
                  <a:pt x="5800" y="1806"/>
                </a:cubicBezTo>
                <a:cubicBezTo>
                  <a:pt x="5809" y="1817"/>
                  <a:pt x="5822" y="1823"/>
                  <a:pt x="5836" y="1823"/>
                </a:cubicBezTo>
                <a:cubicBezTo>
                  <a:pt x="5845" y="1823"/>
                  <a:pt x="5855" y="1820"/>
                  <a:pt x="5863" y="1813"/>
                </a:cubicBezTo>
                <a:lnTo>
                  <a:pt x="6295" y="1466"/>
                </a:lnTo>
                <a:cubicBezTo>
                  <a:pt x="6313" y="1450"/>
                  <a:pt x="6316" y="1421"/>
                  <a:pt x="6301" y="1402"/>
                </a:cubicBezTo>
                <a:cubicBezTo>
                  <a:pt x="6292" y="1391"/>
                  <a:pt x="6279" y="1385"/>
                  <a:pt x="6265" y="1385"/>
                </a:cubicBezTo>
                <a:close/>
                <a:moveTo>
                  <a:pt x="5404" y="2079"/>
                </a:moveTo>
                <a:cubicBezTo>
                  <a:pt x="5394" y="2079"/>
                  <a:pt x="5384" y="2082"/>
                  <a:pt x="5375" y="2089"/>
                </a:cubicBezTo>
                <a:lnTo>
                  <a:pt x="4944" y="2436"/>
                </a:lnTo>
                <a:cubicBezTo>
                  <a:pt x="4925" y="2451"/>
                  <a:pt x="4922" y="2480"/>
                  <a:pt x="4937" y="2499"/>
                </a:cubicBezTo>
                <a:cubicBezTo>
                  <a:pt x="4946" y="2509"/>
                  <a:pt x="4961" y="2516"/>
                  <a:pt x="4973" y="2516"/>
                </a:cubicBezTo>
                <a:cubicBezTo>
                  <a:pt x="4983" y="2516"/>
                  <a:pt x="4994" y="2512"/>
                  <a:pt x="5002" y="2505"/>
                </a:cubicBezTo>
                <a:lnTo>
                  <a:pt x="5432" y="2159"/>
                </a:lnTo>
                <a:cubicBezTo>
                  <a:pt x="5452" y="2144"/>
                  <a:pt x="5454" y="2114"/>
                  <a:pt x="5439" y="2095"/>
                </a:cubicBezTo>
                <a:cubicBezTo>
                  <a:pt x="5430" y="2084"/>
                  <a:pt x="5417" y="2079"/>
                  <a:pt x="5404" y="2079"/>
                </a:cubicBezTo>
                <a:close/>
                <a:moveTo>
                  <a:pt x="4542" y="2771"/>
                </a:moveTo>
                <a:cubicBezTo>
                  <a:pt x="4531" y="2771"/>
                  <a:pt x="4521" y="2774"/>
                  <a:pt x="4513" y="2781"/>
                </a:cubicBezTo>
                <a:lnTo>
                  <a:pt x="4082" y="3127"/>
                </a:lnTo>
                <a:cubicBezTo>
                  <a:pt x="4062" y="3143"/>
                  <a:pt x="4060" y="3172"/>
                  <a:pt x="4076" y="3191"/>
                </a:cubicBezTo>
                <a:cubicBezTo>
                  <a:pt x="4085" y="3201"/>
                  <a:pt x="4098" y="3208"/>
                  <a:pt x="4112" y="3208"/>
                </a:cubicBezTo>
                <a:cubicBezTo>
                  <a:pt x="4122" y="3208"/>
                  <a:pt x="4132" y="3205"/>
                  <a:pt x="4139" y="3198"/>
                </a:cubicBezTo>
                <a:lnTo>
                  <a:pt x="4571" y="2851"/>
                </a:lnTo>
                <a:cubicBezTo>
                  <a:pt x="4589" y="2836"/>
                  <a:pt x="4592" y="2806"/>
                  <a:pt x="4577" y="2787"/>
                </a:cubicBezTo>
                <a:cubicBezTo>
                  <a:pt x="4568" y="2776"/>
                  <a:pt x="4555" y="2771"/>
                  <a:pt x="4542" y="2771"/>
                </a:cubicBezTo>
                <a:close/>
                <a:moveTo>
                  <a:pt x="3682" y="3464"/>
                </a:moveTo>
                <a:cubicBezTo>
                  <a:pt x="3671" y="3464"/>
                  <a:pt x="3661" y="3467"/>
                  <a:pt x="3652" y="3474"/>
                </a:cubicBezTo>
                <a:lnTo>
                  <a:pt x="3221" y="3820"/>
                </a:lnTo>
                <a:cubicBezTo>
                  <a:pt x="3202" y="3835"/>
                  <a:pt x="3200" y="3865"/>
                  <a:pt x="3215" y="3885"/>
                </a:cubicBezTo>
                <a:cubicBezTo>
                  <a:pt x="3223" y="3895"/>
                  <a:pt x="3238" y="3901"/>
                  <a:pt x="3251" y="3901"/>
                </a:cubicBezTo>
                <a:cubicBezTo>
                  <a:pt x="3261" y="3901"/>
                  <a:pt x="3269" y="3897"/>
                  <a:pt x="3279" y="3891"/>
                </a:cubicBezTo>
                <a:lnTo>
                  <a:pt x="3709" y="3544"/>
                </a:lnTo>
                <a:cubicBezTo>
                  <a:pt x="3729" y="3528"/>
                  <a:pt x="3732" y="3500"/>
                  <a:pt x="3717" y="3480"/>
                </a:cubicBezTo>
                <a:cubicBezTo>
                  <a:pt x="3708" y="3470"/>
                  <a:pt x="3695" y="3464"/>
                  <a:pt x="3682" y="3464"/>
                </a:cubicBezTo>
                <a:close/>
                <a:moveTo>
                  <a:pt x="46" y="4130"/>
                </a:moveTo>
                <a:cubicBezTo>
                  <a:pt x="21" y="4130"/>
                  <a:pt x="0" y="4151"/>
                  <a:pt x="0" y="4176"/>
                </a:cubicBezTo>
                <a:cubicBezTo>
                  <a:pt x="0" y="4202"/>
                  <a:pt x="21" y="4222"/>
                  <a:pt x="46" y="4222"/>
                </a:cubicBezTo>
                <a:lnTo>
                  <a:pt x="599" y="4222"/>
                </a:lnTo>
                <a:cubicBezTo>
                  <a:pt x="624" y="4222"/>
                  <a:pt x="645" y="4202"/>
                  <a:pt x="645" y="4176"/>
                </a:cubicBezTo>
                <a:cubicBezTo>
                  <a:pt x="645" y="4151"/>
                  <a:pt x="624" y="4130"/>
                  <a:pt x="599" y="4130"/>
                </a:cubicBezTo>
                <a:close/>
                <a:moveTo>
                  <a:pt x="1153" y="4130"/>
                </a:moveTo>
                <a:cubicBezTo>
                  <a:pt x="1128" y="4130"/>
                  <a:pt x="1107" y="4151"/>
                  <a:pt x="1107" y="4176"/>
                </a:cubicBezTo>
                <a:cubicBezTo>
                  <a:pt x="1107" y="4202"/>
                  <a:pt x="1128" y="4222"/>
                  <a:pt x="1153" y="4222"/>
                </a:cubicBezTo>
                <a:lnTo>
                  <a:pt x="1706" y="4222"/>
                </a:lnTo>
                <a:cubicBezTo>
                  <a:pt x="1730" y="4222"/>
                  <a:pt x="1752" y="4202"/>
                  <a:pt x="1752" y="4176"/>
                </a:cubicBezTo>
                <a:cubicBezTo>
                  <a:pt x="1752" y="4151"/>
                  <a:pt x="1732" y="4130"/>
                  <a:pt x="1706" y="4130"/>
                </a:cubicBezTo>
                <a:close/>
                <a:moveTo>
                  <a:pt x="2259" y="4130"/>
                </a:moveTo>
                <a:cubicBezTo>
                  <a:pt x="2233" y="4130"/>
                  <a:pt x="2212" y="4151"/>
                  <a:pt x="2212" y="4176"/>
                </a:cubicBezTo>
                <a:cubicBezTo>
                  <a:pt x="2212" y="4202"/>
                  <a:pt x="2233" y="4222"/>
                  <a:pt x="2259" y="4222"/>
                </a:cubicBezTo>
                <a:lnTo>
                  <a:pt x="2811" y="4222"/>
                </a:lnTo>
                <a:cubicBezTo>
                  <a:pt x="2837" y="4222"/>
                  <a:pt x="2857" y="4202"/>
                  <a:pt x="2857" y="4176"/>
                </a:cubicBezTo>
                <a:cubicBezTo>
                  <a:pt x="2857" y="4151"/>
                  <a:pt x="2837" y="4130"/>
                  <a:pt x="2811" y="413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5" name="Google Shape;1645;p19"/>
          <p:cNvSpPr/>
          <p:nvPr/>
        </p:nvSpPr>
        <p:spPr>
          <a:xfrm>
            <a:off x="6465113" y="3964052"/>
            <a:ext cx="44132" cy="61441"/>
          </a:xfrm>
          <a:custGeom>
            <a:avLst/>
            <a:gdLst/>
            <a:ahLst/>
            <a:cxnLst/>
            <a:rect l="l" t="t" r="r" b="b"/>
            <a:pathLst>
              <a:path w="334" h="465" extrusionOk="0">
                <a:moveTo>
                  <a:pt x="78" y="1"/>
                </a:moveTo>
                <a:cubicBezTo>
                  <a:pt x="66" y="1"/>
                  <a:pt x="55" y="5"/>
                  <a:pt x="47" y="12"/>
                </a:cubicBezTo>
                <a:cubicBezTo>
                  <a:pt x="28" y="31"/>
                  <a:pt x="28" y="61"/>
                  <a:pt x="44" y="78"/>
                </a:cubicBezTo>
                <a:lnTo>
                  <a:pt x="197" y="243"/>
                </a:lnTo>
                <a:lnTo>
                  <a:pt x="22" y="384"/>
                </a:lnTo>
                <a:cubicBezTo>
                  <a:pt x="3" y="399"/>
                  <a:pt x="1" y="429"/>
                  <a:pt x="16" y="447"/>
                </a:cubicBezTo>
                <a:cubicBezTo>
                  <a:pt x="26" y="458"/>
                  <a:pt x="39" y="465"/>
                  <a:pt x="52" y="465"/>
                </a:cubicBezTo>
                <a:cubicBezTo>
                  <a:pt x="62" y="465"/>
                  <a:pt x="73" y="462"/>
                  <a:pt x="82" y="456"/>
                </a:cubicBezTo>
                <a:lnTo>
                  <a:pt x="334" y="252"/>
                </a:lnTo>
                <a:lnTo>
                  <a:pt x="113" y="16"/>
                </a:lnTo>
                <a:cubicBezTo>
                  <a:pt x="103" y="5"/>
                  <a:pt x="90" y="1"/>
                  <a:pt x="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6" name="Google Shape;1646;p19"/>
          <p:cNvSpPr/>
          <p:nvPr/>
        </p:nvSpPr>
        <p:spPr>
          <a:xfrm>
            <a:off x="6292679" y="3277886"/>
            <a:ext cx="138080" cy="643093"/>
          </a:xfrm>
          <a:custGeom>
            <a:avLst/>
            <a:gdLst/>
            <a:ahLst/>
            <a:cxnLst/>
            <a:rect l="l" t="t" r="r" b="b"/>
            <a:pathLst>
              <a:path w="1045" h="4867" extrusionOk="0">
                <a:moveTo>
                  <a:pt x="46" y="1"/>
                </a:moveTo>
                <a:cubicBezTo>
                  <a:pt x="21" y="1"/>
                  <a:pt x="0" y="21"/>
                  <a:pt x="0" y="47"/>
                </a:cubicBezTo>
                <a:lnTo>
                  <a:pt x="0" y="619"/>
                </a:lnTo>
                <a:cubicBezTo>
                  <a:pt x="0" y="644"/>
                  <a:pt x="21" y="665"/>
                  <a:pt x="46" y="665"/>
                </a:cubicBezTo>
                <a:cubicBezTo>
                  <a:pt x="70" y="665"/>
                  <a:pt x="90" y="644"/>
                  <a:pt x="92" y="619"/>
                </a:cubicBezTo>
                <a:lnTo>
                  <a:pt x="92" y="47"/>
                </a:lnTo>
                <a:cubicBezTo>
                  <a:pt x="92" y="21"/>
                  <a:pt x="72" y="1"/>
                  <a:pt x="46" y="1"/>
                </a:cubicBezTo>
                <a:close/>
                <a:moveTo>
                  <a:pt x="46" y="1145"/>
                </a:moveTo>
                <a:cubicBezTo>
                  <a:pt x="21" y="1145"/>
                  <a:pt x="0" y="1166"/>
                  <a:pt x="0" y="1192"/>
                </a:cubicBezTo>
                <a:lnTo>
                  <a:pt x="0" y="1762"/>
                </a:lnTo>
                <a:cubicBezTo>
                  <a:pt x="0" y="1788"/>
                  <a:pt x="21" y="1809"/>
                  <a:pt x="46" y="1809"/>
                </a:cubicBezTo>
                <a:cubicBezTo>
                  <a:pt x="70" y="1809"/>
                  <a:pt x="90" y="1788"/>
                  <a:pt x="92" y="1762"/>
                </a:cubicBezTo>
                <a:lnTo>
                  <a:pt x="92" y="1192"/>
                </a:lnTo>
                <a:cubicBezTo>
                  <a:pt x="92" y="1166"/>
                  <a:pt x="72" y="1145"/>
                  <a:pt x="46" y="1145"/>
                </a:cubicBezTo>
                <a:close/>
                <a:moveTo>
                  <a:pt x="46" y="2288"/>
                </a:moveTo>
                <a:cubicBezTo>
                  <a:pt x="21" y="2288"/>
                  <a:pt x="0" y="2309"/>
                  <a:pt x="0" y="2334"/>
                </a:cubicBezTo>
                <a:lnTo>
                  <a:pt x="0" y="2906"/>
                </a:lnTo>
                <a:cubicBezTo>
                  <a:pt x="0" y="2932"/>
                  <a:pt x="21" y="2952"/>
                  <a:pt x="46" y="2952"/>
                </a:cubicBezTo>
                <a:cubicBezTo>
                  <a:pt x="70" y="2952"/>
                  <a:pt x="90" y="2932"/>
                  <a:pt x="92" y="2906"/>
                </a:cubicBezTo>
                <a:lnTo>
                  <a:pt x="92" y="2334"/>
                </a:lnTo>
                <a:cubicBezTo>
                  <a:pt x="92" y="2309"/>
                  <a:pt x="72" y="2288"/>
                  <a:pt x="46" y="2288"/>
                </a:cubicBezTo>
                <a:close/>
                <a:moveTo>
                  <a:pt x="46" y="3433"/>
                </a:moveTo>
                <a:cubicBezTo>
                  <a:pt x="21" y="3433"/>
                  <a:pt x="0" y="3454"/>
                  <a:pt x="0" y="3479"/>
                </a:cubicBezTo>
                <a:lnTo>
                  <a:pt x="0" y="3826"/>
                </a:lnTo>
                <a:lnTo>
                  <a:pt x="177" y="4018"/>
                </a:lnTo>
                <a:cubicBezTo>
                  <a:pt x="187" y="4027"/>
                  <a:pt x="198" y="4032"/>
                  <a:pt x="211" y="4032"/>
                </a:cubicBezTo>
                <a:cubicBezTo>
                  <a:pt x="222" y="4032"/>
                  <a:pt x="234" y="4028"/>
                  <a:pt x="243" y="4021"/>
                </a:cubicBezTo>
                <a:cubicBezTo>
                  <a:pt x="262" y="4002"/>
                  <a:pt x="262" y="3973"/>
                  <a:pt x="246" y="3955"/>
                </a:cubicBezTo>
                <a:lnTo>
                  <a:pt x="92" y="3790"/>
                </a:lnTo>
                <a:lnTo>
                  <a:pt x="92" y="3479"/>
                </a:lnTo>
                <a:cubicBezTo>
                  <a:pt x="92" y="3454"/>
                  <a:pt x="72" y="3433"/>
                  <a:pt x="46" y="3433"/>
                </a:cubicBezTo>
                <a:close/>
                <a:moveTo>
                  <a:pt x="603" y="4358"/>
                </a:moveTo>
                <a:cubicBezTo>
                  <a:pt x="592" y="4358"/>
                  <a:pt x="580" y="4362"/>
                  <a:pt x="571" y="4370"/>
                </a:cubicBezTo>
                <a:cubicBezTo>
                  <a:pt x="553" y="4387"/>
                  <a:pt x="553" y="4417"/>
                  <a:pt x="569" y="4435"/>
                </a:cubicBezTo>
                <a:lnTo>
                  <a:pt x="959" y="4852"/>
                </a:lnTo>
                <a:cubicBezTo>
                  <a:pt x="968" y="4862"/>
                  <a:pt x="980" y="4867"/>
                  <a:pt x="993" y="4867"/>
                </a:cubicBezTo>
                <a:cubicBezTo>
                  <a:pt x="1004" y="4867"/>
                  <a:pt x="1015" y="4863"/>
                  <a:pt x="1025" y="4856"/>
                </a:cubicBezTo>
                <a:cubicBezTo>
                  <a:pt x="1044" y="4837"/>
                  <a:pt x="1044" y="4808"/>
                  <a:pt x="1027" y="4790"/>
                </a:cubicBezTo>
                <a:lnTo>
                  <a:pt x="637" y="4372"/>
                </a:lnTo>
                <a:cubicBezTo>
                  <a:pt x="628" y="4362"/>
                  <a:pt x="616" y="4358"/>
                  <a:pt x="603" y="435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7" name="Google Shape;1647;p19"/>
          <p:cNvSpPr/>
          <p:nvPr/>
        </p:nvSpPr>
        <p:spPr>
          <a:xfrm>
            <a:off x="6292679" y="3165838"/>
            <a:ext cx="48493" cy="48625"/>
          </a:xfrm>
          <a:custGeom>
            <a:avLst/>
            <a:gdLst/>
            <a:ahLst/>
            <a:cxnLst/>
            <a:rect l="l" t="t" r="r" b="b"/>
            <a:pathLst>
              <a:path w="367" h="368" extrusionOk="0">
                <a:moveTo>
                  <a:pt x="0" y="0"/>
                </a:moveTo>
                <a:lnTo>
                  <a:pt x="0" y="322"/>
                </a:lnTo>
                <a:cubicBezTo>
                  <a:pt x="0" y="347"/>
                  <a:pt x="21" y="368"/>
                  <a:pt x="46" y="368"/>
                </a:cubicBezTo>
                <a:cubicBezTo>
                  <a:pt x="70" y="368"/>
                  <a:pt x="90" y="347"/>
                  <a:pt x="92" y="322"/>
                </a:cubicBezTo>
                <a:lnTo>
                  <a:pt x="92" y="92"/>
                </a:lnTo>
                <a:lnTo>
                  <a:pt x="321" y="92"/>
                </a:lnTo>
                <a:cubicBezTo>
                  <a:pt x="346" y="92"/>
                  <a:pt x="367" y="72"/>
                  <a:pt x="367" y="46"/>
                </a:cubicBezTo>
                <a:cubicBezTo>
                  <a:pt x="367" y="21"/>
                  <a:pt x="346" y="0"/>
                  <a:pt x="3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8" name="Google Shape;1648;p19"/>
          <p:cNvSpPr/>
          <p:nvPr/>
        </p:nvSpPr>
        <p:spPr>
          <a:xfrm>
            <a:off x="6401820" y="3165969"/>
            <a:ext cx="377373" cy="12288"/>
          </a:xfrm>
          <a:custGeom>
            <a:avLst/>
            <a:gdLst/>
            <a:ahLst/>
            <a:cxnLst/>
            <a:rect l="l" t="t" r="r" b="b"/>
            <a:pathLst>
              <a:path w="2856" h="93" extrusionOk="0">
                <a:moveTo>
                  <a:pt x="46" y="0"/>
                </a:moveTo>
                <a:cubicBezTo>
                  <a:pt x="21" y="0"/>
                  <a:pt x="0" y="21"/>
                  <a:pt x="0" y="46"/>
                </a:cubicBezTo>
                <a:cubicBezTo>
                  <a:pt x="0" y="72"/>
                  <a:pt x="21" y="92"/>
                  <a:pt x="46" y="92"/>
                </a:cubicBezTo>
                <a:lnTo>
                  <a:pt x="599" y="92"/>
                </a:lnTo>
                <a:cubicBezTo>
                  <a:pt x="624" y="92"/>
                  <a:pt x="645" y="72"/>
                  <a:pt x="645" y="46"/>
                </a:cubicBezTo>
                <a:cubicBezTo>
                  <a:pt x="645" y="21"/>
                  <a:pt x="624" y="0"/>
                  <a:pt x="599" y="0"/>
                </a:cubicBezTo>
                <a:close/>
                <a:moveTo>
                  <a:pt x="1152" y="0"/>
                </a:moveTo>
                <a:cubicBezTo>
                  <a:pt x="1127" y="0"/>
                  <a:pt x="1106" y="21"/>
                  <a:pt x="1106" y="46"/>
                </a:cubicBezTo>
                <a:cubicBezTo>
                  <a:pt x="1106" y="72"/>
                  <a:pt x="1127" y="92"/>
                  <a:pt x="1152" y="92"/>
                </a:cubicBezTo>
                <a:lnTo>
                  <a:pt x="1705" y="92"/>
                </a:lnTo>
                <a:cubicBezTo>
                  <a:pt x="1729" y="92"/>
                  <a:pt x="1750" y="72"/>
                  <a:pt x="1751" y="46"/>
                </a:cubicBezTo>
                <a:cubicBezTo>
                  <a:pt x="1751" y="21"/>
                  <a:pt x="1730" y="0"/>
                  <a:pt x="1705" y="0"/>
                </a:cubicBezTo>
                <a:close/>
                <a:moveTo>
                  <a:pt x="2257" y="0"/>
                </a:moveTo>
                <a:cubicBezTo>
                  <a:pt x="2232" y="0"/>
                  <a:pt x="2211" y="21"/>
                  <a:pt x="2211" y="46"/>
                </a:cubicBezTo>
                <a:cubicBezTo>
                  <a:pt x="2211" y="72"/>
                  <a:pt x="2232" y="92"/>
                  <a:pt x="2257" y="92"/>
                </a:cubicBezTo>
                <a:lnTo>
                  <a:pt x="2810" y="92"/>
                </a:lnTo>
                <a:cubicBezTo>
                  <a:pt x="2835" y="92"/>
                  <a:pt x="2856" y="72"/>
                  <a:pt x="2856" y="46"/>
                </a:cubicBezTo>
                <a:cubicBezTo>
                  <a:pt x="2856" y="21"/>
                  <a:pt x="2835" y="0"/>
                  <a:pt x="28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49" name="Google Shape;1649;p19"/>
          <p:cNvSpPr/>
          <p:nvPr/>
        </p:nvSpPr>
        <p:spPr>
          <a:xfrm>
            <a:off x="6839973" y="3165969"/>
            <a:ext cx="48625" cy="12288"/>
          </a:xfrm>
          <a:custGeom>
            <a:avLst/>
            <a:gdLst/>
            <a:ahLst/>
            <a:cxnLst/>
            <a:rect l="l" t="t" r="r" b="b"/>
            <a:pathLst>
              <a:path w="368" h="93" extrusionOk="0">
                <a:moveTo>
                  <a:pt x="46" y="0"/>
                </a:moveTo>
                <a:cubicBezTo>
                  <a:pt x="21" y="0"/>
                  <a:pt x="0" y="21"/>
                  <a:pt x="0" y="46"/>
                </a:cubicBezTo>
                <a:cubicBezTo>
                  <a:pt x="0" y="72"/>
                  <a:pt x="21" y="92"/>
                  <a:pt x="46" y="92"/>
                </a:cubicBezTo>
                <a:lnTo>
                  <a:pt x="322" y="92"/>
                </a:lnTo>
                <a:cubicBezTo>
                  <a:pt x="346" y="92"/>
                  <a:pt x="367" y="72"/>
                  <a:pt x="368" y="46"/>
                </a:cubicBezTo>
                <a:cubicBezTo>
                  <a:pt x="368" y="21"/>
                  <a:pt x="347" y="0"/>
                  <a:pt x="32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0" name="Google Shape;1650;p19"/>
          <p:cNvSpPr/>
          <p:nvPr/>
        </p:nvSpPr>
        <p:spPr>
          <a:xfrm>
            <a:off x="6915684" y="3143903"/>
            <a:ext cx="60253" cy="60253"/>
          </a:xfrm>
          <a:custGeom>
            <a:avLst/>
            <a:gdLst/>
            <a:ahLst/>
            <a:cxnLst/>
            <a:rect l="l" t="t" r="r" b="b"/>
            <a:pathLst>
              <a:path w="456" h="456" extrusionOk="0">
                <a:moveTo>
                  <a:pt x="228" y="1"/>
                </a:moveTo>
                <a:cubicBezTo>
                  <a:pt x="103" y="1"/>
                  <a:pt x="0" y="102"/>
                  <a:pt x="0" y="228"/>
                </a:cubicBezTo>
                <a:cubicBezTo>
                  <a:pt x="0" y="354"/>
                  <a:pt x="103" y="456"/>
                  <a:pt x="228" y="456"/>
                </a:cubicBezTo>
                <a:cubicBezTo>
                  <a:pt x="354" y="456"/>
                  <a:pt x="456" y="354"/>
                  <a:pt x="456" y="228"/>
                </a:cubicBezTo>
                <a:cubicBezTo>
                  <a:pt x="456" y="102"/>
                  <a:pt x="354" y="1"/>
                  <a:pt x="228" y="1"/>
                </a:cubicBezTo>
                <a:close/>
              </a:path>
            </a:pathLst>
          </a:custGeom>
          <a:solidFill>
            <a:srgbClr val="F4754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1" name="Google Shape;1651;p19"/>
          <p:cNvSpPr/>
          <p:nvPr/>
        </p:nvSpPr>
        <p:spPr>
          <a:xfrm>
            <a:off x="7112694" y="4617049"/>
            <a:ext cx="1127757" cy="551128"/>
          </a:xfrm>
          <a:custGeom>
            <a:avLst/>
            <a:gdLst/>
            <a:ahLst/>
            <a:cxnLst/>
            <a:rect l="l" t="t" r="r" b="b"/>
            <a:pathLst>
              <a:path w="8535" h="4171" extrusionOk="0">
                <a:moveTo>
                  <a:pt x="1618" y="0"/>
                </a:moveTo>
                <a:cubicBezTo>
                  <a:pt x="724" y="0"/>
                  <a:pt x="0" y="724"/>
                  <a:pt x="0" y="1618"/>
                </a:cubicBezTo>
                <a:cubicBezTo>
                  <a:pt x="0" y="2373"/>
                  <a:pt x="517" y="3005"/>
                  <a:pt x="1215" y="3184"/>
                </a:cubicBezTo>
                <a:lnTo>
                  <a:pt x="1215" y="4171"/>
                </a:lnTo>
                <a:lnTo>
                  <a:pt x="2151" y="3235"/>
                </a:lnTo>
                <a:lnTo>
                  <a:pt x="6917" y="3235"/>
                </a:lnTo>
                <a:cubicBezTo>
                  <a:pt x="7809" y="3235"/>
                  <a:pt x="8534" y="2511"/>
                  <a:pt x="8534" y="1617"/>
                </a:cubicBezTo>
                <a:cubicBezTo>
                  <a:pt x="8534" y="726"/>
                  <a:pt x="7810" y="0"/>
                  <a:pt x="69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2" name="Google Shape;1652;p19"/>
          <p:cNvSpPr/>
          <p:nvPr/>
        </p:nvSpPr>
        <p:spPr>
          <a:xfrm>
            <a:off x="6923084" y="2554460"/>
            <a:ext cx="1127891" cy="551128"/>
          </a:xfrm>
          <a:custGeom>
            <a:avLst/>
            <a:gdLst/>
            <a:ahLst/>
            <a:cxnLst/>
            <a:rect l="l" t="t" r="r" b="b"/>
            <a:pathLst>
              <a:path w="8536" h="4171" extrusionOk="0">
                <a:moveTo>
                  <a:pt x="1619" y="0"/>
                </a:moveTo>
                <a:cubicBezTo>
                  <a:pt x="726" y="0"/>
                  <a:pt x="1" y="724"/>
                  <a:pt x="1" y="1618"/>
                </a:cubicBezTo>
                <a:cubicBezTo>
                  <a:pt x="1" y="2372"/>
                  <a:pt x="517" y="3006"/>
                  <a:pt x="1216" y="3185"/>
                </a:cubicBezTo>
                <a:lnTo>
                  <a:pt x="1216" y="4171"/>
                </a:lnTo>
                <a:lnTo>
                  <a:pt x="2152" y="3235"/>
                </a:lnTo>
                <a:lnTo>
                  <a:pt x="6917" y="3235"/>
                </a:lnTo>
                <a:cubicBezTo>
                  <a:pt x="7811" y="3235"/>
                  <a:pt x="8536" y="2510"/>
                  <a:pt x="8536" y="1616"/>
                </a:cubicBezTo>
                <a:cubicBezTo>
                  <a:pt x="8536" y="724"/>
                  <a:pt x="7811" y="0"/>
                  <a:pt x="69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3" name="Google Shape;1653;p19"/>
          <p:cNvSpPr/>
          <p:nvPr/>
        </p:nvSpPr>
        <p:spPr>
          <a:xfrm>
            <a:off x="6661858" y="5015562"/>
            <a:ext cx="151028" cy="227401"/>
          </a:xfrm>
          <a:custGeom>
            <a:avLst/>
            <a:gdLst/>
            <a:ahLst/>
            <a:cxnLst/>
            <a:rect l="l" t="t" r="r" b="b"/>
            <a:pathLst>
              <a:path w="1143" h="1721" extrusionOk="0">
                <a:moveTo>
                  <a:pt x="263" y="1"/>
                </a:moveTo>
                <a:lnTo>
                  <a:pt x="263" y="1083"/>
                </a:lnTo>
                <a:lnTo>
                  <a:pt x="1" y="1083"/>
                </a:lnTo>
                <a:lnTo>
                  <a:pt x="286" y="1401"/>
                </a:lnTo>
                <a:lnTo>
                  <a:pt x="571" y="1721"/>
                </a:lnTo>
                <a:lnTo>
                  <a:pt x="857" y="1401"/>
                </a:lnTo>
                <a:lnTo>
                  <a:pt x="1143" y="1083"/>
                </a:lnTo>
                <a:lnTo>
                  <a:pt x="880" y="1083"/>
                </a:lnTo>
                <a:lnTo>
                  <a:pt x="88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4" name="Google Shape;1654;p19"/>
          <p:cNvSpPr/>
          <p:nvPr/>
        </p:nvSpPr>
        <p:spPr>
          <a:xfrm>
            <a:off x="6641510" y="5006576"/>
            <a:ext cx="191725" cy="249864"/>
          </a:xfrm>
          <a:custGeom>
            <a:avLst/>
            <a:gdLst/>
            <a:ahLst/>
            <a:cxnLst/>
            <a:rect l="l" t="t" r="r" b="b"/>
            <a:pathLst>
              <a:path w="1451" h="1891" extrusionOk="0">
                <a:moveTo>
                  <a:pt x="964" y="137"/>
                </a:moveTo>
                <a:lnTo>
                  <a:pt x="964" y="1220"/>
                </a:lnTo>
                <a:lnTo>
                  <a:pt x="1142" y="1220"/>
                </a:lnTo>
                <a:lnTo>
                  <a:pt x="725" y="1684"/>
                </a:lnTo>
                <a:lnTo>
                  <a:pt x="491" y="1423"/>
                </a:lnTo>
                <a:lnTo>
                  <a:pt x="307" y="1220"/>
                </a:lnTo>
                <a:lnTo>
                  <a:pt x="484" y="1220"/>
                </a:lnTo>
                <a:lnTo>
                  <a:pt x="484" y="137"/>
                </a:lnTo>
                <a:close/>
                <a:moveTo>
                  <a:pt x="348" y="0"/>
                </a:moveTo>
                <a:lnTo>
                  <a:pt x="348" y="1084"/>
                </a:lnTo>
                <a:lnTo>
                  <a:pt x="0" y="1084"/>
                </a:lnTo>
                <a:lnTo>
                  <a:pt x="725" y="1891"/>
                </a:lnTo>
                <a:lnTo>
                  <a:pt x="1450" y="1084"/>
                </a:lnTo>
                <a:lnTo>
                  <a:pt x="1102" y="1084"/>
                </a:lnTo>
                <a:lnTo>
                  <a:pt x="110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5" name="Google Shape;1655;p19"/>
          <p:cNvSpPr/>
          <p:nvPr/>
        </p:nvSpPr>
        <p:spPr>
          <a:xfrm>
            <a:off x="5336569" y="2986798"/>
            <a:ext cx="211545" cy="274705"/>
          </a:xfrm>
          <a:custGeom>
            <a:avLst/>
            <a:gdLst/>
            <a:ahLst/>
            <a:cxnLst/>
            <a:rect l="l" t="t" r="r" b="b"/>
            <a:pathLst>
              <a:path w="1601" h="2079" extrusionOk="0">
                <a:moveTo>
                  <a:pt x="81" y="1"/>
                </a:moveTo>
                <a:cubicBezTo>
                  <a:pt x="36" y="1"/>
                  <a:pt x="0" y="36"/>
                  <a:pt x="0" y="81"/>
                </a:cubicBezTo>
                <a:lnTo>
                  <a:pt x="0" y="290"/>
                </a:lnTo>
                <a:lnTo>
                  <a:pt x="0" y="1868"/>
                </a:lnTo>
                <a:cubicBezTo>
                  <a:pt x="8" y="1897"/>
                  <a:pt x="28" y="1978"/>
                  <a:pt x="46" y="2052"/>
                </a:cubicBezTo>
                <a:cubicBezTo>
                  <a:pt x="51" y="2070"/>
                  <a:pt x="66" y="2079"/>
                  <a:pt x="81" y="2079"/>
                </a:cubicBezTo>
                <a:cubicBezTo>
                  <a:pt x="96" y="2079"/>
                  <a:pt x="111" y="2070"/>
                  <a:pt x="116" y="2052"/>
                </a:cubicBezTo>
                <a:cubicBezTo>
                  <a:pt x="135" y="1978"/>
                  <a:pt x="156" y="1897"/>
                  <a:pt x="162" y="1868"/>
                </a:cubicBezTo>
                <a:lnTo>
                  <a:pt x="162" y="955"/>
                </a:lnTo>
                <a:lnTo>
                  <a:pt x="1530" y="955"/>
                </a:lnTo>
                <a:cubicBezTo>
                  <a:pt x="1574" y="955"/>
                  <a:pt x="1601" y="906"/>
                  <a:pt x="1578" y="869"/>
                </a:cubicBezTo>
                <a:lnTo>
                  <a:pt x="1410" y="606"/>
                </a:lnTo>
                <a:cubicBezTo>
                  <a:pt x="1399" y="588"/>
                  <a:pt x="1399" y="565"/>
                  <a:pt x="1410" y="546"/>
                </a:cubicBezTo>
                <a:lnTo>
                  <a:pt x="1578" y="282"/>
                </a:lnTo>
                <a:cubicBezTo>
                  <a:pt x="1601" y="245"/>
                  <a:pt x="1575" y="196"/>
                  <a:pt x="1530" y="196"/>
                </a:cubicBezTo>
                <a:lnTo>
                  <a:pt x="162" y="196"/>
                </a:lnTo>
                <a:lnTo>
                  <a:pt x="162" y="81"/>
                </a:lnTo>
                <a:cubicBezTo>
                  <a:pt x="162" y="36"/>
                  <a:pt x="126" y="1"/>
                  <a:pt x="8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6" name="Google Shape;1656;p19"/>
          <p:cNvSpPr/>
          <p:nvPr/>
        </p:nvSpPr>
        <p:spPr>
          <a:xfrm>
            <a:off x="6845654" y="3037273"/>
            <a:ext cx="224231" cy="213263"/>
          </a:xfrm>
          <a:custGeom>
            <a:avLst/>
            <a:gdLst/>
            <a:ahLst/>
            <a:cxnLst/>
            <a:rect l="l" t="t" r="r" b="b"/>
            <a:pathLst>
              <a:path w="1697" h="1614" extrusionOk="0">
                <a:moveTo>
                  <a:pt x="847" y="0"/>
                </a:moveTo>
                <a:lnTo>
                  <a:pt x="585" y="531"/>
                </a:lnTo>
                <a:lnTo>
                  <a:pt x="0" y="616"/>
                </a:lnTo>
                <a:lnTo>
                  <a:pt x="423" y="1030"/>
                </a:lnTo>
                <a:lnTo>
                  <a:pt x="324" y="1614"/>
                </a:lnTo>
                <a:lnTo>
                  <a:pt x="847" y="1338"/>
                </a:lnTo>
                <a:lnTo>
                  <a:pt x="1372" y="1614"/>
                </a:lnTo>
                <a:lnTo>
                  <a:pt x="1272" y="1030"/>
                </a:lnTo>
                <a:lnTo>
                  <a:pt x="1697" y="616"/>
                </a:lnTo>
                <a:lnTo>
                  <a:pt x="1110" y="531"/>
                </a:lnTo>
                <a:lnTo>
                  <a:pt x="84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7" name="Google Shape;1657;p19"/>
          <p:cNvSpPr/>
          <p:nvPr/>
        </p:nvSpPr>
        <p:spPr>
          <a:xfrm>
            <a:off x="6979900" y="3762020"/>
            <a:ext cx="190008" cy="259113"/>
          </a:xfrm>
          <a:custGeom>
            <a:avLst/>
            <a:gdLst/>
            <a:ahLst/>
            <a:cxnLst/>
            <a:rect l="l" t="t" r="r" b="b"/>
            <a:pathLst>
              <a:path w="1438" h="1961" extrusionOk="0">
                <a:moveTo>
                  <a:pt x="720" y="1"/>
                </a:moveTo>
                <a:lnTo>
                  <a:pt x="192" y="916"/>
                </a:lnTo>
                <a:lnTo>
                  <a:pt x="456" y="916"/>
                </a:lnTo>
                <a:lnTo>
                  <a:pt x="0" y="1703"/>
                </a:lnTo>
                <a:lnTo>
                  <a:pt x="493" y="1703"/>
                </a:lnTo>
                <a:lnTo>
                  <a:pt x="493" y="1961"/>
                </a:lnTo>
                <a:lnTo>
                  <a:pt x="946" y="1961"/>
                </a:lnTo>
                <a:lnTo>
                  <a:pt x="946" y="1703"/>
                </a:lnTo>
                <a:lnTo>
                  <a:pt x="1438" y="1703"/>
                </a:lnTo>
                <a:lnTo>
                  <a:pt x="985" y="916"/>
                </a:lnTo>
                <a:lnTo>
                  <a:pt x="1249" y="916"/>
                </a:lnTo>
                <a:lnTo>
                  <a:pt x="7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8" name="Google Shape;1658;p19"/>
          <p:cNvSpPr/>
          <p:nvPr/>
        </p:nvSpPr>
        <p:spPr>
          <a:xfrm>
            <a:off x="7238485" y="3762020"/>
            <a:ext cx="190140" cy="259113"/>
          </a:xfrm>
          <a:custGeom>
            <a:avLst/>
            <a:gdLst/>
            <a:ahLst/>
            <a:cxnLst/>
            <a:rect l="l" t="t" r="r" b="b"/>
            <a:pathLst>
              <a:path w="1439" h="1961" extrusionOk="0">
                <a:moveTo>
                  <a:pt x="719" y="1"/>
                </a:moveTo>
                <a:lnTo>
                  <a:pt x="190" y="916"/>
                </a:lnTo>
                <a:lnTo>
                  <a:pt x="455" y="916"/>
                </a:lnTo>
                <a:lnTo>
                  <a:pt x="1" y="1703"/>
                </a:lnTo>
                <a:lnTo>
                  <a:pt x="493" y="1703"/>
                </a:lnTo>
                <a:lnTo>
                  <a:pt x="493" y="1961"/>
                </a:lnTo>
                <a:lnTo>
                  <a:pt x="946" y="1961"/>
                </a:lnTo>
                <a:lnTo>
                  <a:pt x="946" y="1703"/>
                </a:lnTo>
                <a:lnTo>
                  <a:pt x="1438" y="1703"/>
                </a:lnTo>
                <a:lnTo>
                  <a:pt x="984" y="916"/>
                </a:lnTo>
                <a:lnTo>
                  <a:pt x="1248" y="916"/>
                </a:lnTo>
                <a:lnTo>
                  <a:pt x="7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59" name="Google Shape;1659;p19"/>
          <p:cNvSpPr/>
          <p:nvPr/>
        </p:nvSpPr>
        <p:spPr>
          <a:xfrm>
            <a:off x="6874328" y="3791485"/>
            <a:ext cx="132529" cy="180627"/>
          </a:xfrm>
          <a:custGeom>
            <a:avLst/>
            <a:gdLst/>
            <a:ahLst/>
            <a:cxnLst/>
            <a:rect l="l" t="t" r="r" b="b"/>
            <a:pathLst>
              <a:path w="1003" h="1367" extrusionOk="0">
                <a:moveTo>
                  <a:pt x="502" y="1"/>
                </a:moveTo>
                <a:lnTo>
                  <a:pt x="133" y="638"/>
                </a:lnTo>
                <a:lnTo>
                  <a:pt x="317" y="638"/>
                </a:lnTo>
                <a:lnTo>
                  <a:pt x="0" y="1188"/>
                </a:lnTo>
                <a:lnTo>
                  <a:pt x="344" y="1188"/>
                </a:lnTo>
                <a:lnTo>
                  <a:pt x="344" y="1367"/>
                </a:lnTo>
                <a:lnTo>
                  <a:pt x="660" y="1367"/>
                </a:lnTo>
                <a:lnTo>
                  <a:pt x="660" y="1188"/>
                </a:lnTo>
                <a:lnTo>
                  <a:pt x="1003" y="1188"/>
                </a:lnTo>
                <a:lnTo>
                  <a:pt x="686" y="638"/>
                </a:lnTo>
                <a:lnTo>
                  <a:pt x="870" y="638"/>
                </a:lnTo>
                <a:lnTo>
                  <a:pt x="5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0" name="Google Shape;1660;p19"/>
          <p:cNvSpPr/>
          <p:nvPr/>
        </p:nvSpPr>
        <p:spPr>
          <a:xfrm>
            <a:off x="7137931" y="3791485"/>
            <a:ext cx="132661" cy="180627"/>
          </a:xfrm>
          <a:custGeom>
            <a:avLst/>
            <a:gdLst/>
            <a:ahLst/>
            <a:cxnLst/>
            <a:rect l="l" t="t" r="r" b="b"/>
            <a:pathLst>
              <a:path w="1004" h="1367" extrusionOk="0">
                <a:moveTo>
                  <a:pt x="502" y="1"/>
                </a:moveTo>
                <a:lnTo>
                  <a:pt x="133" y="638"/>
                </a:lnTo>
                <a:lnTo>
                  <a:pt x="318" y="638"/>
                </a:lnTo>
                <a:lnTo>
                  <a:pt x="0" y="1188"/>
                </a:lnTo>
                <a:lnTo>
                  <a:pt x="344" y="1188"/>
                </a:lnTo>
                <a:lnTo>
                  <a:pt x="344" y="1367"/>
                </a:lnTo>
                <a:lnTo>
                  <a:pt x="660" y="1367"/>
                </a:lnTo>
                <a:lnTo>
                  <a:pt x="660" y="1188"/>
                </a:lnTo>
                <a:lnTo>
                  <a:pt x="1003" y="1188"/>
                </a:lnTo>
                <a:lnTo>
                  <a:pt x="686" y="638"/>
                </a:lnTo>
                <a:lnTo>
                  <a:pt x="870" y="638"/>
                </a:lnTo>
                <a:lnTo>
                  <a:pt x="5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1" name="Google Shape;1661;p19"/>
          <p:cNvSpPr/>
          <p:nvPr/>
        </p:nvSpPr>
        <p:spPr>
          <a:xfrm>
            <a:off x="7401536" y="3791485"/>
            <a:ext cx="132661" cy="180627"/>
          </a:xfrm>
          <a:custGeom>
            <a:avLst/>
            <a:gdLst/>
            <a:ahLst/>
            <a:cxnLst/>
            <a:rect l="l" t="t" r="r" b="b"/>
            <a:pathLst>
              <a:path w="1004" h="1367" extrusionOk="0">
                <a:moveTo>
                  <a:pt x="502" y="1"/>
                </a:moveTo>
                <a:lnTo>
                  <a:pt x="134" y="638"/>
                </a:lnTo>
                <a:lnTo>
                  <a:pt x="318" y="638"/>
                </a:lnTo>
                <a:lnTo>
                  <a:pt x="1" y="1188"/>
                </a:lnTo>
                <a:lnTo>
                  <a:pt x="344" y="1188"/>
                </a:lnTo>
                <a:lnTo>
                  <a:pt x="344" y="1367"/>
                </a:lnTo>
                <a:lnTo>
                  <a:pt x="661" y="1367"/>
                </a:lnTo>
                <a:lnTo>
                  <a:pt x="661" y="1188"/>
                </a:lnTo>
                <a:lnTo>
                  <a:pt x="1003" y="1188"/>
                </a:lnTo>
                <a:lnTo>
                  <a:pt x="686" y="638"/>
                </a:lnTo>
                <a:lnTo>
                  <a:pt x="870" y="638"/>
                </a:lnTo>
                <a:lnTo>
                  <a:pt x="50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2" name="Google Shape;1662;p19"/>
          <p:cNvSpPr/>
          <p:nvPr/>
        </p:nvSpPr>
        <p:spPr>
          <a:xfrm>
            <a:off x="5627525" y="4819476"/>
            <a:ext cx="205732" cy="280784"/>
          </a:xfrm>
          <a:custGeom>
            <a:avLst/>
            <a:gdLst/>
            <a:ahLst/>
            <a:cxnLst/>
            <a:rect l="l" t="t" r="r" b="b"/>
            <a:pathLst>
              <a:path w="1557" h="2125" extrusionOk="0">
                <a:moveTo>
                  <a:pt x="779" y="1"/>
                </a:moveTo>
                <a:lnTo>
                  <a:pt x="206" y="994"/>
                </a:lnTo>
                <a:lnTo>
                  <a:pt x="492" y="994"/>
                </a:lnTo>
                <a:lnTo>
                  <a:pt x="0" y="1846"/>
                </a:lnTo>
                <a:lnTo>
                  <a:pt x="533" y="1846"/>
                </a:lnTo>
                <a:lnTo>
                  <a:pt x="533" y="2124"/>
                </a:lnTo>
                <a:lnTo>
                  <a:pt x="1023" y="2124"/>
                </a:lnTo>
                <a:lnTo>
                  <a:pt x="1023" y="1846"/>
                </a:lnTo>
                <a:lnTo>
                  <a:pt x="1557" y="1846"/>
                </a:lnTo>
                <a:lnTo>
                  <a:pt x="1064" y="994"/>
                </a:lnTo>
                <a:lnTo>
                  <a:pt x="1351" y="994"/>
                </a:lnTo>
                <a:lnTo>
                  <a:pt x="7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3" name="Google Shape;1663;p19"/>
          <p:cNvSpPr/>
          <p:nvPr/>
        </p:nvSpPr>
        <p:spPr>
          <a:xfrm>
            <a:off x="5907381" y="4819476"/>
            <a:ext cx="205732" cy="280784"/>
          </a:xfrm>
          <a:custGeom>
            <a:avLst/>
            <a:gdLst/>
            <a:ahLst/>
            <a:cxnLst/>
            <a:rect l="l" t="t" r="r" b="b"/>
            <a:pathLst>
              <a:path w="1557" h="2125" extrusionOk="0">
                <a:moveTo>
                  <a:pt x="779" y="1"/>
                </a:moveTo>
                <a:lnTo>
                  <a:pt x="206" y="994"/>
                </a:lnTo>
                <a:lnTo>
                  <a:pt x="492" y="994"/>
                </a:lnTo>
                <a:lnTo>
                  <a:pt x="0" y="1846"/>
                </a:lnTo>
                <a:lnTo>
                  <a:pt x="533" y="1846"/>
                </a:lnTo>
                <a:lnTo>
                  <a:pt x="533" y="2124"/>
                </a:lnTo>
                <a:lnTo>
                  <a:pt x="1025" y="2124"/>
                </a:lnTo>
                <a:lnTo>
                  <a:pt x="1025" y="1846"/>
                </a:lnTo>
                <a:lnTo>
                  <a:pt x="1557" y="1846"/>
                </a:lnTo>
                <a:lnTo>
                  <a:pt x="1065" y="994"/>
                </a:lnTo>
                <a:lnTo>
                  <a:pt x="1352" y="994"/>
                </a:lnTo>
                <a:lnTo>
                  <a:pt x="7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4" name="Google Shape;1664;p19"/>
          <p:cNvSpPr/>
          <p:nvPr/>
        </p:nvSpPr>
        <p:spPr>
          <a:xfrm>
            <a:off x="5512965" y="4851454"/>
            <a:ext cx="143761" cy="195689"/>
          </a:xfrm>
          <a:custGeom>
            <a:avLst/>
            <a:gdLst/>
            <a:ahLst/>
            <a:cxnLst/>
            <a:rect l="l" t="t" r="r" b="b"/>
            <a:pathLst>
              <a:path w="1088" h="1481" extrusionOk="0">
                <a:moveTo>
                  <a:pt x="545" y="0"/>
                </a:moveTo>
                <a:lnTo>
                  <a:pt x="144" y="692"/>
                </a:lnTo>
                <a:lnTo>
                  <a:pt x="343" y="692"/>
                </a:lnTo>
                <a:lnTo>
                  <a:pt x="1" y="1286"/>
                </a:lnTo>
                <a:lnTo>
                  <a:pt x="373" y="1286"/>
                </a:lnTo>
                <a:lnTo>
                  <a:pt x="373" y="1481"/>
                </a:lnTo>
                <a:lnTo>
                  <a:pt x="715" y="1481"/>
                </a:lnTo>
                <a:lnTo>
                  <a:pt x="715" y="1286"/>
                </a:lnTo>
                <a:lnTo>
                  <a:pt x="1087" y="1286"/>
                </a:lnTo>
                <a:lnTo>
                  <a:pt x="745" y="692"/>
                </a:lnTo>
                <a:lnTo>
                  <a:pt x="944" y="692"/>
                </a:lnTo>
                <a:lnTo>
                  <a:pt x="54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5" name="Google Shape;1665;p19"/>
          <p:cNvSpPr/>
          <p:nvPr/>
        </p:nvSpPr>
        <p:spPr>
          <a:xfrm>
            <a:off x="5798636" y="4851454"/>
            <a:ext cx="143497" cy="195689"/>
          </a:xfrm>
          <a:custGeom>
            <a:avLst/>
            <a:gdLst/>
            <a:ahLst/>
            <a:cxnLst/>
            <a:rect l="l" t="t" r="r" b="b"/>
            <a:pathLst>
              <a:path w="1086" h="1481" extrusionOk="0">
                <a:moveTo>
                  <a:pt x="543" y="0"/>
                </a:moveTo>
                <a:lnTo>
                  <a:pt x="144" y="692"/>
                </a:lnTo>
                <a:lnTo>
                  <a:pt x="343" y="692"/>
                </a:lnTo>
                <a:lnTo>
                  <a:pt x="1" y="1286"/>
                </a:lnTo>
                <a:lnTo>
                  <a:pt x="371" y="1286"/>
                </a:lnTo>
                <a:lnTo>
                  <a:pt x="371" y="1481"/>
                </a:lnTo>
                <a:lnTo>
                  <a:pt x="713" y="1481"/>
                </a:lnTo>
                <a:lnTo>
                  <a:pt x="713" y="1286"/>
                </a:lnTo>
                <a:lnTo>
                  <a:pt x="1085" y="1286"/>
                </a:lnTo>
                <a:lnTo>
                  <a:pt x="742" y="692"/>
                </a:lnTo>
                <a:lnTo>
                  <a:pt x="942" y="692"/>
                </a:lnTo>
                <a:lnTo>
                  <a:pt x="5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6" name="Google Shape;1666;p19"/>
          <p:cNvSpPr/>
          <p:nvPr/>
        </p:nvSpPr>
        <p:spPr>
          <a:xfrm>
            <a:off x="6084042" y="4851454"/>
            <a:ext cx="143497" cy="195689"/>
          </a:xfrm>
          <a:custGeom>
            <a:avLst/>
            <a:gdLst/>
            <a:ahLst/>
            <a:cxnLst/>
            <a:rect l="l" t="t" r="r" b="b"/>
            <a:pathLst>
              <a:path w="1086" h="1481" extrusionOk="0">
                <a:moveTo>
                  <a:pt x="543" y="0"/>
                </a:moveTo>
                <a:lnTo>
                  <a:pt x="144" y="692"/>
                </a:lnTo>
                <a:lnTo>
                  <a:pt x="343" y="692"/>
                </a:lnTo>
                <a:lnTo>
                  <a:pt x="1" y="1286"/>
                </a:lnTo>
                <a:lnTo>
                  <a:pt x="372" y="1286"/>
                </a:lnTo>
                <a:lnTo>
                  <a:pt x="372" y="1481"/>
                </a:lnTo>
                <a:lnTo>
                  <a:pt x="715" y="1481"/>
                </a:lnTo>
                <a:lnTo>
                  <a:pt x="715" y="1286"/>
                </a:lnTo>
                <a:lnTo>
                  <a:pt x="1085" y="1286"/>
                </a:lnTo>
                <a:lnTo>
                  <a:pt x="742" y="692"/>
                </a:lnTo>
                <a:lnTo>
                  <a:pt x="942" y="692"/>
                </a:lnTo>
                <a:lnTo>
                  <a:pt x="5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7" name="Google Shape;1667;p19"/>
          <p:cNvSpPr/>
          <p:nvPr/>
        </p:nvSpPr>
        <p:spPr>
          <a:xfrm>
            <a:off x="5049312" y="4819476"/>
            <a:ext cx="205864" cy="280784"/>
          </a:xfrm>
          <a:custGeom>
            <a:avLst/>
            <a:gdLst/>
            <a:ahLst/>
            <a:cxnLst/>
            <a:rect l="l" t="t" r="r" b="b"/>
            <a:pathLst>
              <a:path w="1558" h="2125" extrusionOk="0">
                <a:moveTo>
                  <a:pt x="780" y="1"/>
                </a:moveTo>
                <a:lnTo>
                  <a:pt x="207" y="994"/>
                </a:lnTo>
                <a:lnTo>
                  <a:pt x="493" y="994"/>
                </a:lnTo>
                <a:lnTo>
                  <a:pt x="0" y="1846"/>
                </a:lnTo>
                <a:lnTo>
                  <a:pt x="534" y="1846"/>
                </a:lnTo>
                <a:lnTo>
                  <a:pt x="534" y="2124"/>
                </a:lnTo>
                <a:lnTo>
                  <a:pt x="1025" y="2124"/>
                </a:lnTo>
                <a:lnTo>
                  <a:pt x="1025" y="1846"/>
                </a:lnTo>
                <a:lnTo>
                  <a:pt x="1557" y="1846"/>
                </a:lnTo>
                <a:lnTo>
                  <a:pt x="1066" y="994"/>
                </a:lnTo>
                <a:lnTo>
                  <a:pt x="1351" y="994"/>
                </a:lnTo>
                <a:lnTo>
                  <a:pt x="78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8" name="Google Shape;1668;p19"/>
          <p:cNvSpPr/>
          <p:nvPr/>
        </p:nvSpPr>
        <p:spPr>
          <a:xfrm>
            <a:off x="5329169" y="4819476"/>
            <a:ext cx="205996" cy="280784"/>
          </a:xfrm>
          <a:custGeom>
            <a:avLst/>
            <a:gdLst/>
            <a:ahLst/>
            <a:cxnLst/>
            <a:rect l="l" t="t" r="r" b="b"/>
            <a:pathLst>
              <a:path w="1559" h="2125" extrusionOk="0">
                <a:moveTo>
                  <a:pt x="780" y="1"/>
                </a:moveTo>
                <a:lnTo>
                  <a:pt x="207" y="994"/>
                </a:lnTo>
                <a:lnTo>
                  <a:pt x="493" y="994"/>
                </a:lnTo>
                <a:lnTo>
                  <a:pt x="0" y="1846"/>
                </a:lnTo>
                <a:lnTo>
                  <a:pt x="534" y="1846"/>
                </a:lnTo>
                <a:lnTo>
                  <a:pt x="534" y="2124"/>
                </a:lnTo>
                <a:lnTo>
                  <a:pt x="1025" y="2124"/>
                </a:lnTo>
                <a:lnTo>
                  <a:pt x="1025" y="1846"/>
                </a:lnTo>
                <a:lnTo>
                  <a:pt x="1558" y="1846"/>
                </a:lnTo>
                <a:lnTo>
                  <a:pt x="1066" y="994"/>
                </a:lnTo>
                <a:lnTo>
                  <a:pt x="1353" y="994"/>
                </a:lnTo>
                <a:lnTo>
                  <a:pt x="78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69" name="Google Shape;1669;p19"/>
          <p:cNvSpPr/>
          <p:nvPr/>
        </p:nvSpPr>
        <p:spPr>
          <a:xfrm>
            <a:off x="4934884" y="4851454"/>
            <a:ext cx="143629" cy="195689"/>
          </a:xfrm>
          <a:custGeom>
            <a:avLst/>
            <a:gdLst/>
            <a:ahLst/>
            <a:cxnLst/>
            <a:rect l="l" t="t" r="r" b="b"/>
            <a:pathLst>
              <a:path w="1087" h="1481" extrusionOk="0">
                <a:moveTo>
                  <a:pt x="544" y="0"/>
                </a:moveTo>
                <a:lnTo>
                  <a:pt x="145" y="692"/>
                </a:lnTo>
                <a:lnTo>
                  <a:pt x="344" y="692"/>
                </a:lnTo>
                <a:lnTo>
                  <a:pt x="1" y="1286"/>
                </a:lnTo>
                <a:lnTo>
                  <a:pt x="373" y="1286"/>
                </a:lnTo>
                <a:lnTo>
                  <a:pt x="373" y="1481"/>
                </a:lnTo>
                <a:lnTo>
                  <a:pt x="715" y="1481"/>
                </a:lnTo>
                <a:lnTo>
                  <a:pt x="715" y="1286"/>
                </a:lnTo>
                <a:lnTo>
                  <a:pt x="1086" y="1286"/>
                </a:lnTo>
                <a:lnTo>
                  <a:pt x="743" y="692"/>
                </a:lnTo>
                <a:lnTo>
                  <a:pt x="943" y="692"/>
                </a:lnTo>
                <a:lnTo>
                  <a:pt x="5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0" name="Google Shape;1670;p19"/>
          <p:cNvSpPr/>
          <p:nvPr/>
        </p:nvSpPr>
        <p:spPr>
          <a:xfrm>
            <a:off x="5220556" y="4851454"/>
            <a:ext cx="143497" cy="195689"/>
          </a:xfrm>
          <a:custGeom>
            <a:avLst/>
            <a:gdLst/>
            <a:ahLst/>
            <a:cxnLst/>
            <a:rect l="l" t="t" r="r" b="b"/>
            <a:pathLst>
              <a:path w="1086" h="1481" extrusionOk="0">
                <a:moveTo>
                  <a:pt x="543" y="0"/>
                </a:moveTo>
                <a:lnTo>
                  <a:pt x="144" y="692"/>
                </a:lnTo>
                <a:lnTo>
                  <a:pt x="343" y="692"/>
                </a:lnTo>
                <a:lnTo>
                  <a:pt x="1" y="1286"/>
                </a:lnTo>
                <a:lnTo>
                  <a:pt x="371" y="1286"/>
                </a:lnTo>
                <a:lnTo>
                  <a:pt x="371" y="1481"/>
                </a:lnTo>
                <a:lnTo>
                  <a:pt x="714" y="1481"/>
                </a:lnTo>
                <a:lnTo>
                  <a:pt x="714" y="1286"/>
                </a:lnTo>
                <a:lnTo>
                  <a:pt x="1085" y="1286"/>
                </a:lnTo>
                <a:lnTo>
                  <a:pt x="742" y="692"/>
                </a:lnTo>
                <a:lnTo>
                  <a:pt x="942" y="692"/>
                </a:lnTo>
                <a:lnTo>
                  <a:pt x="5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1" name="Google Shape;1671;p19"/>
          <p:cNvSpPr/>
          <p:nvPr/>
        </p:nvSpPr>
        <p:spPr>
          <a:xfrm>
            <a:off x="5716714" y="3226618"/>
            <a:ext cx="326765" cy="362045"/>
          </a:xfrm>
          <a:custGeom>
            <a:avLst/>
            <a:gdLst/>
            <a:ahLst/>
            <a:cxnLst/>
            <a:rect l="l" t="t" r="r" b="b"/>
            <a:pathLst>
              <a:path w="2473" h="2740" extrusionOk="0">
                <a:moveTo>
                  <a:pt x="1466" y="624"/>
                </a:moveTo>
                <a:cubicBezTo>
                  <a:pt x="1511" y="624"/>
                  <a:pt x="1547" y="660"/>
                  <a:pt x="1547" y="705"/>
                </a:cubicBezTo>
                <a:lnTo>
                  <a:pt x="1547" y="834"/>
                </a:lnTo>
                <a:cubicBezTo>
                  <a:pt x="1547" y="879"/>
                  <a:pt x="1511" y="914"/>
                  <a:pt x="1466" y="914"/>
                </a:cubicBezTo>
                <a:lnTo>
                  <a:pt x="1337" y="914"/>
                </a:lnTo>
                <a:cubicBezTo>
                  <a:pt x="1292" y="914"/>
                  <a:pt x="1256" y="879"/>
                  <a:pt x="1256" y="834"/>
                </a:cubicBezTo>
                <a:lnTo>
                  <a:pt x="1256" y="705"/>
                </a:lnTo>
                <a:cubicBezTo>
                  <a:pt x="1256" y="660"/>
                  <a:pt x="1292" y="624"/>
                  <a:pt x="1337" y="624"/>
                </a:cubicBezTo>
                <a:close/>
                <a:moveTo>
                  <a:pt x="1848" y="624"/>
                </a:moveTo>
                <a:cubicBezTo>
                  <a:pt x="1894" y="624"/>
                  <a:pt x="1929" y="660"/>
                  <a:pt x="1929" y="705"/>
                </a:cubicBezTo>
                <a:lnTo>
                  <a:pt x="1929" y="834"/>
                </a:lnTo>
                <a:cubicBezTo>
                  <a:pt x="1929" y="879"/>
                  <a:pt x="1894" y="914"/>
                  <a:pt x="1848" y="914"/>
                </a:cubicBezTo>
                <a:lnTo>
                  <a:pt x="1720" y="914"/>
                </a:lnTo>
                <a:cubicBezTo>
                  <a:pt x="1675" y="914"/>
                  <a:pt x="1639" y="879"/>
                  <a:pt x="1639" y="834"/>
                </a:cubicBezTo>
                <a:lnTo>
                  <a:pt x="1639" y="705"/>
                </a:lnTo>
                <a:cubicBezTo>
                  <a:pt x="1639" y="660"/>
                  <a:pt x="1675" y="624"/>
                  <a:pt x="1720" y="624"/>
                </a:cubicBezTo>
                <a:close/>
                <a:moveTo>
                  <a:pt x="2231" y="624"/>
                </a:moveTo>
                <a:cubicBezTo>
                  <a:pt x="2275" y="624"/>
                  <a:pt x="2311" y="660"/>
                  <a:pt x="2311" y="705"/>
                </a:cubicBezTo>
                <a:lnTo>
                  <a:pt x="2311" y="834"/>
                </a:lnTo>
                <a:cubicBezTo>
                  <a:pt x="2311" y="879"/>
                  <a:pt x="2275" y="914"/>
                  <a:pt x="2231" y="914"/>
                </a:cubicBezTo>
                <a:lnTo>
                  <a:pt x="2101" y="914"/>
                </a:lnTo>
                <a:cubicBezTo>
                  <a:pt x="2056" y="914"/>
                  <a:pt x="2020" y="879"/>
                  <a:pt x="2020" y="834"/>
                </a:cubicBezTo>
                <a:lnTo>
                  <a:pt x="2020" y="705"/>
                </a:lnTo>
                <a:cubicBezTo>
                  <a:pt x="2020" y="660"/>
                  <a:pt x="2056" y="624"/>
                  <a:pt x="2101" y="624"/>
                </a:cubicBezTo>
                <a:close/>
                <a:moveTo>
                  <a:pt x="1466" y="979"/>
                </a:moveTo>
                <a:cubicBezTo>
                  <a:pt x="1511" y="979"/>
                  <a:pt x="1547" y="1015"/>
                  <a:pt x="1547" y="1060"/>
                </a:cubicBezTo>
                <a:lnTo>
                  <a:pt x="1547" y="1189"/>
                </a:lnTo>
                <a:cubicBezTo>
                  <a:pt x="1547" y="1234"/>
                  <a:pt x="1511" y="1269"/>
                  <a:pt x="1466" y="1269"/>
                </a:cubicBezTo>
                <a:lnTo>
                  <a:pt x="1337" y="1269"/>
                </a:lnTo>
                <a:cubicBezTo>
                  <a:pt x="1292" y="1269"/>
                  <a:pt x="1256" y="1234"/>
                  <a:pt x="1256" y="1189"/>
                </a:cubicBezTo>
                <a:lnTo>
                  <a:pt x="1256" y="1060"/>
                </a:lnTo>
                <a:cubicBezTo>
                  <a:pt x="1256" y="1015"/>
                  <a:pt x="1292" y="979"/>
                  <a:pt x="1337" y="979"/>
                </a:cubicBezTo>
                <a:close/>
                <a:moveTo>
                  <a:pt x="1848" y="979"/>
                </a:moveTo>
                <a:cubicBezTo>
                  <a:pt x="1894" y="979"/>
                  <a:pt x="1929" y="1015"/>
                  <a:pt x="1929" y="1060"/>
                </a:cubicBezTo>
                <a:lnTo>
                  <a:pt x="1929" y="1189"/>
                </a:lnTo>
                <a:cubicBezTo>
                  <a:pt x="1929" y="1234"/>
                  <a:pt x="1894" y="1269"/>
                  <a:pt x="1848" y="1269"/>
                </a:cubicBezTo>
                <a:lnTo>
                  <a:pt x="1720" y="1269"/>
                </a:lnTo>
                <a:cubicBezTo>
                  <a:pt x="1675" y="1269"/>
                  <a:pt x="1639" y="1234"/>
                  <a:pt x="1639" y="1189"/>
                </a:cubicBezTo>
                <a:lnTo>
                  <a:pt x="1639" y="1060"/>
                </a:lnTo>
                <a:cubicBezTo>
                  <a:pt x="1639" y="1015"/>
                  <a:pt x="1675" y="979"/>
                  <a:pt x="1720" y="979"/>
                </a:cubicBezTo>
                <a:close/>
                <a:moveTo>
                  <a:pt x="2231" y="979"/>
                </a:moveTo>
                <a:cubicBezTo>
                  <a:pt x="2275" y="979"/>
                  <a:pt x="2311" y="1015"/>
                  <a:pt x="2311" y="1060"/>
                </a:cubicBezTo>
                <a:lnTo>
                  <a:pt x="2311" y="1189"/>
                </a:lnTo>
                <a:cubicBezTo>
                  <a:pt x="2311" y="1234"/>
                  <a:pt x="2275" y="1269"/>
                  <a:pt x="2231" y="1269"/>
                </a:cubicBezTo>
                <a:lnTo>
                  <a:pt x="2101" y="1269"/>
                </a:lnTo>
                <a:cubicBezTo>
                  <a:pt x="2056" y="1269"/>
                  <a:pt x="2020" y="1234"/>
                  <a:pt x="2020" y="1189"/>
                </a:cubicBezTo>
                <a:lnTo>
                  <a:pt x="2020" y="1060"/>
                </a:lnTo>
                <a:cubicBezTo>
                  <a:pt x="2020" y="1015"/>
                  <a:pt x="2056" y="979"/>
                  <a:pt x="2101" y="979"/>
                </a:cubicBezTo>
                <a:close/>
                <a:moveTo>
                  <a:pt x="297" y="1055"/>
                </a:moveTo>
                <a:cubicBezTo>
                  <a:pt x="333" y="1055"/>
                  <a:pt x="361" y="1084"/>
                  <a:pt x="361" y="1119"/>
                </a:cubicBezTo>
                <a:lnTo>
                  <a:pt x="361" y="1221"/>
                </a:lnTo>
                <a:cubicBezTo>
                  <a:pt x="361" y="1257"/>
                  <a:pt x="331" y="1285"/>
                  <a:pt x="297" y="1285"/>
                </a:cubicBezTo>
                <a:lnTo>
                  <a:pt x="193" y="1285"/>
                </a:lnTo>
                <a:cubicBezTo>
                  <a:pt x="157" y="1285"/>
                  <a:pt x="130" y="1255"/>
                  <a:pt x="130" y="1221"/>
                </a:cubicBezTo>
                <a:lnTo>
                  <a:pt x="130" y="1119"/>
                </a:lnTo>
                <a:cubicBezTo>
                  <a:pt x="130" y="1083"/>
                  <a:pt x="159" y="1055"/>
                  <a:pt x="193" y="1055"/>
                </a:cubicBezTo>
                <a:close/>
                <a:moveTo>
                  <a:pt x="601" y="1055"/>
                </a:moveTo>
                <a:cubicBezTo>
                  <a:pt x="637" y="1055"/>
                  <a:pt x="666" y="1084"/>
                  <a:pt x="666" y="1119"/>
                </a:cubicBezTo>
                <a:lnTo>
                  <a:pt x="666" y="1221"/>
                </a:lnTo>
                <a:cubicBezTo>
                  <a:pt x="666" y="1257"/>
                  <a:pt x="636" y="1285"/>
                  <a:pt x="601" y="1285"/>
                </a:cubicBezTo>
                <a:lnTo>
                  <a:pt x="498" y="1285"/>
                </a:lnTo>
                <a:cubicBezTo>
                  <a:pt x="462" y="1285"/>
                  <a:pt x="433" y="1255"/>
                  <a:pt x="433" y="1221"/>
                </a:cubicBezTo>
                <a:lnTo>
                  <a:pt x="433" y="1119"/>
                </a:lnTo>
                <a:cubicBezTo>
                  <a:pt x="433" y="1083"/>
                  <a:pt x="463" y="1055"/>
                  <a:pt x="498" y="1055"/>
                </a:cubicBezTo>
                <a:close/>
                <a:moveTo>
                  <a:pt x="906" y="1055"/>
                </a:moveTo>
                <a:cubicBezTo>
                  <a:pt x="942" y="1055"/>
                  <a:pt x="970" y="1084"/>
                  <a:pt x="970" y="1119"/>
                </a:cubicBezTo>
                <a:lnTo>
                  <a:pt x="970" y="1221"/>
                </a:lnTo>
                <a:cubicBezTo>
                  <a:pt x="970" y="1257"/>
                  <a:pt x="940" y="1285"/>
                  <a:pt x="906" y="1285"/>
                </a:cubicBezTo>
                <a:lnTo>
                  <a:pt x="802" y="1285"/>
                </a:lnTo>
                <a:cubicBezTo>
                  <a:pt x="766" y="1285"/>
                  <a:pt x="738" y="1255"/>
                  <a:pt x="738" y="1221"/>
                </a:cubicBezTo>
                <a:lnTo>
                  <a:pt x="738" y="1119"/>
                </a:lnTo>
                <a:cubicBezTo>
                  <a:pt x="738" y="1083"/>
                  <a:pt x="768" y="1055"/>
                  <a:pt x="802" y="1055"/>
                </a:cubicBezTo>
                <a:close/>
                <a:moveTo>
                  <a:pt x="297" y="1339"/>
                </a:moveTo>
                <a:cubicBezTo>
                  <a:pt x="333" y="1339"/>
                  <a:pt x="361" y="1368"/>
                  <a:pt x="361" y="1403"/>
                </a:cubicBezTo>
                <a:lnTo>
                  <a:pt x="361" y="1505"/>
                </a:lnTo>
                <a:cubicBezTo>
                  <a:pt x="361" y="1541"/>
                  <a:pt x="331" y="1569"/>
                  <a:pt x="297" y="1569"/>
                </a:cubicBezTo>
                <a:lnTo>
                  <a:pt x="193" y="1569"/>
                </a:lnTo>
                <a:cubicBezTo>
                  <a:pt x="157" y="1569"/>
                  <a:pt x="130" y="1540"/>
                  <a:pt x="130" y="1505"/>
                </a:cubicBezTo>
                <a:lnTo>
                  <a:pt x="130" y="1403"/>
                </a:lnTo>
                <a:cubicBezTo>
                  <a:pt x="130" y="1367"/>
                  <a:pt x="159" y="1339"/>
                  <a:pt x="193" y="1339"/>
                </a:cubicBezTo>
                <a:close/>
                <a:moveTo>
                  <a:pt x="601" y="1339"/>
                </a:moveTo>
                <a:cubicBezTo>
                  <a:pt x="637" y="1339"/>
                  <a:pt x="666" y="1368"/>
                  <a:pt x="666" y="1403"/>
                </a:cubicBezTo>
                <a:lnTo>
                  <a:pt x="666" y="1505"/>
                </a:lnTo>
                <a:cubicBezTo>
                  <a:pt x="666" y="1541"/>
                  <a:pt x="636" y="1569"/>
                  <a:pt x="601" y="1569"/>
                </a:cubicBezTo>
                <a:lnTo>
                  <a:pt x="498" y="1569"/>
                </a:lnTo>
                <a:cubicBezTo>
                  <a:pt x="462" y="1569"/>
                  <a:pt x="433" y="1540"/>
                  <a:pt x="433" y="1505"/>
                </a:cubicBezTo>
                <a:lnTo>
                  <a:pt x="433" y="1403"/>
                </a:lnTo>
                <a:cubicBezTo>
                  <a:pt x="433" y="1367"/>
                  <a:pt x="463" y="1339"/>
                  <a:pt x="498" y="1339"/>
                </a:cubicBezTo>
                <a:close/>
                <a:moveTo>
                  <a:pt x="906" y="1339"/>
                </a:moveTo>
                <a:cubicBezTo>
                  <a:pt x="942" y="1339"/>
                  <a:pt x="970" y="1368"/>
                  <a:pt x="970" y="1403"/>
                </a:cubicBezTo>
                <a:lnTo>
                  <a:pt x="970" y="1505"/>
                </a:lnTo>
                <a:cubicBezTo>
                  <a:pt x="970" y="1541"/>
                  <a:pt x="940" y="1569"/>
                  <a:pt x="906" y="1569"/>
                </a:cubicBezTo>
                <a:lnTo>
                  <a:pt x="802" y="1569"/>
                </a:lnTo>
                <a:cubicBezTo>
                  <a:pt x="766" y="1569"/>
                  <a:pt x="738" y="1540"/>
                  <a:pt x="738" y="1505"/>
                </a:cubicBezTo>
                <a:lnTo>
                  <a:pt x="738" y="1403"/>
                </a:lnTo>
                <a:cubicBezTo>
                  <a:pt x="738" y="1367"/>
                  <a:pt x="768" y="1339"/>
                  <a:pt x="802" y="1339"/>
                </a:cubicBezTo>
                <a:close/>
                <a:moveTo>
                  <a:pt x="1466" y="1335"/>
                </a:moveTo>
                <a:cubicBezTo>
                  <a:pt x="1511" y="1335"/>
                  <a:pt x="1547" y="1371"/>
                  <a:pt x="1547" y="1416"/>
                </a:cubicBezTo>
                <a:lnTo>
                  <a:pt x="1547" y="1545"/>
                </a:lnTo>
                <a:cubicBezTo>
                  <a:pt x="1547" y="1590"/>
                  <a:pt x="1511" y="1625"/>
                  <a:pt x="1466" y="1625"/>
                </a:cubicBezTo>
                <a:lnTo>
                  <a:pt x="1337" y="1625"/>
                </a:lnTo>
                <a:cubicBezTo>
                  <a:pt x="1292" y="1625"/>
                  <a:pt x="1256" y="1590"/>
                  <a:pt x="1256" y="1545"/>
                </a:cubicBezTo>
                <a:lnTo>
                  <a:pt x="1256" y="1416"/>
                </a:lnTo>
                <a:cubicBezTo>
                  <a:pt x="1256" y="1371"/>
                  <a:pt x="1292" y="1335"/>
                  <a:pt x="1337" y="1335"/>
                </a:cubicBezTo>
                <a:close/>
                <a:moveTo>
                  <a:pt x="1848" y="1335"/>
                </a:moveTo>
                <a:cubicBezTo>
                  <a:pt x="1894" y="1335"/>
                  <a:pt x="1929" y="1371"/>
                  <a:pt x="1929" y="1416"/>
                </a:cubicBezTo>
                <a:lnTo>
                  <a:pt x="1929" y="1545"/>
                </a:lnTo>
                <a:cubicBezTo>
                  <a:pt x="1929" y="1590"/>
                  <a:pt x="1894" y="1625"/>
                  <a:pt x="1848" y="1625"/>
                </a:cubicBezTo>
                <a:lnTo>
                  <a:pt x="1720" y="1625"/>
                </a:lnTo>
                <a:cubicBezTo>
                  <a:pt x="1675" y="1625"/>
                  <a:pt x="1639" y="1590"/>
                  <a:pt x="1639" y="1545"/>
                </a:cubicBezTo>
                <a:lnTo>
                  <a:pt x="1639" y="1416"/>
                </a:lnTo>
                <a:cubicBezTo>
                  <a:pt x="1639" y="1371"/>
                  <a:pt x="1675" y="1335"/>
                  <a:pt x="1720" y="1335"/>
                </a:cubicBezTo>
                <a:close/>
                <a:moveTo>
                  <a:pt x="2231" y="1335"/>
                </a:moveTo>
                <a:cubicBezTo>
                  <a:pt x="2275" y="1335"/>
                  <a:pt x="2311" y="1371"/>
                  <a:pt x="2311" y="1416"/>
                </a:cubicBezTo>
                <a:lnTo>
                  <a:pt x="2311" y="1545"/>
                </a:lnTo>
                <a:cubicBezTo>
                  <a:pt x="2311" y="1590"/>
                  <a:pt x="2275" y="1625"/>
                  <a:pt x="2231" y="1625"/>
                </a:cubicBezTo>
                <a:lnTo>
                  <a:pt x="2101" y="1625"/>
                </a:lnTo>
                <a:cubicBezTo>
                  <a:pt x="2056" y="1625"/>
                  <a:pt x="2020" y="1590"/>
                  <a:pt x="2020" y="1545"/>
                </a:cubicBezTo>
                <a:lnTo>
                  <a:pt x="2020" y="1416"/>
                </a:lnTo>
                <a:cubicBezTo>
                  <a:pt x="2020" y="1371"/>
                  <a:pt x="2056" y="1335"/>
                  <a:pt x="2101" y="1335"/>
                </a:cubicBezTo>
                <a:close/>
                <a:moveTo>
                  <a:pt x="297" y="1621"/>
                </a:moveTo>
                <a:cubicBezTo>
                  <a:pt x="333" y="1621"/>
                  <a:pt x="361" y="1650"/>
                  <a:pt x="361" y="1685"/>
                </a:cubicBezTo>
                <a:lnTo>
                  <a:pt x="361" y="1787"/>
                </a:lnTo>
                <a:cubicBezTo>
                  <a:pt x="361" y="1823"/>
                  <a:pt x="331" y="1852"/>
                  <a:pt x="297" y="1852"/>
                </a:cubicBezTo>
                <a:lnTo>
                  <a:pt x="193" y="1852"/>
                </a:lnTo>
                <a:cubicBezTo>
                  <a:pt x="157" y="1852"/>
                  <a:pt x="130" y="1822"/>
                  <a:pt x="130" y="1787"/>
                </a:cubicBezTo>
                <a:lnTo>
                  <a:pt x="130" y="1685"/>
                </a:lnTo>
                <a:cubicBezTo>
                  <a:pt x="130" y="1649"/>
                  <a:pt x="159" y="1621"/>
                  <a:pt x="193" y="1621"/>
                </a:cubicBezTo>
                <a:close/>
                <a:moveTo>
                  <a:pt x="601" y="1621"/>
                </a:moveTo>
                <a:cubicBezTo>
                  <a:pt x="637" y="1621"/>
                  <a:pt x="666" y="1650"/>
                  <a:pt x="666" y="1685"/>
                </a:cubicBezTo>
                <a:lnTo>
                  <a:pt x="666" y="1787"/>
                </a:lnTo>
                <a:cubicBezTo>
                  <a:pt x="666" y="1823"/>
                  <a:pt x="636" y="1852"/>
                  <a:pt x="601" y="1852"/>
                </a:cubicBezTo>
                <a:lnTo>
                  <a:pt x="498" y="1852"/>
                </a:lnTo>
                <a:cubicBezTo>
                  <a:pt x="462" y="1852"/>
                  <a:pt x="433" y="1822"/>
                  <a:pt x="433" y="1787"/>
                </a:cubicBezTo>
                <a:lnTo>
                  <a:pt x="433" y="1685"/>
                </a:lnTo>
                <a:cubicBezTo>
                  <a:pt x="433" y="1649"/>
                  <a:pt x="463" y="1621"/>
                  <a:pt x="498" y="1621"/>
                </a:cubicBezTo>
                <a:close/>
                <a:moveTo>
                  <a:pt x="906" y="1621"/>
                </a:moveTo>
                <a:cubicBezTo>
                  <a:pt x="942" y="1621"/>
                  <a:pt x="970" y="1650"/>
                  <a:pt x="970" y="1685"/>
                </a:cubicBezTo>
                <a:lnTo>
                  <a:pt x="970" y="1787"/>
                </a:lnTo>
                <a:cubicBezTo>
                  <a:pt x="970" y="1823"/>
                  <a:pt x="940" y="1852"/>
                  <a:pt x="906" y="1852"/>
                </a:cubicBezTo>
                <a:lnTo>
                  <a:pt x="802" y="1852"/>
                </a:lnTo>
                <a:cubicBezTo>
                  <a:pt x="766" y="1852"/>
                  <a:pt x="738" y="1822"/>
                  <a:pt x="738" y="1787"/>
                </a:cubicBezTo>
                <a:lnTo>
                  <a:pt x="738" y="1685"/>
                </a:lnTo>
                <a:cubicBezTo>
                  <a:pt x="738" y="1649"/>
                  <a:pt x="768" y="1621"/>
                  <a:pt x="802" y="1621"/>
                </a:cubicBezTo>
                <a:close/>
                <a:moveTo>
                  <a:pt x="1466" y="1690"/>
                </a:moveTo>
                <a:cubicBezTo>
                  <a:pt x="1511" y="1690"/>
                  <a:pt x="1547" y="1726"/>
                  <a:pt x="1547" y="1771"/>
                </a:cubicBezTo>
                <a:lnTo>
                  <a:pt x="1547" y="1900"/>
                </a:lnTo>
                <a:cubicBezTo>
                  <a:pt x="1547" y="1945"/>
                  <a:pt x="1511" y="1981"/>
                  <a:pt x="1466" y="1981"/>
                </a:cubicBezTo>
                <a:lnTo>
                  <a:pt x="1337" y="1981"/>
                </a:lnTo>
                <a:cubicBezTo>
                  <a:pt x="1292" y="1981"/>
                  <a:pt x="1256" y="1945"/>
                  <a:pt x="1256" y="1900"/>
                </a:cubicBezTo>
                <a:lnTo>
                  <a:pt x="1256" y="1771"/>
                </a:lnTo>
                <a:cubicBezTo>
                  <a:pt x="1256" y="1726"/>
                  <a:pt x="1292" y="1690"/>
                  <a:pt x="1337" y="1690"/>
                </a:cubicBezTo>
                <a:close/>
                <a:moveTo>
                  <a:pt x="1848" y="1690"/>
                </a:moveTo>
                <a:cubicBezTo>
                  <a:pt x="1894" y="1690"/>
                  <a:pt x="1929" y="1726"/>
                  <a:pt x="1929" y="1771"/>
                </a:cubicBezTo>
                <a:lnTo>
                  <a:pt x="1929" y="1900"/>
                </a:lnTo>
                <a:cubicBezTo>
                  <a:pt x="1929" y="1945"/>
                  <a:pt x="1894" y="1981"/>
                  <a:pt x="1848" y="1981"/>
                </a:cubicBezTo>
                <a:lnTo>
                  <a:pt x="1720" y="1981"/>
                </a:lnTo>
                <a:cubicBezTo>
                  <a:pt x="1675" y="1981"/>
                  <a:pt x="1639" y="1945"/>
                  <a:pt x="1639" y="1900"/>
                </a:cubicBezTo>
                <a:lnTo>
                  <a:pt x="1639" y="1771"/>
                </a:lnTo>
                <a:cubicBezTo>
                  <a:pt x="1639" y="1726"/>
                  <a:pt x="1675" y="1690"/>
                  <a:pt x="1720" y="1690"/>
                </a:cubicBezTo>
                <a:close/>
                <a:moveTo>
                  <a:pt x="2231" y="1690"/>
                </a:moveTo>
                <a:cubicBezTo>
                  <a:pt x="2275" y="1690"/>
                  <a:pt x="2311" y="1726"/>
                  <a:pt x="2311" y="1771"/>
                </a:cubicBezTo>
                <a:lnTo>
                  <a:pt x="2311" y="1900"/>
                </a:lnTo>
                <a:cubicBezTo>
                  <a:pt x="2311" y="1945"/>
                  <a:pt x="2275" y="1981"/>
                  <a:pt x="2231" y="1981"/>
                </a:cubicBezTo>
                <a:lnTo>
                  <a:pt x="2101" y="1981"/>
                </a:lnTo>
                <a:cubicBezTo>
                  <a:pt x="2056" y="1981"/>
                  <a:pt x="2020" y="1945"/>
                  <a:pt x="2020" y="1900"/>
                </a:cubicBezTo>
                <a:lnTo>
                  <a:pt x="2020" y="1771"/>
                </a:lnTo>
                <a:cubicBezTo>
                  <a:pt x="2020" y="1726"/>
                  <a:pt x="2056" y="1690"/>
                  <a:pt x="2101" y="1690"/>
                </a:cubicBezTo>
                <a:close/>
                <a:moveTo>
                  <a:pt x="297" y="1905"/>
                </a:moveTo>
                <a:cubicBezTo>
                  <a:pt x="333" y="1905"/>
                  <a:pt x="361" y="1935"/>
                  <a:pt x="361" y="1969"/>
                </a:cubicBezTo>
                <a:lnTo>
                  <a:pt x="361" y="2072"/>
                </a:lnTo>
                <a:cubicBezTo>
                  <a:pt x="361" y="2107"/>
                  <a:pt x="331" y="2135"/>
                  <a:pt x="297" y="2135"/>
                </a:cubicBezTo>
                <a:lnTo>
                  <a:pt x="193" y="2135"/>
                </a:lnTo>
                <a:cubicBezTo>
                  <a:pt x="157" y="2135"/>
                  <a:pt x="130" y="2106"/>
                  <a:pt x="130" y="2072"/>
                </a:cubicBezTo>
                <a:lnTo>
                  <a:pt x="130" y="1969"/>
                </a:lnTo>
                <a:cubicBezTo>
                  <a:pt x="130" y="1934"/>
                  <a:pt x="159" y="1905"/>
                  <a:pt x="193" y="1905"/>
                </a:cubicBezTo>
                <a:close/>
                <a:moveTo>
                  <a:pt x="601" y="1905"/>
                </a:moveTo>
                <a:cubicBezTo>
                  <a:pt x="637" y="1905"/>
                  <a:pt x="666" y="1935"/>
                  <a:pt x="666" y="1969"/>
                </a:cubicBezTo>
                <a:lnTo>
                  <a:pt x="666" y="2072"/>
                </a:lnTo>
                <a:cubicBezTo>
                  <a:pt x="666" y="2107"/>
                  <a:pt x="636" y="2135"/>
                  <a:pt x="601" y="2135"/>
                </a:cubicBezTo>
                <a:lnTo>
                  <a:pt x="498" y="2135"/>
                </a:lnTo>
                <a:cubicBezTo>
                  <a:pt x="462" y="2135"/>
                  <a:pt x="433" y="2106"/>
                  <a:pt x="433" y="2072"/>
                </a:cubicBezTo>
                <a:lnTo>
                  <a:pt x="433" y="1969"/>
                </a:lnTo>
                <a:cubicBezTo>
                  <a:pt x="433" y="1934"/>
                  <a:pt x="463" y="1905"/>
                  <a:pt x="498" y="1905"/>
                </a:cubicBezTo>
                <a:close/>
                <a:moveTo>
                  <a:pt x="906" y="1905"/>
                </a:moveTo>
                <a:cubicBezTo>
                  <a:pt x="942" y="1905"/>
                  <a:pt x="970" y="1935"/>
                  <a:pt x="970" y="1969"/>
                </a:cubicBezTo>
                <a:lnTo>
                  <a:pt x="970" y="2072"/>
                </a:lnTo>
                <a:cubicBezTo>
                  <a:pt x="970" y="2107"/>
                  <a:pt x="940" y="2135"/>
                  <a:pt x="906" y="2135"/>
                </a:cubicBezTo>
                <a:lnTo>
                  <a:pt x="802" y="2135"/>
                </a:lnTo>
                <a:cubicBezTo>
                  <a:pt x="766" y="2135"/>
                  <a:pt x="738" y="2106"/>
                  <a:pt x="738" y="2072"/>
                </a:cubicBezTo>
                <a:lnTo>
                  <a:pt x="738" y="1969"/>
                </a:lnTo>
                <a:cubicBezTo>
                  <a:pt x="738" y="1934"/>
                  <a:pt x="768" y="1905"/>
                  <a:pt x="802" y="1905"/>
                </a:cubicBezTo>
                <a:close/>
                <a:moveTo>
                  <a:pt x="1466" y="2045"/>
                </a:moveTo>
                <a:cubicBezTo>
                  <a:pt x="1511" y="2045"/>
                  <a:pt x="1547" y="2081"/>
                  <a:pt x="1547" y="2125"/>
                </a:cubicBezTo>
                <a:lnTo>
                  <a:pt x="1547" y="2255"/>
                </a:lnTo>
                <a:cubicBezTo>
                  <a:pt x="1547" y="2299"/>
                  <a:pt x="1511" y="2335"/>
                  <a:pt x="1466" y="2335"/>
                </a:cubicBezTo>
                <a:lnTo>
                  <a:pt x="1337" y="2335"/>
                </a:lnTo>
                <a:cubicBezTo>
                  <a:pt x="1292" y="2335"/>
                  <a:pt x="1256" y="2299"/>
                  <a:pt x="1256" y="2255"/>
                </a:cubicBezTo>
                <a:lnTo>
                  <a:pt x="1256" y="2125"/>
                </a:lnTo>
                <a:cubicBezTo>
                  <a:pt x="1256" y="2081"/>
                  <a:pt x="1292" y="2045"/>
                  <a:pt x="1337" y="2045"/>
                </a:cubicBezTo>
                <a:close/>
                <a:moveTo>
                  <a:pt x="1848" y="2045"/>
                </a:moveTo>
                <a:cubicBezTo>
                  <a:pt x="1894" y="2045"/>
                  <a:pt x="1929" y="2081"/>
                  <a:pt x="1929" y="2125"/>
                </a:cubicBezTo>
                <a:lnTo>
                  <a:pt x="1929" y="2255"/>
                </a:lnTo>
                <a:cubicBezTo>
                  <a:pt x="1929" y="2299"/>
                  <a:pt x="1894" y="2335"/>
                  <a:pt x="1848" y="2335"/>
                </a:cubicBezTo>
                <a:lnTo>
                  <a:pt x="1720" y="2335"/>
                </a:lnTo>
                <a:cubicBezTo>
                  <a:pt x="1675" y="2335"/>
                  <a:pt x="1639" y="2299"/>
                  <a:pt x="1639" y="2255"/>
                </a:cubicBezTo>
                <a:lnTo>
                  <a:pt x="1639" y="2125"/>
                </a:lnTo>
                <a:cubicBezTo>
                  <a:pt x="1639" y="2081"/>
                  <a:pt x="1675" y="2045"/>
                  <a:pt x="1720" y="2045"/>
                </a:cubicBezTo>
                <a:close/>
                <a:moveTo>
                  <a:pt x="2231" y="2045"/>
                </a:moveTo>
                <a:cubicBezTo>
                  <a:pt x="2275" y="2045"/>
                  <a:pt x="2311" y="2081"/>
                  <a:pt x="2311" y="2125"/>
                </a:cubicBezTo>
                <a:lnTo>
                  <a:pt x="2311" y="2255"/>
                </a:lnTo>
                <a:cubicBezTo>
                  <a:pt x="2311" y="2299"/>
                  <a:pt x="2275" y="2335"/>
                  <a:pt x="2231" y="2335"/>
                </a:cubicBezTo>
                <a:lnTo>
                  <a:pt x="2101" y="2335"/>
                </a:lnTo>
                <a:cubicBezTo>
                  <a:pt x="2056" y="2335"/>
                  <a:pt x="2020" y="2299"/>
                  <a:pt x="2020" y="2255"/>
                </a:cubicBezTo>
                <a:lnTo>
                  <a:pt x="2020" y="2125"/>
                </a:lnTo>
                <a:cubicBezTo>
                  <a:pt x="2020" y="2081"/>
                  <a:pt x="2056" y="2045"/>
                  <a:pt x="2101" y="2045"/>
                </a:cubicBezTo>
                <a:close/>
                <a:moveTo>
                  <a:pt x="297" y="2187"/>
                </a:moveTo>
                <a:cubicBezTo>
                  <a:pt x="333" y="2187"/>
                  <a:pt x="361" y="2217"/>
                  <a:pt x="361" y="2252"/>
                </a:cubicBezTo>
                <a:lnTo>
                  <a:pt x="361" y="2354"/>
                </a:lnTo>
                <a:cubicBezTo>
                  <a:pt x="361" y="2390"/>
                  <a:pt x="331" y="2419"/>
                  <a:pt x="297" y="2419"/>
                </a:cubicBezTo>
                <a:lnTo>
                  <a:pt x="193" y="2419"/>
                </a:lnTo>
                <a:cubicBezTo>
                  <a:pt x="157" y="2419"/>
                  <a:pt x="130" y="2389"/>
                  <a:pt x="130" y="2354"/>
                </a:cubicBezTo>
                <a:lnTo>
                  <a:pt x="130" y="2252"/>
                </a:lnTo>
                <a:cubicBezTo>
                  <a:pt x="130" y="2216"/>
                  <a:pt x="159" y="2187"/>
                  <a:pt x="193" y="2187"/>
                </a:cubicBezTo>
                <a:close/>
                <a:moveTo>
                  <a:pt x="601" y="2187"/>
                </a:moveTo>
                <a:cubicBezTo>
                  <a:pt x="637" y="2187"/>
                  <a:pt x="666" y="2217"/>
                  <a:pt x="666" y="2252"/>
                </a:cubicBezTo>
                <a:lnTo>
                  <a:pt x="666" y="2354"/>
                </a:lnTo>
                <a:cubicBezTo>
                  <a:pt x="666" y="2390"/>
                  <a:pt x="636" y="2419"/>
                  <a:pt x="601" y="2419"/>
                </a:cubicBezTo>
                <a:lnTo>
                  <a:pt x="498" y="2419"/>
                </a:lnTo>
                <a:cubicBezTo>
                  <a:pt x="462" y="2419"/>
                  <a:pt x="433" y="2389"/>
                  <a:pt x="433" y="2354"/>
                </a:cubicBezTo>
                <a:lnTo>
                  <a:pt x="433" y="2252"/>
                </a:lnTo>
                <a:cubicBezTo>
                  <a:pt x="433" y="2216"/>
                  <a:pt x="463" y="2187"/>
                  <a:pt x="498" y="2187"/>
                </a:cubicBezTo>
                <a:close/>
                <a:moveTo>
                  <a:pt x="906" y="2187"/>
                </a:moveTo>
                <a:cubicBezTo>
                  <a:pt x="942" y="2187"/>
                  <a:pt x="970" y="2217"/>
                  <a:pt x="970" y="2252"/>
                </a:cubicBezTo>
                <a:lnTo>
                  <a:pt x="970" y="2354"/>
                </a:lnTo>
                <a:cubicBezTo>
                  <a:pt x="970" y="2390"/>
                  <a:pt x="940" y="2419"/>
                  <a:pt x="906" y="2419"/>
                </a:cubicBezTo>
                <a:lnTo>
                  <a:pt x="802" y="2419"/>
                </a:lnTo>
                <a:cubicBezTo>
                  <a:pt x="766" y="2419"/>
                  <a:pt x="738" y="2389"/>
                  <a:pt x="738" y="2354"/>
                </a:cubicBezTo>
                <a:lnTo>
                  <a:pt x="738" y="2252"/>
                </a:lnTo>
                <a:cubicBezTo>
                  <a:pt x="738" y="2216"/>
                  <a:pt x="768" y="2187"/>
                  <a:pt x="802" y="2187"/>
                </a:cubicBezTo>
                <a:close/>
                <a:moveTo>
                  <a:pt x="1466" y="2400"/>
                </a:moveTo>
                <a:cubicBezTo>
                  <a:pt x="1511" y="2400"/>
                  <a:pt x="1547" y="2436"/>
                  <a:pt x="1547" y="2481"/>
                </a:cubicBezTo>
                <a:lnTo>
                  <a:pt x="1547" y="2610"/>
                </a:lnTo>
                <a:cubicBezTo>
                  <a:pt x="1547" y="2655"/>
                  <a:pt x="1511" y="2691"/>
                  <a:pt x="1466" y="2691"/>
                </a:cubicBezTo>
                <a:lnTo>
                  <a:pt x="1337" y="2691"/>
                </a:lnTo>
                <a:cubicBezTo>
                  <a:pt x="1292" y="2691"/>
                  <a:pt x="1256" y="2655"/>
                  <a:pt x="1256" y="2610"/>
                </a:cubicBezTo>
                <a:lnTo>
                  <a:pt x="1256" y="2481"/>
                </a:lnTo>
                <a:cubicBezTo>
                  <a:pt x="1256" y="2436"/>
                  <a:pt x="1292" y="2400"/>
                  <a:pt x="1337" y="2400"/>
                </a:cubicBezTo>
                <a:close/>
                <a:moveTo>
                  <a:pt x="1848" y="2400"/>
                </a:moveTo>
                <a:cubicBezTo>
                  <a:pt x="1894" y="2400"/>
                  <a:pt x="1929" y="2436"/>
                  <a:pt x="1929" y="2481"/>
                </a:cubicBezTo>
                <a:lnTo>
                  <a:pt x="1929" y="2610"/>
                </a:lnTo>
                <a:cubicBezTo>
                  <a:pt x="1929" y="2655"/>
                  <a:pt x="1894" y="2691"/>
                  <a:pt x="1848" y="2691"/>
                </a:cubicBezTo>
                <a:lnTo>
                  <a:pt x="1720" y="2691"/>
                </a:lnTo>
                <a:cubicBezTo>
                  <a:pt x="1675" y="2691"/>
                  <a:pt x="1639" y="2655"/>
                  <a:pt x="1639" y="2610"/>
                </a:cubicBezTo>
                <a:lnTo>
                  <a:pt x="1639" y="2481"/>
                </a:lnTo>
                <a:cubicBezTo>
                  <a:pt x="1639" y="2436"/>
                  <a:pt x="1675" y="2400"/>
                  <a:pt x="1720" y="2400"/>
                </a:cubicBezTo>
                <a:close/>
                <a:moveTo>
                  <a:pt x="2231" y="2400"/>
                </a:moveTo>
                <a:cubicBezTo>
                  <a:pt x="2275" y="2400"/>
                  <a:pt x="2311" y="2436"/>
                  <a:pt x="2311" y="2481"/>
                </a:cubicBezTo>
                <a:lnTo>
                  <a:pt x="2311" y="2610"/>
                </a:lnTo>
                <a:cubicBezTo>
                  <a:pt x="2311" y="2655"/>
                  <a:pt x="2275" y="2691"/>
                  <a:pt x="2231" y="2691"/>
                </a:cubicBezTo>
                <a:lnTo>
                  <a:pt x="2101" y="2691"/>
                </a:lnTo>
                <a:cubicBezTo>
                  <a:pt x="2056" y="2691"/>
                  <a:pt x="2020" y="2655"/>
                  <a:pt x="2020" y="2610"/>
                </a:cubicBezTo>
                <a:lnTo>
                  <a:pt x="2020" y="2481"/>
                </a:lnTo>
                <a:cubicBezTo>
                  <a:pt x="2020" y="2436"/>
                  <a:pt x="2056" y="2400"/>
                  <a:pt x="2101" y="2400"/>
                </a:cubicBezTo>
                <a:close/>
                <a:moveTo>
                  <a:pt x="297" y="2471"/>
                </a:moveTo>
                <a:cubicBezTo>
                  <a:pt x="333" y="2471"/>
                  <a:pt x="361" y="2500"/>
                  <a:pt x="361" y="2534"/>
                </a:cubicBezTo>
                <a:lnTo>
                  <a:pt x="361" y="2636"/>
                </a:lnTo>
                <a:cubicBezTo>
                  <a:pt x="361" y="2672"/>
                  <a:pt x="331" y="2701"/>
                  <a:pt x="297" y="2701"/>
                </a:cubicBezTo>
                <a:lnTo>
                  <a:pt x="193" y="2701"/>
                </a:lnTo>
                <a:cubicBezTo>
                  <a:pt x="157" y="2701"/>
                  <a:pt x="130" y="2671"/>
                  <a:pt x="130" y="2636"/>
                </a:cubicBezTo>
                <a:lnTo>
                  <a:pt x="130" y="2534"/>
                </a:lnTo>
                <a:cubicBezTo>
                  <a:pt x="130" y="2498"/>
                  <a:pt x="159" y="2471"/>
                  <a:pt x="193" y="2471"/>
                </a:cubicBezTo>
                <a:close/>
                <a:moveTo>
                  <a:pt x="601" y="2471"/>
                </a:moveTo>
                <a:cubicBezTo>
                  <a:pt x="637" y="2471"/>
                  <a:pt x="666" y="2500"/>
                  <a:pt x="666" y="2534"/>
                </a:cubicBezTo>
                <a:lnTo>
                  <a:pt x="666" y="2636"/>
                </a:lnTo>
                <a:cubicBezTo>
                  <a:pt x="666" y="2672"/>
                  <a:pt x="636" y="2701"/>
                  <a:pt x="601" y="2701"/>
                </a:cubicBezTo>
                <a:lnTo>
                  <a:pt x="498" y="2701"/>
                </a:lnTo>
                <a:cubicBezTo>
                  <a:pt x="462" y="2701"/>
                  <a:pt x="433" y="2671"/>
                  <a:pt x="433" y="2636"/>
                </a:cubicBezTo>
                <a:lnTo>
                  <a:pt x="433" y="2534"/>
                </a:lnTo>
                <a:cubicBezTo>
                  <a:pt x="433" y="2498"/>
                  <a:pt x="463" y="2471"/>
                  <a:pt x="498" y="2471"/>
                </a:cubicBezTo>
                <a:close/>
                <a:moveTo>
                  <a:pt x="906" y="2471"/>
                </a:moveTo>
                <a:cubicBezTo>
                  <a:pt x="942" y="2471"/>
                  <a:pt x="970" y="2500"/>
                  <a:pt x="970" y="2534"/>
                </a:cubicBezTo>
                <a:lnTo>
                  <a:pt x="970" y="2636"/>
                </a:lnTo>
                <a:cubicBezTo>
                  <a:pt x="970" y="2672"/>
                  <a:pt x="940" y="2701"/>
                  <a:pt x="906" y="2701"/>
                </a:cubicBezTo>
                <a:lnTo>
                  <a:pt x="802" y="2701"/>
                </a:lnTo>
                <a:cubicBezTo>
                  <a:pt x="766" y="2701"/>
                  <a:pt x="738" y="2671"/>
                  <a:pt x="738" y="2636"/>
                </a:cubicBezTo>
                <a:lnTo>
                  <a:pt x="738" y="2534"/>
                </a:lnTo>
                <a:cubicBezTo>
                  <a:pt x="738" y="2498"/>
                  <a:pt x="768" y="2471"/>
                  <a:pt x="802" y="2471"/>
                </a:cubicBezTo>
                <a:close/>
                <a:moveTo>
                  <a:pt x="1144" y="0"/>
                </a:moveTo>
                <a:cubicBezTo>
                  <a:pt x="1114" y="0"/>
                  <a:pt x="1093" y="22"/>
                  <a:pt x="1093" y="57"/>
                </a:cubicBezTo>
                <a:lnTo>
                  <a:pt x="1093" y="988"/>
                </a:lnTo>
                <a:cubicBezTo>
                  <a:pt x="1085" y="964"/>
                  <a:pt x="1061" y="947"/>
                  <a:pt x="1034" y="947"/>
                </a:cubicBezTo>
                <a:lnTo>
                  <a:pt x="64" y="947"/>
                </a:lnTo>
                <a:cubicBezTo>
                  <a:pt x="28" y="947"/>
                  <a:pt x="1" y="977"/>
                  <a:pt x="1" y="1011"/>
                </a:cubicBezTo>
                <a:lnTo>
                  <a:pt x="1" y="2740"/>
                </a:lnTo>
                <a:lnTo>
                  <a:pt x="2473" y="2740"/>
                </a:lnTo>
                <a:lnTo>
                  <a:pt x="2473" y="569"/>
                </a:lnTo>
                <a:cubicBezTo>
                  <a:pt x="2473" y="527"/>
                  <a:pt x="2438" y="478"/>
                  <a:pt x="2397" y="461"/>
                </a:cubicBezTo>
                <a:lnTo>
                  <a:pt x="1169" y="5"/>
                </a:lnTo>
                <a:cubicBezTo>
                  <a:pt x="1160" y="2"/>
                  <a:pt x="1152" y="0"/>
                  <a:pt x="11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2" name="Google Shape;1672;p19"/>
          <p:cNvSpPr/>
          <p:nvPr/>
        </p:nvSpPr>
        <p:spPr>
          <a:xfrm>
            <a:off x="4831821" y="4477121"/>
            <a:ext cx="17971" cy="63952"/>
          </a:xfrm>
          <a:custGeom>
            <a:avLst/>
            <a:gdLst/>
            <a:ahLst/>
            <a:cxnLst/>
            <a:rect l="l" t="t" r="r" b="b"/>
            <a:pathLst>
              <a:path w="136" h="484" extrusionOk="0">
                <a:moveTo>
                  <a:pt x="1" y="0"/>
                </a:moveTo>
                <a:lnTo>
                  <a:pt x="60" y="475"/>
                </a:lnTo>
                <a:lnTo>
                  <a:pt x="62" y="483"/>
                </a:lnTo>
                <a:lnTo>
                  <a:pt x="136" y="483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3" name="Google Shape;1673;p19"/>
          <p:cNvSpPr/>
          <p:nvPr/>
        </p:nvSpPr>
        <p:spPr>
          <a:xfrm>
            <a:off x="4652518" y="4467873"/>
            <a:ext cx="20348" cy="73201"/>
          </a:xfrm>
          <a:custGeom>
            <a:avLst/>
            <a:gdLst/>
            <a:ahLst/>
            <a:cxnLst/>
            <a:rect l="l" t="t" r="r" b="b"/>
            <a:pathLst>
              <a:path w="154" h="554" extrusionOk="0">
                <a:moveTo>
                  <a:pt x="142" y="1"/>
                </a:moveTo>
                <a:lnTo>
                  <a:pt x="0" y="553"/>
                </a:lnTo>
                <a:lnTo>
                  <a:pt x="84" y="553"/>
                </a:lnTo>
                <a:lnTo>
                  <a:pt x="85" y="545"/>
                </a:lnTo>
                <a:lnTo>
                  <a:pt x="15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4" name="Google Shape;1674;p19"/>
          <p:cNvSpPr/>
          <p:nvPr/>
        </p:nvSpPr>
        <p:spPr>
          <a:xfrm>
            <a:off x="4672602" y="4467873"/>
            <a:ext cx="69237" cy="73201"/>
          </a:xfrm>
          <a:custGeom>
            <a:avLst/>
            <a:gdLst/>
            <a:ahLst/>
            <a:cxnLst/>
            <a:rect l="l" t="t" r="r" b="b"/>
            <a:pathLst>
              <a:path w="524" h="554" extrusionOk="0">
                <a:moveTo>
                  <a:pt x="71" y="1"/>
                </a:moveTo>
                <a:lnTo>
                  <a:pt x="1" y="553"/>
                </a:lnTo>
                <a:lnTo>
                  <a:pt x="523" y="553"/>
                </a:lnTo>
                <a:lnTo>
                  <a:pt x="52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5" name="Google Shape;1675;p19"/>
          <p:cNvSpPr/>
          <p:nvPr/>
        </p:nvSpPr>
        <p:spPr>
          <a:xfrm>
            <a:off x="4750825" y="4467873"/>
            <a:ext cx="80073" cy="73201"/>
          </a:xfrm>
          <a:custGeom>
            <a:avLst/>
            <a:gdLst/>
            <a:ahLst/>
            <a:cxnLst/>
            <a:rect l="l" t="t" r="r" b="b"/>
            <a:pathLst>
              <a:path w="606" h="554" extrusionOk="0">
                <a:moveTo>
                  <a:pt x="1" y="1"/>
                </a:moveTo>
                <a:lnTo>
                  <a:pt x="1" y="553"/>
                </a:lnTo>
                <a:lnTo>
                  <a:pt x="606" y="553"/>
                </a:lnTo>
                <a:lnTo>
                  <a:pt x="53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6" name="Google Shape;1676;p19"/>
          <p:cNvSpPr/>
          <p:nvPr/>
        </p:nvSpPr>
        <p:spPr>
          <a:xfrm>
            <a:off x="4624769" y="4538563"/>
            <a:ext cx="279859" cy="50211"/>
          </a:xfrm>
          <a:custGeom>
            <a:avLst/>
            <a:gdLst/>
            <a:ahLst/>
            <a:cxnLst/>
            <a:rect l="l" t="t" r="r" b="b"/>
            <a:pathLst>
              <a:path w="2118" h="380" extrusionOk="0">
                <a:moveTo>
                  <a:pt x="1768" y="1"/>
                </a:moveTo>
                <a:lnTo>
                  <a:pt x="1703" y="18"/>
                </a:lnTo>
                <a:lnTo>
                  <a:pt x="1629" y="18"/>
                </a:lnTo>
                <a:lnTo>
                  <a:pt x="1627" y="10"/>
                </a:lnTo>
                <a:lnTo>
                  <a:pt x="1560" y="18"/>
                </a:lnTo>
                <a:lnTo>
                  <a:pt x="363" y="18"/>
                </a:lnTo>
                <a:lnTo>
                  <a:pt x="295" y="10"/>
                </a:lnTo>
                <a:lnTo>
                  <a:pt x="294" y="18"/>
                </a:lnTo>
                <a:lnTo>
                  <a:pt x="212" y="18"/>
                </a:lnTo>
                <a:lnTo>
                  <a:pt x="146" y="2"/>
                </a:lnTo>
                <a:lnTo>
                  <a:pt x="141" y="18"/>
                </a:lnTo>
                <a:lnTo>
                  <a:pt x="81" y="18"/>
                </a:lnTo>
                <a:lnTo>
                  <a:pt x="50" y="263"/>
                </a:lnTo>
                <a:lnTo>
                  <a:pt x="0" y="263"/>
                </a:lnTo>
                <a:lnTo>
                  <a:pt x="0" y="379"/>
                </a:lnTo>
                <a:lnTo>
                  <a:pt x="315" y="379"/>
                </a:lnTo>
                <a:cubicBezTo>
                  <a:pt x="315" y="262"/>
                  <a:pt x="412" y="167"/>
                  <a:pt x="527" y="167"/>
                </a:cubicBezTo>
                <a:cubicBezTo>
                  <a:pt x="644" y="167"/>
                  <a:pt x="739" y="263"/>
                  <a:pt x="739" y="379"/>
                </a:cubicBezTo>
                <a:lnTo>
                  <a:pt x="1390" y="379"/>
                </a:lnTo>
                <a:cubicBezTo>
                  <a:pt x="1390" y="262"/>
                  <a:pt x="1484" y="167"/>
                  <a:pt x="1601" y="167"/>
                </a:cubicBezTo>
                <a:cubicBezTo>
                  <a:pt x="1717" y="167"/>
                  <a:pt x="1811" y="263"/>
                  <a:pt x="1811" y="379"/>
                </a:cubicBezTo>
                <a:lnTo>
                  <a:pt x="2117" y="379"/>
                </a:lnTo>
                <a:lnTo>
                  <a:pt x="2117" y="263"/>
                </a:lnTo>
                <a:lnTo>
                  <a:pt x="2064" y="263"/>
                </a:lnTo>
                <a:lnTo>
                  <a:pt x="2011" y="18"/>
                </a:lnTo>
                <a:lnTo>
                  <a:pt x="1774" y="18"/>
                </a:lnTo>
                <a:lnTo>
                  <a:pt x="1768" y="1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7" name="Google Shape;1677;p19"/>
          <p:cNvSpPr/>
          <p:nvPr/>
        </p:nvSpPr>
        <p:spPr>
          <a:xfrm>
            <a:off x="4814249" y="4566443"/>
            <a:ext cx="44132" cy="44132"/>
          </a:xfrm>
          <a:custGeom>
            <a:avLst/>
            <a:gdLst/>
            <a:ahLst/>
            <a:cxnLst/>
            <a:rect l="l" t="t" r="r" b="b"/>
            <a:pathLst>
              <a:path w="334" h="334" extrusionOk="0">
                <a:moveTo>
                  <a:pt x="161" y="92"/>
                </a:moveTo>
                <a:cubicBezTo>
                  <a:pt x="203" y="92"/>
                  <a:pt x="238" y="124"/>
                  <a:pt x="238" y="168"/>
                </a:cubicBezTo>
                <a:cubicBezTo>
                  <a:pt x="238" y="210"/>
                  <a:pt x="203" y="245"/>
                  <a:pt x="161" y="245"/>
                </a:cubicBezTo>
                <a:cubicBezTo>
                  <a:pt x="120" y="245"/>
                  <a:pt x="85" y="210"/>
                  <a:pt x="85" y="168"/>
                </a:cubicBezTo>
                <a:cubicBezTo>
                  <a:pt x="85" y="126"/>
                  <a:pt x="120" y="92"/>
                  <a:pt x="161" y="92"/>
                </a:cubicBezTo>
                <a:close/>
                <a:moveTo>
                  <a:pt x="167" y="1"/>
                </a:moveTo>
                <a:cubicBezTo>
                  <a:pt x="75" y="1"/>
                  <a:pt x="1" y="75"/>
                  <a:pt x="1" y="167"/>
                </a:cubicBezTo>
                <a:cubicBezTo>
                  <a:pt x="1" y="259"/>
                  <a:pt x="75" y="333"/>
                  <a:pt x="167" y="333"/>
                </a:cubicBezTo>
                <a:cubicBezTo>
                  <a:pt x="258" y="333"/>
                  <a:pt x="331" y="259"/>
                  <a:pt x="333" y="167"/>
                </a:cubicBezTo>
                <a:cubicBezTo>
                  <a:pt x="333" y="75"/>
                  <a:pt x="258" y="1"/>
                  <a:pt x="167" y="1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8" name="Google Shape;1678;p19"/>
          <p:cNvSpPr/>
          <p:nvPr/>
        </p:nvSpPr>
        <p:spPr>
          <a:xfrm>
            <a:off x="4672337" y="4566575"/>
            <a:ext cx="43736" cy="44132"/>
          </a:xfrm>
          <a:custGeom>
            <a:avLst/>
            <a:gdLst/>
            <a:ahLst/>
            <a:cxnLst/>
            <a:rect l="l" t="t" r="r" b="b"/>
            <a:pathLst>
              <a:path w="331" h="334" extrusionOk="0">
                <a:moveTo>
                  <a:pt x="166" y="91"/>
                </a:moveTo>
                <a:cubicBezTo>
                  <a:pt x="208" y="91"/>
                  <a:pt x="243" y="123"/>
                  <a:pt x="243" y="167"/>
                </a:cubicBezTo>
                <a:cubicBezTo>
                  <a:pt x="243" y="209"/>
                  <a:pt x="208" y="244"/>
                  <a:pt x="166" y="244"/>
                </a:cubicBezTo>
                <a:cubicBezTo>
                  <a:pt x="122" y="244"/>
                  <a:pt x="88" y="209"/>
                  <a:pt x="88" y="167"/>
                </a:cubicBezTo>
                <a:cubicBezTo>
                  <a:pt x="88" y="125"/>
                  <a:pt x="123" y="91"/>
                  <a:pt x="166" y="91"/>
                </a:cubicBezTo>
                <a:close/>
                <a:moveTo>
                  <a:pt x="166" y="1"/>
                </a:moveTo>
                <a:cubicBezTo>
                  <a:pt x="74" y="1"/>
                  <a:pt x="0" y="75"/>
                  <a:pt x="0" y="167"/>
                </a:cubicBezTo>
                <a:cubicBezTo>
                  <a:pt x="0" y="259"/>
                  <a:pt x="74" y="333"/>
                  <a:pt x="166" y="333"/>
                </a:cubicBezTo>
                <a:cubicBezTo>
                  <a:pt x="257" y="333"/>
                  <a:pt x="331" y="258"/>
                  <a:pt x="331" y="167"/>
                </a:cubicBezTo>
                <a:cubicBezTo>
                  <a:pt x="331" y="75"/>
                  <a:pt x="257" y="1"/>
                  <a:pt x="166" y="1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79" name="Google Shape;1679;p19"/>
          <p:cNvSpPr/>
          <p:nvPr/>
        </p:nvSpPr>
        <p:spPr>
          <a:xfrm>
            <a:off x="4643665" y="4444220"/>
            <a:ext cx="214849" cy="96853"/>
          </a:xfrm>
          <a:custGeom>
            <a:avLst/>
            <a:gdLst/>
            <a:ahLst/>
            <a:cxnLst/>
            <a:rect l="l" t="t" r="r" b="b"/>
            <a:pathLst>
              <a:path w="1626" h="733" extrusionOk="0">
                <a:moveTo>
                  <a:pt x="185" y="1"/>
                </a:moveTo>
                <a:lnTo>
                  <a:pt x="1" y="716"/>
                </a:lnTo>
                <a:lnTo>
                  <a:pt x="67" y="732"/>
                </a:lnTo>
                <a:lnTo>
                  <a:pt x="209" y="180"/>
                </a:lnTo>
                <a:lnTo>
                  <a:pt x="221" y="180"/>
                </a:lnTo>
                <a:lnTo>
                  <a:pt x="152" y="724"/>
                </a:lnTo>
                <a:lnTo>
                  <a:pt x="220" y="732"/>
                </a:lnTo>
                <a:lnTo>
                  <a:pt x="290" y="180"/>
                </a:lnTo>
                <a:lnTo>
                  <a:pt x="742" y="180"/>
                </a:lnTo>
                <a:lnTo>
                  <a:pt x="742" y="732"/>
                </a:lnTo>
                <a:lnTo>
                  <a:pt x="812" y="732"/>
                </a:lnTo>
                <a:lnTo>
                  <a:pt x="812" y="180"/>
                </a:lnTo>
                <a:lnTo>
                  <a:pt x="1346" y="180"/>
                </a:lnTo>
                <a:lnTo>
                  <a:pt x="1417" y="732"/>
                </a:lnTo>
                <a:lnTo>
                  <a:pt x="1484" y="724"/>
                </a:lnTo>
                <a:lnTo>
                  <a:pt x="1425" y="249"/>
                </a:lnTo>
                <a:lnTo>
                  <a:pt x="1560" y="732"/>
                </a:lnTo>
                <a:lnTo>
                  <a:pt x="1625" y="715"/>
                </a:lnTo>
                <a:lnTo>
                  <a:pt x="1426" y="1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0" name="Google Shape;1680;p19"/>
          <p:cNvSpPr/>
          <p:nvPr/>
        </p:nvSpPr>
        <p:spPr>
          <a:xfrm>
            <a:off x="6998135" y="4103185"/>
            <a:ext cx="18103" cy="63952"/>
          </a:xfrm>
          <a:custGeom>
            <a:avLst/>
            <a:gdLst/>
            <a:ahLst/>
            <a:cxnLst/>
            <a:rect l="l" t="t" r="r" b="b"/>
            <a:pathLst>
              <a:path w="137" h="484" extrusionOk="0">
                <a:moveTo>
                  <a:pt x="136" y="0"/>
                </a:moveTo>
                <a:lnTo>
                  <a:pt x="0" y="483"/>
                </a:lnTo>
                <a:lnTo>
                  <a:pt x="75" y="483"/>
                </a:lnTo>
                <a:lnTo>
                  <a:pt x="76" y="474"/>
                </a:lnTo>
                <a:lnTo>
                  <a:pt x="1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1" name="Google Shape;1681;p19"/>
          <p:cNvSpPr/>
          <p:nvPr/>
        </p:nvSpPr>
        <p:spPr>
          <a:xfrm>
            <a:off x="7175061" y="4093805"/>
            <a:ext cx="20481" cy="73335"/>
          </a:xfrm>
          <a:custGeom>
            <a:avLst/>
            <a:gdLst/>
            <a:ahLst/>
            <a:cxnLst/>
            <a:rect l="l" t="t" r="r" b="b"/>
            <a:pathLst>
              <a:path w="155" h="555" extrusionOk="0">
                <a:moveTo>
                  <a:pt x="1" y="0"/>
                </a:moveTo>
                <a:lnTo>
                  <a:pt x="70" y="545"/>
                </a:lnTo>
                <a:lnTo>
                  <a:pt x="71" y="554"/>
                </a:lnTo>
                <a:lnTo>
                  <a:pt x="154" y="554"/>
                </a:lnTo>
                <a:lnTo>
                  <a:pt x="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2" name="Google Shape;1682;p19"/>
          <p:cNvSpPr/>
          <p:nvPr/>
        </p:nvSpPr>
        <p:spPr>
          <a:xfrm>
            <a:off x="7106087" y="4093805"/>
            <a:ext cx="69237" cy="73335"/>
          </a:xfrm>
          <a:custGeom>
            <a:avLst/>
            <a:gdLst/>
            <a:ahLst/>
            <a:cxnLst/>
            <a:rect l="l" t="t" r="r" b="b"/>
            <a:pathLst>
              <a:path w="524" h="555" extrusionOk="0">
                <a:moveTo>
                  <a:pt x="1" y="0"/>
                </a:moveTo>
                <a:lnTo>
                  <a:pt x="1" y="554"/>
                </a:lnTo>
                <a:lnTo>
                  <a:pt x="524" y="554"/>
                </a:lnTo>
                <a:lnTo>
                  <a:pt x="4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3" name="Google Shape;1683;p19"/>
          <p:cNvSpPr/>
          <p:nvPr/>
        </p:nvSpPr>
        <p:spPr>
          <a:xfrm>
            <a:off x="7017030" y="4093805"/>
            <a:ext cx="80205" cy="73335"/>
          </a:xfrm>
          <a:custGeom>
            <a:avLst/>
            <a:gdLst/>
            <a:ahLst/>
            <a:cxnLst/>
            <a:rect l="l" t="t" r="r" b="b"/>
            <a:pathLst>
              <a:path w="607" h="555" extrusionOk="0">
                <a:moveTo>
                  <a:pt x="71" y="0"/>
                </a:moveTo>
                <a:lnTo>
                  <a:pt x="1" y="554"/>
                </a:lnTo>
                <a:lnTo>
                  <a:pt x="606" y="554"/>
                </a:lnTo>
                <a:lnTo>
                  <a:pt x="60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4" name="Google Shape;1684;p19"/>
          <p:cNvSpPr/>
          <p:nvPr/>
        </p:nvSpPr>
        <p:spPr>
          <a:xfrm>
            <a:off x="6943300" y="4164629"/>
            <a:ext cx="279859" cy="50079"/>
          </a:xfrm>
          <a:custGeom>
            <a:avLst/>
            <a:gdLst/>
            <a:ahLst/>
            <a:cxnLst/>
            <a:rect l="l" t="t" r="r" b="b"/>
            <a:pathLst>
              <a:path w="2118" h="379" extrusionOk="0">
                <a:moveTo>
                  <a:pt x="350" y="1"/>
                </a:moveTo>
                <a:lnTo>
                  <a:pt x="345" y="18"/>
                </a:lnTo>
                <a:lnTo>
                  <a:pt x="107" y="18"/>
                </a:lnTo>
                <a:lnTo>
                  <a:pt x="55" y="263"/>
                </a:lnTo>
                <a:lnTo>
                  <a:pt x="1" y="263"/>
                </a:lnTo>
                <a:lnTo>
                  <a:pt x="1" y="378"/>
                </a:lnTo>
                <a:lnTo>
                  <a:pt x="307" y="378"/>
                </a:lnTo>
                <a:cubicBezTo>
                  <a:pt x="307" y="263"/>
                  <a:pt x="401" y="166"/>
                  <a:pt x="518" y="166"/>
                </a:cubicBezTo>
                <a:cubicBezTo>
                  <a:pt x="634" y="166"/>
                  <a:pt x="728" y="262"/>
                  <a:pt x="728" y="378"/>
                </a:cubicBezTo>
                <a:lnTo>
                  <a:pt x="1380" y="378"/>
                </a:lnTo>
                <a:cubicBezTo>
                  <a:pt x="1380" y="263"/>
                  <a:pt x="1474" y="166"/>
                  <a:pt x="1591" y="166"/>
                </a:cubicBezTo>
                <a:cubicBezTo>
                  <a:pt x="1708" y="166"/>
                  <a:pt x="1803" y="262"/>
                  <a:pt x="1803" y="378"/>
                </a:cubicBezTo>
                <a:lnTo>
                  <a:pt x="2118" y="378"/>
                </a:lnTo>
                <a:lnTo>
                  <a:pt x="2118" y="263"/>
                </a:lnTo>
                <a:lnTo>
                  <a:pt x="2068" y="263"/>
                </a:lnTo>
                <a:lnTo>
                  <a:pt x="2037" y="18"/>
                </a:lnTo>
                <a:lnTo>
                  <a:pt x="1979" y="18"/>
                </a:lnTo>
                <a:lnTo>
                  <a:pt x="1974" y="2"/>
                </a:lnTo>
                <a:lnTo>
                  <a:pt x="1907" y="18"/>
                </a:lnTo>
                <a:lnTo>
                  <a:pt x="1825" y="18"/>
                </a:lnTo>
                <a:lnTo>
                  <a:pt x="1824" y="9"/>
                </a:lnTo>
                <a:lnTo>
                  <a:pt x="1756" y="18"/>
                </a:lnTo>
                <a:lnTo>
                  <a:pt x="559" y="18"/>
                </a:lnTo>
                <a:lnTo>
                  <a:pt x="491" y="9"/>
                </a:lnTo>
                <a:lnTo>
                  <a:pt x="490" y="18"/>
                </a:lnTo>
                <a:lnTo>
                  <a:pt x="415" y="18"/>
                </a:lnTo>
                <a:lnTo>
                  <a:pt x="350" y="1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5" name="Google Shape;1685;p19"/>
          <p:cNvSpPr/>
          <p:nvPr/>
        </p:nvSpPr>
        <p:spPr>
          <a:xfrm>
            <a:off x="6989811" y="4192508"/>
            <a:ext cx="44132" cy="44000"/>
          </a:xfrm>
          <a:custGeom>
            <a:avLst/>
            <a:gdLst/>
            <a:ahLst/>
            <a:cxnLst/>
            <a:rect l="l" t="t" r="r" b="b"/>
            <a:pathLst>
              <a:path w="334" h="333" extrusionOk="0">
                <a:moveTo>
                  <a:pt x="173" y="89"/>
                </a:moveTo>
                <a:cubicBezTo>
                  <a:pt x="215" y="89"/>
                  <a:pt x="250" y="123"/>
                  <a:pt x="250" y="166"/>
                </a:cubicBezTo>
                <a:cubicBezTo>
                  <a:pt x="250" y="209"/>
                  <a:pt x="215" y="243"/>
                  <a:pt x="173" y="243"/>
                </a:cubicBezTo>
                <a:cubicBezTo>
                  <a:pt x="129" y="243"/>
                  <a:pt x="94" y="209"/>
                  <a:pt x="96" y="166"/>
                </a:cubicBezTo>
                <a:cubicBezTo>
                  <a:pt x="96" y="124"/>
                  <a:pt x="130" y="89"/>
                  <a:pt x="173" y="89"/>
                </a:cubicBezTo>
                <a:close/>
                <a:moveTo>
                  <a:pt x="168" y="0"/>
                </a:moveTo>
                <a:cubicBezTo>
                  <a:pt x="76" y="0"/>
                  <a:pt x="1" y="74"/>
                  <a:pt x="1" y="166"/>
                </a:cubicBezTo>
                <a:cubicBezTo>
                  <a:pt x="1" y="258"/>
                  <a:pt x="76" y="333"/>
                  <a:pt x="168" y="333"/>
                </a:cubicBezTo>
                <a:cubicBezTo>
                  <a:pt x="260" y="333"/>
                  <a:pt x="334" y="257"/>
                  <a:pt x="334" y="166"/>
                </a:cubicBezTo>
                <a:cubicBezTo>
                  <a:pt x="334" y="74"/>
                  <a:pt x="260" y="0"/>
                  <a:pt x="168" y="0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6" name="Google Shape;1686;p19"/>
          <p:cNvSpPr/>
          <p:nvPr/>
        </p:nvSpPr>
        <p:spPr>
          <a:xfrm>
            <a:off x="7131854" y="4192508"/>
            <a:ext cx="43868" cy="44000"/>
          </a:xfrm>
          <a:custGeom>
            <a:avLst/>
            <a:gdLst/>
            <a:ahLst/>
            <a:cxnLst/>
            <a:rect l="l" t="t" r="r" b="b"/>
            <a:pathLst>
              <a:path w="332" h="333" extrusionOk="0">
                <a:moveTo>
                  <a:pt x="165" y="89"/>
                </a:moveTo>
                <a:cubicBezTo>
                  <a:pt x="209" y="89"/>
                  <a:pt x="244" y="123"/>
                  <a:pt x="244" y="166"/>
                </a:cubicBezTo>
                <a:cubicBezTo>
                  <a:pt x="244" y="209"/>
                  <a:pt x="209" y="243"/>
                  <a:pt x="165" y="243"/>
                </a:cubicBezTo>
                <a:cubicBezTo>
                  <a:pt x="123" y="243"/>
                  <a:pt x="88" y="209"/>
                  <a:pt x="88" y="166"/>
                </a:cubicBezTo>
                <a:cubicBezTo>
                  <a:pt x="88" y="124"/>
                  <a:pt x="123" y="89"/>
                  <a:pt x="165" y="89"/>
                </a:cubicBezTo>
                <a:close/>
                <a:moveTo>
                  <a:pt x="165" y="0"/>
                </a:moveTo>
                <a:cubicBezTo>
                  <a:pt x="75" y="0"/>
                  <a:pt x="0" y="74"/>
                  <a:pt x="0" y="166"/>
                </a:cubicBezTo>
                <a:cubicBezTo>
                  <a:pt x="0" y="258"/>
                  <a:pt x="75" y="333"/>
                  <a:pt x="165" y="333"/>
                </a:cubicBezTo>
                <a:cubicBezTo>
                  <a:pt x="257" y="333"/>
                  <a:pt x="332" y="257"/>
                  <a:pt x="332" y="166"/>
                </a:cubicBezTo>
                <a:cubicBezTo>
                  <a:pt x="332" y="74"/>
                  <a:pt x="257" y="0"/>
                  <a:pt x="165" y="0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7" name="Google Shape;1687;p19"/>
          <p:cNvSpPr/>
          <p:nvPr/>
        </p:nvSpPr>
        <p:spPr>
          <a:xfrm>
            <a:off x="6989547" y="4070286"/>
            <a:ext cx="214717" cy="96853"/>
          </a:xfrm>
          <a:custGeom>
            <a:avLst/>
            <a:gdLst/>
            <a:ahLst/>
            <a:cxnLst/>
            <a:rect l="l" t="t" r="r" b="b"/>
            <a:pathLst>
              <a:path w="1625" h="733" extrusionOk="0">
                <a:moveTo>
                  <a:pt x="200" y="0"/>
                </a:moveTo>
                <a:lnTo>
                  <a:pt x="1" y="713"/>
                </a:lnTo>
                <a:lnTo>
                  <a:pt x="65" y="732"/>
                </a:lnTo>
                <a:lnTo>
                  <a:pt x="201" y="249"/>
                </a:lnTo>
                <a:lnTo>
                  <a:pt x="141" y="723"/>
                </a:lnTo>
                <a:lnTo>
                  <a:pt x="209" y="732"/>
                </a:lnTo>
                <a:lnTo>
                  <a:pt x="279" y="178"/>
                </a:lnTo>
                <a:lnTo>
                  <a:pt x="814" y="178"/>
                </a:lnTo>
                <a:lnTo>
                  <a:pt x="814" y="732"/>
                </a:lnTo>
                <a:lnTo>
                  <a:pt x="883" y="732"/>
                </a:lnTo>
                <a:lnTo>
                  <a:pt x="883" y="178"/>
                </a:lnTo>
                <a:lnTo>
                  <a:pt x="1336" y="178"/>
                </a:lnTo>
                <a:lnTo>
                  <a:pt x="1406" y="732"/>
                </a:lnTo>
                <a:lnTo>
                  <a:pt x="1474" y="723"/>
                </a:lnTo>
                <a:lnTo>
                  <a:pt x="1405" y="178"/>
                </a:lnTo>
                <a:lnTo>
                  <a:pt x="1416" y="178"/>
                </a:lnTo>
                <a:lnTo>
                  <a:pt x="1558" y="732"/>
                </a:lnTo>
                <a:lnTo>
                  <a:pt x="1625" y="715"/>
                </a:lnTo>
                <a:lnTo>
                  <a:pt x="1441" y="0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8" name="Google Shape;1688;p19"/>
          <p:cNvSpPr/>
          <p:nvPr/>
        </p:nvSpPr>
        <p:spPr>
          <a:xfrm>
            <a:off x="5540713" y="2410700"/>
            <a:ext cx="32372" cy="60385"/>
          </a:xfrm>
          <a:custGeom>
            <a:avLst/>
            <a:gdLst/>
            <a:ahLst/>
            <a:cxnLst/>
            <a:rect l="l" t="t" r="r" b="b"/>
            <a:pathLst>
              <a:path w="245" h="457" extrusionOk="0">
                <a:moveTo>
                  <a:pt x="245" y="1"/>
                </a:moveTo>
                <a:lnTo>
                  <a:pt x="0" y="440"/>
                </a:lnTo>
                <a:lnTo>
                  <a:pt x="74" y="456"/>
                </a:lnTo>
                <a:lnTo>
                  <a:pt x="76" y="449"/>
                </a:lnTo>
                <a:lnTo>
                  <a:pt x="24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89" name="Google Shape;1689;p19"/>
          <p:cNvSpPr/>
          <p:nvPr/>
        </p:nvSpPr>
        <p:spPr>
          <a:xfrm>
            <a:off x="5721867" y="2438579"/>
            <a:ext cx="10967" cy="76109"/>
          </a:xfrm>
          <a:custGeom>
            <a:avLst/>
            <a:gdLst/>
            <a:ahLst/>
            <a:cxnLst/>
            <a:rect l="l" t="t" r="r" b="b"/>
            <a:pathLst>
              <a:path w="83" h="576" extrusionOk="0">
                <a:moveTo>
                  <a:pt x="61" y="1"/>
                </a:moveTo>
                <a:lnTo>
                  <a:pt x="0" y="547"/>
                </a:lnTo>
                <a:lnTo>
                  <a:pt x="0" y="555"/>
                </a:lnTo>
                <a:lnTo>
                  <a:pt x="82" y="576"/>
                </a:lnTo>
                <a:lnTo>
                  <a:pt x="71" y="4"/>
                </a:lnTo>
                <a:lnTo>
                  <a:pt x="6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90" name="Google Shape;1690;p19"/>
          <p:cNvSpPr/>
          <p:nvPr/>
        </p:nvSpPr>
        <p:spPr>
          <a:xfrm>
            <a:off x="5645891" y="2422723"/>
            <a:ext cx="75184" cy="87208"/>
          </a:xfrm>
          <a:custGeom>
            <a:avLst/>
            <a:gdLst/>
            <a:ahLst/>
            <a:cxnLst/>
            <a:rect l="l" t="t" r="r" b="b"/>
            <a:pathLst>
              <a:path w="569" h="660" extrusionOk="0">
                <a:moveTo>
                  <a:pt x="128" y="1"/>
                </a:moveTo>
                <a:lnTo>
                  <a:pt x="0" y="538"/>
                </a:lnTo>
                <a:lnTo>
                  <a:pt x="508" y="660"/>
                </a:lnTo>
                <a:lnTo>
                  <a:pt x="568" y="105"/>
                </a:lnTo>
                <a:lnTo>
                  <a:pt x="12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91" name="Google Shape;1691;p19"/>
          <p:cNvSpPr/>
          <p:nvPr/>
        </p:nvSpPr>
        <p:spPr>
          <a:xfrm>
            <a:off x="5559211" y="2404092"/>
            <a:ext cx="94740" cy="87736"/>
          </a:xfrm>
          <a:custGeom>
            <a:avLst/>
            <a:gdLst/>
            <a:ahLst/>
            <a:cxnLst/>
            <a:rect l="l" t="t" r="r" b="b"/>
            <a:pathLst>
              <a:path w="717" h="664" extrusionOk="0">
                <a:moveTo>
                  <a:pt x="197" y="1"/>
                </a:moveTo>
                <a:lnTo>
                  <a:pt x="1" y="522"/>
                </a:lnTo>
                <a:lnTo>
                  <a:pt x="589" y="664"/>
                </a:lnTo>
                <a:lnTo>
                  <a:pt x="717" y="125"/>
                </a:lnTo>
                <a:lnTo>
                  <a:pt x="1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92" name="Google Shape;1692;p19"/>
          <p:cNvSpPr/>
          <p:nvPr/>
        </p:nvSpPr>
        <p:spPr>
          <a:xfrm>
            <a:off x="5476364" y="2459192"/>
            <a:ext cx="275763" cy="107821"/>
          </a:xfrm>
          <a:custGeom>
            <a:avLst/>
            <a:gdLst/>
            <a:ahLst/>
            <a:cxnLst/>
            <a:rect l="l" t="t" r="r" b="b"/>
            <a:pathLst>
              <a:path w="2087" h="816" extrusionOk="0">
                <a:moveTo>
                  <a:pt x="189" y="0"/>
                </a:moveTo>
                <a:lnTo>
                  <a:pt x="80" y="225"/>
                </a:lnTo>
                <a:lnTo>
                  <a:pt x="27" y="212"/>
                </a:lnTo>
                <a:lnTo>
                  <a:pt x="0" y="324"/>
                </a:lnTo>
                <a:lnTo>
                  <a:pt x="29" y="331"/>
                </a:lnTo>
                <a:lnTo>
                  <a:pt x="235" y="380"/>
                </a:lnTo>
                <a:lnTo>
                  <a:pt x="300" y="395"/>
                </a:lnTo>
                <a:cubicBezTo>
                  <a:pt x="323" y="298"/>
                  <a:pt x="410" y="232"/>
                  <a:pt x="506" y="232"/>
                </a:cubicBezTo>
                <a:cubicBezTo>
                  <a:pt x="522" y="232"/>
                  <a:pt x="538" y="234"/>
                  <a:pt x="554" y="237"/>
                </a:cubicBezTo>
                <a:cubicBezTo>
                  <a:pt x="669" y="264"/>
                  <a:pt x="738" y="379"/>
                  <a:pt x="710" y="492"/>
                </a:cubicBezTo>
                <a:lnTo>
                  <a:pt x="1344" y="647"/>
                </a:lnTo>
                <a:cubicBezTo>
                  <a:pt x="1367" y="549"/>
                  <a:pt x="1453" y="484"/>
                  <a:pt x="1549" y="484"/>
                </a:cubicBezTo>
                <a:cubicBezTo>
                  <a:pt x="1565" y="484"/>
                  <a:pt x="1581" y="485"/>
                  <a:pt x="1598" y="489"/>
                </a:cubicBezTo>
                <a:cubicBezTo>
                  <a:pt x="1711" y="517"/>
                  <a:pt x="1782" y="630"/>
                  <a:pt x="1755" y="744"/>
                </a:cubicBezTo>
                <a:lnTo>
                  <a:pt x="1827" y="760"/>
                </a:lnTo>
                <a:lnTo>
                  <a:pt x="2026" y="808"/>
                </a:lnTo>
                <a:lnTo>
                  <a:pt x="2060" y="816"/>
                </a:lnTo>
                <a:lnTo>
                  <a:pt x="2087" y="703"/>
                </a:lnTo>
                <a:lnTo>
                  <a:pt x="2040" y="692"/>
                </a:lnTo>
                <a:lnTo>
                  <a:pt x="2066" y="447"/>
                </a:lnTo>
                <a:lnTo>
                  <a:pt x="2009" y="433"/>
                </a:lnTo>
                <a:lnTo>
                  <a:pt x="2009" y="416"/>
                </a:lnTo>
                <a:lnTo>
                  <a:pt x="1940" y="417"/>
                </a:lnTo>
                <a:lnTo>
                  <a:pt x="1858" y="399"/>
                </a:lnTo>
                <a:lnTo>
                  <a:pt x="1861" y="390"/>
                </a:lnTo>
                <a:lnTo>
                  <a:pt x="1792" y="382"/>
                </a:lnTo>
                <a:lnTo>
                  <a:pt x="1283" y="261"/>
                </a:lnTo>
                <a:lnTo>
                  <a:pt x="1217" y="245"/>
                </a:lnTo>
                <a:lnTo>
                  <a:pt x="629" y="104"/>
                </a:lnTo>
                <a:lnTo>
                  <a:pt x="564" y="80"/>
                </a:lnTo>
                <a:lnTo>
                  <a:pt x="562" y="88"/>
                </a:lnTo>
                <a:lnTo>
                  <a:pt x="489" y="72"/>
                </a:lnTo>
                <a:lnTo>
                  <a:pt x="429" y="38"/>
                </a:lnTo>
                <a:lnTo>
                  <a:pt x="420" y="54"/>
                </a:lnTo>
                <a:lnTo>
                  <a:pt x="189" y="0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93" name="Google Shape;1693;p19"/>
          <p:cNvSpPr/>
          <p:nvPr/>
        </p:nvSpPr>
        <p:spPr>
          <a:xfrm>
            <a:off x="5518780" y="2496057"/>
            <a:ext cx="48361" cy="44000"/>
          </a:xfrm>
          <a:custGeom>
            <a:avLst/>
            <a:gdLst/>
            <a:ahLst/>
            <a:cxnLst/>
            <a:rect l="l" t="t" r="r" b="b"/>
            <a:pathLst>
              <a:path w="366" h="333" extrusionOk="0">
                <a:moveTo>
                  <a:pt x="188" y="90"/>
                </a:moveTo>
                <a:cubicBezTo>
                  <a:pt x="194" y="90"/>
                  <a:pt x="200" y="91"/>
                  <a:pt x="206" y="93"/>
                </a:cubicBezTo>
                <a:cubicBezTo>
                  <a:pt x="248" y="103"/>
                  <a:pt x="274" y="144"/>
                  <a:pt x="264" y="187"/>
                </a:cubicBezTo>
                <a:cubicBezTo>
                  <a:pt x="255" y="222"/>
                  <a:pt x="223" y="246"/>
                  <a:pt x="189" y="246"/>
                </a:cubicBezTo>
                <a:cubicBezTo>
                  <a:pt x="183" y="246"/>
                  <a:pt x="177" y="245"/>
                  <a:pt x="171" y="244"/>
                </a:cubicBezTo>
                <a:cubicBezTo>
                  <a:pt x="130" y="234"/>
                  <a:pt x="104" y="193"/>
                  <a:pt x="113" y="151"/>
                </a:cubicBezTo>
                <a:cubicBezTo>
                  <a:pt x="122" y="114"/>
                  <a:pt x="154" y="90"/>
                  <a:pt x="188" y="90"/>
                </a:cubicBezTo>
                <a:close/>
                <a:moveTo>
                  <a:pt x="183" y="1"/>
                </a:moveTo>
                <a:cubicBezTo>
                  <a:pt x="109" y="1"/>
                  <a:pt x="41" y="52"/>
                  <a:pt x="22" y="128"/>
                </a:cubicBezTo>
                <a:cubicBezTo>
                  <a:pt x="1" y="218"/>
                  <a:pt x="56" y="307"/>
                  <a:pt x="145" y="328"/>
                </a:cubicBezTo>
                <a:cubicBezTo>
                  <a:pt x="158" y="331"/>
                  <a:pt x="171" y="332"/>
                  <a:pt x="184" y="332"/>
                </a:cubicBezTo>
                <a:cubicBezTo>
                  <a:pt x="259" y="332"/>
                  <a:pt x="326" y="281"/>
                  <a:pt x="344" y="205"/>
                </a:cubicBezTo>
                <a:cubicBezTo>
                  <a:pt x="366" y="116"/>
                  <a:pt x="312" y="28"/>
                  <a:pt x="222" y="6"/>
                </a:cubicBezTo>
                <a:cubicBezTo>
                  <a:pt x="209" y="2"/>
                  <a:pt x="196" y="1"/>
                  <a:pt x="183" y="1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94" name="Google Shape;1694;p19"/>
          <p:cNvSpPr/>
          <p:nvPr/>
        </p:nvSpPr>
        <p:spPr>
          <a:xfrm>
            <a:off x="5656990" y="2529089"/>
            <a:ext cx="48361" cy="44000"/>
          </a:xfrm>
          <a:custGeom>
            <a:avLst/>
            <a:gdLst/>
            <a:ahLst/>
            <a:cxnLst/>
            <a:rect l="l" t="t" r="r" b="b"/>
            <a:pathLst>
              <a:path w="366" h="333" extrusionOk="0">
                <a:moveTo>
                  <a:pt x="182" y="89"/>
                </a:moveTo>
                <a:cubicBezTo>
                  <a:pt x="188" y="89"/>
                  <a:pt x="194" y="90"/>
                  <a:pt x="200" y="91"/>
                </a:cubicBezTo>
                <a:cubicBezTo>
                  <a:pt x="243" y="101"/>
                  <a:pt x="268" y="142"/>
                  <a:pt x="258" y="184"/>
                </a:cubicBezTo>
                <a:cubicBezTo>
                  <a:pt x="250" y="220"/>
                  <a:pt x="219" y="244"/>
                  <a:pt x="183" y="244"/>
                </a:cubicBezTo>
                <a:cubicBezTo>
                  <a:pt x="177" y="244"/>
                  <a:pt x="170" y="243"/>
                  <a:pt x="164" y="242"/>
                </a:cubicBezTo>
                <a:cubicBezTo>
                  <a:pt x="123" y="231"/>
                  <a:pt x="98" y="190"/>
                  <a:pt x="107" y="148"/>
                </a:cubicBezTo>
                <a:cubicBezTo>
                  <a:pt x="115" y="113"/>
                  <a:pt x="147" y="89"/>
                  <a:pt x="182" y="89"/>
                </a:cubicBezTo>
                <a:close/>
                <a:moveTo>
                  <a:pt x="182" y="1"/>
                </a:moveTo>
                <a:cubicBezTo>
                  <a:pt x="107" y="1"/>
                  <a:pt x="39" y="52"/>
                  <a:pt x="21" y="128"/>
                </a:cubicBezTo>
                <a:cubicBezTo>
                  <a:pt x="0" y="216"/>
                  <a:pt x="56" y="306"/>
                  <a:pt x="144" y="328"/>
                </a:cubicBezTo>
                <a:cubicBezTo>
                  <a:pt x="157" y="331"/>
                  <a:pt x="170" y="332"/>
                  <a:pt x="182" y="332"/>
                </a:cubicBezTo>
                <a:cubicBezTo>
                  <a:pt x="258" y="332"/>
                  <a:pt x="325" y="280"/>
                  <a:pt x="343" y="205"/>
                </a:cubicBezTo>
                <a:cubicBezTo>
                  <a:pt x="366" y="117"/>
                  <a:pt x="310" y="27"/>
                  <a:pt x="220" y="5"/>
                </a:cubicBezTo>
                <a:cubicBezTo>
                  <a:pt x="207" y="2"/>
                  <a:pt x="194" y="1"/>
                  <a:pt x="182" y="1"/>
                </a:cubicBez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95" name="Google Shape;1695;p19"/>
          <p:cNvSpPr/>
          <p:nvPr/>
        </p:nvSpPr>
        <p:spPr>
          <a:xfrm>
            <a:off x="5532918" y="2378856"/>
            <a:ext cx="208903" cy="135833"/>
          </a:xfrm>
          <a:custGeom>
            <a:avLst/>
            <a:gdLst/>
            <a:ahLst/>
            <a:cxnLst/>
            <a:rect l="l" t="t" r="r" b="b"/>
            <a:pathLst>
              <a:path w="1581" h="1028" extrusionOk="0">
                <a:moveTo>
                  <a:pt x="360" y="0"/>
                </a:moveTo>
                <a:lnTo>
                  <a:pt x="0" y="647"/>
                </a:lnTo>
                <a:lnTo>
                  <a:pt x="59" y="681"/>
                </a:lnTo>
                <a:lnTo>
                  <a:pt x="304" y="242"/>
                </a:lnTo>
                <a:lnTo>
                  <a:pt x="135" y="690"/>
                </a:lnTo>
                <a:lnTo>
                  <a:pt x="200" y="713"/>
                </a:lnTo>
                <a:lnTo>
                  <a:pt x="396" y="192"/>
                </a:lnTo>
                <a:lnTo>
                  <a:pt x="916" y="316"/>
                </a:lnTo>
                <a:lnTo>
                  <a:pt x="788" y="855"/>
                </a:lnTo>
                <a:lnTo>
                  <a:pt x="855" y="870"/>
                </a:lnTo>
                <a:lnTo>
                  <a:pt x="983" y="333"/>
                </a:lnTo>
                <a:lnTo>
                  <a:pt x="1423" y="437"/>
                </a:lnTo>
                <a:lnTo>
                  <a:pt x="1363" y="992"/>
                </a:lnTo>
                <a:lnTo>
                  <a:pt x="1430" y="999"/>
                </a:lnTo>
                <a:lnTo>
                  <a:pt x="1491" y="453"/>
                </a:lnTo>
                <a:lnTo>
                  <a:pt x="1501" y="456"/>
                </a:lnTo>
                <a:lnTo>
                  <a:pt x="1512" y="1028"/>
                </a:lnTo>
                <a:lnTo>
                  <a:pt x="1581" y="1026"/>
                </a:lnTo>
                <a:lnTo>
                  <a:pt x="1568" y="288"/>
                </a:lnTo>
                <a:lnTo>
                  <a:pt x="360" y="0"/>
                </a:lnTo>
                <a:close/>
              </a:path>
            </a:pathLst>
          </a:custGeom>
          <a:solidFill>
            <a:srgbClr val="46A2C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96" name="Google Shape;1696;p19"/>
          <p:cNvSpPr/>
          <p:nvPr/>
        </p:nvSpPr>
        <p:spPr>
          <a:xfrm>
            <a:off x="4328660" y="5224595"/>
            <a:ext cx="2034853" cy="383187"/>
          </a:xfrm>
          <a:custGeom>
            <a:avLst/>
            <a:gdLst/>
            <a:ahLst/>
            <a:cxnLst/>
            <a:rect l="l" t="t" r="r" b="b"/>
            <a:pathLst>
              <a:path w="15400" h="2900" extrusionOk="0">
                <a:moveTo>
                  <a:pt x="1459" y="0"/>
                </a:moveTo>
                <a:cubicBezTo>
                  <a:pt x="653" y="0"/>
                  <a:pt x="1" y="652"/>
                  <a:pt x="1" y="1458"/>
                </a:cubicBezTo>
                <a:cubicBezTo>
                  <a:pt x="1" y="2255"/>
                  <a:pt x="647" y="2899"/>
                  <a:pt x="1442" y="2899"/>
                </a:cubicBezTo>
                <a:lnTo>
                  <a:pt x="13971" y="2899"/>
                </a:lnTo>
                <a:cubicBezTo>
                  <a:pt x="14760" y="2899"/>
                  <a:pt x="15400" y="2260"/>
                  <a:pt x="15398" y="1471"/>
                </a:cubicBezTo>
                <a:cubicBezTo>
                  <a:pt x="15398" y="658"/>
                  <a:pt x="14740" y="0"/>
                  <a:pt x="139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697" name="Google Shape;1697;p19"/>
          <p:cNvSpPr/>
          <p:nvPr/>
        </p:nvSpPr>
        <p:spPr>
          <a:xfrm>
            <a:off x="3951819" y="2278963"/>
            <a:ext cx="1127891" cy="551128"/>
          </a:xfrm>
          <a:custGeom>
            <a:avLst/>
            <a:gdLst/>
            <a:ahLst/>
            <a:cxnLst/>
            <a:rect l="l" t="t" r="r" b="b"/>
            <a:pathLst>
              <a:path w="8536" h="4171" extrusionOk="0">
                <a:moveTo>
                  <a:pt x="1619" y="0"/>
                </a:moveTo>
                <a:cubicBezTo>
                  <a:pt x="724" y="0"/>
                  <a:pt x="1" y="725"/>
                  <a:pt x="1" y="1617"/>
                </a:cubicBezTo>
                <a:cubicBezTo>
                  <a:pt x="1" y="2511"/>
                  <a:pt x="726" y="3234"/>
                  <a:pt x="1619" y="3234"/>
                </a:cubicBezTo>
                <a:lnTo>
                  <a:pt x="6385" y="3234"/>
                </a:lnTo>
                <a:lnTo>
                  <a:pt x="7321" y="4171"/>
                </a:lnTo>
                <a:lnTo>
                  <a:pt x="7321" y="3185"/>
                </a:lnTo>
                <a:cubicBezTo>
                  <a:pt x="8019" y="3006"/>
                  <a:pt x="8535" y="2373"/>
                  <a:pt x="8535" y="1618"/>
                </a:cubicBezTo>
                <a:cubicBezTo>
                  <a:pt x="8535" y="725"/>
                  <a:pt x="7810" y="0"/>
                  <a:pt x="69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6CAA72-C224-0461-330C-279F14CEE962}"/>
              </a:ext>
            </a:extLst>
          </p:cNvPr>
          <p:cNvGrpSpPr/>
          <p:nvPr/>
        </p:nvGrpSpPr>
        <p:grpSpPr>
          <a:xfrm>
            <a:off x="8851961" y="4450496"/>
            <a:ext cx="2568800" cy="1584934"/>
            <a:chOff x="9041576" y="4548734"/>
            <a:chExt cx="2568800" cy="1584934"/>
          </a:xfrm>
        </p:grpSpPr>
        <p:sp>
          <p:nvSpPr>
            <p:cNvPr id="1701" name="Google Shape;1701;p19"/>
            <p:cNvSpPr txBox="1"/>
            <p:nvPr/>
          </p:nvSpPr>
          <p:spPr>
            <a:xfrm>
              <a:off x="9041576" y="5370468"/>
              <a:ext cx="2568800" cy="76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/>
              <a:r>
                <a:rPr lang="en-US" sz="1600" dirty="0" err="1">
                  <a:latin typeface="Fira Sans"/>
                  <a:ea typeface="Fira Sans"/>
                  <a:cs typeface="Fira Sans"/>
                  <a:sym typeface="Fira Sans"/>
                </a:rPr>
                <a:t>Energieversorgung</a:t>
              </a:r>
              <a:r>
                <a:rPr lang="en-US" sz="1600" dirty="0"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-US" sz="1600" dirty="0" err="1">
                  <a:latin typeface="Fira Sans"/>
                  <a:ea typeface="Fira Sans"/>
                  <a:cs typeface="Fira Sans"/>
                  <a:sym typeface="Fira Sans"/>
                </a:rPr>
                <a:t>ist</a:t>
              </a:r>
              <a:r>
                <a:rPr lang="en-US" sz="1600" dirty="0"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-US" sz="1600" dirty="0" err="1">
                  <a:latin typeface="Fira Sans"/>
                  <a:ea typeface="Fira Sans"/>
                  <a:cs typeface="Fira Sans"/>
                  <a:sym typeface="Fira Sans"/>
                </a:rPr>
                <a:t>kritische</a:t>
              </a:r>
              <a:r>
                <a:rPr lang="en-US" sz="1600" dirty="0"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-US" sz="1600" dirty="0" err="1">
                  <a:latin typeface="Fira Sans"/>
                  <a:ea typeface="Fira Sans"/>
                  <a:cs typeface="Fira Sans"/>
                  <a:sym typeface="Fira Sans"/>
                </a:rPr>
                <a:t>Infrastruktur</a:t>
              </a:r>
              <a:endParaRPr sz="16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02" name="Google Shape;1702;p19"/>
            <p:cNvSpPr txBox="1"/>
            <p:nvPr/>
          </p:nvSpPr>
          <p:spPr>
            <a:xfrm>
              <a:off x="9150444" y="4548734"/>
              <a:ext cx="2459932" cy="9336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</a:pPr>
              <a:r>
                <a:rPr lang="en" sz="2000" b="1" dirty="0">
                  <a:solidFill>
                    <a:srgbClr val="F7D754"/>
                  </a:solidFill>
                  <a:latin typeface="Fira Sans"/>
                  <a:ea typeface="Fira Sans"/>
                  <a:cs typeface="Fira Sans"/>
                  <a:sym typeface="Fira Sans"/>
                </a:rPr>
                <a:t>DSGVO und IT-Sicherheitsgesetz</a:t>
              </a:r>
              <a:endParaRPr sz="2000" b="1" dirty="0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717B05A-8E65-45FF-CC95-052548E0696C}"/>
              </a:ext>
            </a:extLst>
          </p:cNvPr>
          <p:cNvGrpSpPr/>
          <p:nvPr/>
        </p:nvGrpSpPr>
        <p:grpSpPr>
          <a:xfrm>
            <a:off x="7794913" y="1379267"/>
            <a:ext cx="3223129" cy="2209396"/>
            <a:chOff x="8128405" y="1379267"/>
            <a:chExt cx="3223129" cy="2209396"/>
          </a:xfrm>
        </p:grpSpPr>
        <p:sp>
          <p:nvSpPr>
            <p:cNvPr id="1699" name="Google Shape;1699;p19"/>
            <p:cNvSpPr txBox="1"/>
            <p:nvPr/>
          </p:nvSpPr>
          <p:spPr>
            <a:xfrm>
              <a:off x="8782734" y="2179335"/>
              <a:ext cx="2568800" cy="1409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/>
              <a:r>
                <a:rPr lang="de-DE" sz="1600">
                  <a:latin typeface="Fira Sans"/>
                  <a:ea typeface="Fira Sans"/>
                  <a:cs typeface="Fira Sans"/>
                  <a:sym typeface="Fira Sans"/>
                </a:rPr>
                <a:t>Forecast-Algorithmen sind über Ports angebunden, Optimierungsverfahren sind ersetzbar</a:t>
              </a:r>
            </a:p>
          </p:txBody>
        </p:sp>
        <p:sp>
          <p:nvSpPr>
            <p:cNvPr id="1703" name="Google Shape;1703;p19"/>
            <p:cNvSpPr txBox="1"/>
            <p:nvPr/>
          </p:nvSpPr>
          <p:spPr>
            <a:xfrm>
              <a:off x="8128405" y="1379267"/>
              <a:ext cx="3223129" cy="7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 defTabSz="1219170">
                <a:lnSpc>
                  <a:spcPct val="115000"/>
                </a:lnSpc>
                <a:spcAft>
                  <a:spcPts val="2133"/>
                </a:spcAft>
              </a:pPr>
              <a:r>
                <a:rPr lang="en-US" sz="2000" b="1">
                  <a:solidFill>
                    <a:srgbClr val="4E6BAC"/>
                  </a:solidFill>
                  <a:latin typeface="Fira Sans"/>
                  <a:ea typeface="Fira Sans"/>
                  <a:cs typeface="Fira Sans"/>
                  <a:sym typeface="Fira Sans"/>
                </a:rPr>
                <a:t>Austauschbare Optimierungsverfahren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8C02876-E122-0FAE-E04A-C7A1EF98DB01}"/>
              </a:ext>
            </a:extLst>
          </p:cNvPr>
          <p:cNvGrpSpPr/>
          <p:nvPr/>
        </p:nvGrpSpPr>
        <p:grpSpPr>
          <a:xfrm>
            <a:off x="1306338" y="4554514"/>
            <a:ext cx="2255055" cy="1585333"/>
            <a:chOff x="922162" y="4572140"/>
            <a:chExt cx="2255055" cy="1585333"/>
          </a:xfrm>
        </p:grpSpPr>
        <p:sp>
          <p:nvSpPr>
            <p:cNvPr id="1698" name="Google Shape;1698;p19"/>
            <p:cNvSpPr txBox="1"/>
            <p:nvPr/>
          </p:nvSpPr>
          <p:spPr>
            <a:xfrm>
              <a:off x="922162" y="5393873"/>
              <a:ext cx="1862664" cy="7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defTabSz="1219170"/>
              <a:r>
                <a:rPr lang="de-DE" sz="1600">
                  <a:latin typeface="Fira Sans"/>
                  <a:ea typeface="Fira Sans"/>
                  <a:cs typeface="Fira Sans"/>
                  <a:sym typeface="Fira Sans"/>
                </a:rPr>
                <a:t>Telemetrie wird  asynchron gepolt</a:t>
              </a:r>
            </a:p>
          </p:txBody>
        </p:sp>
        <p:sp>
          <p:nvSpPr>
            <p:cNvPr id="1704" name="Google Shape;1704;p19"/>
            <p:cNvSpPr txBox="1"/>
            <p:nvPr/>
          </p:nvSpPr>
          <p:spPr>
            <a:xfrm>
              <a:off x="922162" y="4572140"/>
              <a:ext cx="2255055" cy="815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defTabSz="1219170">
                <a:lnSpc>
                  <a:spcPct val="115000"/>
                </a:lnSpc>
                <a:spcAft>
                  <a:spcPts val="2133"/>
                </a:spcAft>
              </a:pPr>
              <a:r>
                <a:rPr lang="en-US" sz="2000" b="1">
                  <a:solidFill>
                    <a:srgbClr val="DAA622"/>
                  </a:solidFill>
                  <a:latin typeface="Fira Sans"/>
                  <a:ea typeface="Fira Sans"/>
                  <a:cs typeface="Fira Sans"/>
                  <a:sym typeface="Fira Sans"/>
                </a:rPr>
                <a:t>Eventgetriebene Kommunikation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23199BA-A036-E03C-289F-F2D7E59667C8}"/>
              </a:ext>
            </a:extLst>
          </p:cNvPr>
          <p:cNvGrpSpPr/>
          <p:nvPr/>
        </p:nvGrpSpPr>
        <p:grpSpPr>
          <a:xfrm>
            <a:off x="713425" y="1460469"/>
            <a:ext cx="2820783" cy="2386843"/>
            <a:chOff x="396435" y="1445596"/>
            <a:chExt cx="2820783" cy="2386843"/>
          </a:xfrm>
        </p:grpSpPr>
        <p:sp>
          <p:nvSpPr>
            <p:cNvPr id="1700" name="Google Shape;1700;p19"/>
            <p:cNvSpPr txBox="1"/>
            <p:nvPr/>
          </p:nvSpPr>
          <p:spPr>
            <a:xfrm>
              <a:off x="396435" y="2245665"/>
              <a:ext cx="2820783" cy="1586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defTabSz="1219170"/>
              <a:r>
                <a:rPr lang="de-DE" sz="1600">
                  <a:latin typeface="Fira Sans"/>
                  <a:ea typeface="Fira Sans"/>
                  <a:cs typeface="Fira Sans"/>
                  <a:sym typeface="Fira Sans"/>
                </a:rPr>
                <a:t>Externe Abhängigkeiten sind über Ports abstrahiert unter Benutzung des Dependency Inversion Principles - Abhängikeiten von außen nach innen</a:t>
              </a:r>
            </a:p>
          </p:txBody>
        </p:sp>
        <p:sp>
          <p:nvSpPr>
            <p:cNvPr id="1705" name="Google Shape;1705;p19"/>
            <p:cNvSpPr txBox="1"/>
            <p:nvPr/>
          </p:nvSpPr>
          <p:spPr>
            <a:xfrm>
              <a:off x="396436" y="1445596"/>
              <a:ext cx="1745200" cy="763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defTabSz="1219170">
                <a:lnSpc>
                  <a:spcPct val="115000"/>
                </a:lnSpc>
                <a:spcAft>
                  <a:spcPts val="2133"/>
                </a:spcAft>
              </a:pPr>
              <a:r>
                <a:rPr lang="en" sz="2000" b="1">
                  <a:solidFill>
                    <a:srgbClr val="1E2F55"/>
                  </a:solidFill>
                  <a:latin typeface="Fira Sans"/>
                  <a:ea typeface="Fira Sans"/>
                  <a:cs typeface="Fira Sans"/>
                  <a:sym typeface="Fira Sans"/>
                </a:rPr>
                <a:t>Hexagonale Architektur</a:t>
              </a:r>
              <a:endParaRPr sz="2000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706" name="Google Shape;1706;p19"/>
          <p:cNvGrpSpPr/>
          <p:nvPr/>
        </p:nvGrpSpPr>
        <p:grpSpPr>
          <a:xfrm>
            <a:off x="5097993" y="5291448"/>
            <a:ext cx="281321" cy="281321"/>
            <a:chOff x="6235400" y="249400"/>
            <a:chExt cx="481825" cy="481825"/>
          </a:xfrm>
        </p:grpSpPr>
        <p:sp>
          <p:nvSpPr>
            <p:cNvPr id="1707" name="Google Shape;1707;p19"/>
            <p:cNvSpPr/>
            <p:nvPr/>
          </p:nvSpPr>
          <p:spPr>
            <a:xfrm>
              <a:off x="6425625" y="482025"/>
              <a:ext cx="177700" cy="135375"/>
            </a:xfrm>
            <a:custGeom>
              <a:avLst/>
              <a:gdLst/>
              <a:ahLst/>
              <a:cxnLst/>
              <a:rect l="l" t="t" r="r" b="b"/>
              <a:pathLst>
                <a:path w="7108" h="5415" extrusionOk="0">
                  <a:moveTo>
                    <a:pt x="5415" y="0"/>
                  </a:moveTo>
                  <a:lnTo>
                    <a:pt x="1" y="5415"/>
                  </a:lnTo>
                  <a:lnTo>
                    <a:pt x="7107" y="5415"/>
                  </a:lnTo>
                  <a:lnTo>
                    <a:pt x="7107" y="1696"/>
                  </a:lnTo>
                  <a:lnTo>
                    <a:pt x="54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08" name="Google Shape;1708;p19"/>
            <p:cNvSpPr/>
            <p:nvPr/>
          </p:nvSpPr>
          <p:spPr>
            <a:xfrm>
              <a:off x="6462150" y="41977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6" y="0"/>
                  </a:moveTo>
                  <a:cubicBezTo>
                    <a:pt x="253" y="0"/>
                    <a:pt x="0" y="250"/>
                    <a:pt x="0" y="563"/>
                  </a:cubicBezTo>
                  <a:cubicBezTo>
                    <a:pt x="0" y="876"/>
                    <a:pt x="253" y="1129"/>
                    <a:pt x="566" y="1129"/>
                  </a:cubicBezTo>
                  <a:cubicBezTo>
                    <a:pt x="877" y="1129"/>
                    <a:pt x="1130" y="876"/>
                    <a:pt x="1130" y="563"/>
                  </a:cubicBezTo>
                  <a:cubicBezTo>
                    <a:pt x="1130" y="250"/>
                    <a:pt x="877" y="0"/>
                    <a:pt x="5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09" name="Google Shape;1709;p19"/>
            <p:cNvSpPr/>
            <p:nvPr/>
          </p:nvSpPr>
          <p:spPr>
            <a:xfrm>
              <a:off x="6349225" y="508600"/>
              <a:ext cx="113625" cy="108800"/>
            </a:xfrm>
            <a:custGeom>
              <a:avLst/>
              <a:gdLst/>
              <a:ahLst/>
              <a:cxnLst/>
              <a:rect l="l" t="t" r="r" b="b"/>
              <a:pathLst>
                <a:path w="4545" h="4352" extrusionOk="0">
                  <a:moveTo>
                    <a:pt x="2858" y="0"/>
                  </a:moveTo>
                  <a:lnTo>
                    <a:pt x="0" y="2623"/>
                  </a:lnTo>
                  <a:lnTo>
                    <a:pt x="0" y="4352"/>
                  </a:lnTo>
                  <a:lnTo>
                    <a:pt x="1461" y="4352"/>
                  </a:lnTo>
                  <a:lnTo>
                    <a:pt x="4544" y="1265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10" name="Google Shape;1710;p19"/>
            <p:cNvSpPr/>
            <p:nvPr/>
          </p:nvSpPr>
          <p:spPr>
            <a:xfrm>
              <a:off x="6349225" y="363300"/>
              <a:ext cx="254100" cy="172575"/>
            </a:xfrm>
            <a:custGeom>
              <a:avLst/>
              <a:gdLst/>
              <a:ahLst/>
              <a:cxnLst/>
              <a:rect l="l" t="t" r="r" b="b"/>
              <a:pathLst>
                <a:path w="10164" h="6903" extrusionOk="0">
                  <a:moveTo>
                    <a:pt x="5083" y="1130"/>
                  </a:moveTo>
                  <a:cubicBezTo>
                    <a:pt x="5767" y="1130"/>
                    <a:pt x="6384" y="1542"/>
                    <a:pt x="6646" y="2175"/>
                  </a:cubicBezTo>
                  <a:cubicBezTo>
                    <a:pt x="6908" y="2807"/>
                    <a:pt x="6764" y="3536"/>
                    <a:pt x="6279" y="4021"/>
                  </a:cubicBezTo>
                  <a:cubicBezTo>
                    <a:pt x="5955" y="4345"/>
                    <a:pt x="5521" y="4517"/>
                    <a:pt x="5081" y="4517"/>
                  </a:cubicBezTo>
                  <a:cubicBezTo>
                    <a:pt x="4862" y="4517"/>
                    <a:pt x="4642" y="4475"/>
                    <a:pt x="4433" y="4388"/>
                  </a:cubicBezTo>
                  <a:cubicBezTo>
                    <a:pt x="3801" y="4126"/>
                    <a:pt x="3388" y="3509"/>
                    <a:pt x="3388" y="2822"/>
                  </a:cubicBezTo>
                  <a:cubicBezTo>
                    <a:pt x="3388" y="1886"/>
                    <a:pt x="4147" y="1130"/>
                    <a:pt x="5083" y="1130"/>
                  </a:cubicBezTo>
                  <a:close/>
                  <a:moveTo>
                    <a:pt x="0" y="1"/>
                  </a:moveTo>
                  <a:lnTo>
                    <a:pt x="0" y="6903"/>
                  </a:lnTo>
                  <a:lnTo>
                    <a:pt x="2443" y="4665"/>
                  </a:lnTo>
                  <a:cubicBezTo>
                    <a:pt x="2549" y="4567"/>
                    <a:pt x="2686" y="4517"/>
                    <a:pt x="2824" y="4517"/>
                  </a:cubicBezTo>
                  <a:cubicBezTo>
                    <a:pt x="2943" y="4517"/>
                    <a:pt x="3062" y="4554"/>
                    <a:pt x="3162" y="4629"/>
                  </a:cubicBezTo>
                  <a:lnTo>
                    <a:pt x="5351" y="6270"/>
                  </a:lnTo>
                  <a:lnTo>
                    <a:pt x="8071" y="3551"/>
                  </a:lnTo>
                  <a:cubicBezTo>
                    <a:pt x="8181" y="3441"/>
                    <a:pt x="8325" y="3386"/>
                    <a:pt x="8470" y="3386"/>
                  </a:cubicBezTo>
                  <a:cubicBezTo>
                    <a:pt x="8614" y="3386"/>
                    <a:pt x="8759" y="3441"/>
                    <a:pt x="8869" y="3551"/>
                  </a:cubicBezTo>
                  <a:lnTo>
                    <a:pt x="10163" y="4846"/>
                  </a:lnTo>
                  <a:lnTo>
                    <a:pt x="10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11" name="Google Shape;1711;p19"/>
            <p:cNvSpPr/>
            <p:nvPr/>
          </p:nvSpPr>
          <p:spPr>
            <a:xfrm>
              <a:off x="6235400" y="249400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5283" y="3427"/>
                  </a:moveTo>
                  <a:cubicBezTo>
                    <a:pt x="15593" y="3427"/>
                    <a:pt x="15846" y="3677"/>
                    <a:pt x="15846" y="3991"/>
                  </a:cubicBezTo>
                  <a:lnTo>
                    <a:pt x="15846" y="15283"/>
                  </a:lnTo>
                  <a:cubicBezTo>
                    <a:pt x="15846" y="15596"/>
                    <a:pt x="15593" y="15849"/>
                    <a:pt x="15283" y="15849"/>
                  </a:cubicBezTo>
                  <a:lnTo>
                    <a:pt x="3990" y="15849"/>
                  </a:lnTo>
                  <a:cubicBezTo>
                    <a:pt x="3677" y="15849"/>
                    <a:pt x="3424" y="15596"/>
                    <a:pt x="3424" y="15283"/>
                  </a:cubicBezTo>
                  <a:lnTo>
                    <a:pt x="3424" y="3991"/>
                  </a:lnTo>
                  <a:cubicBezTo>
                    <a:pt x="3424" y="3677"/>
                    <a:pt x="3677" y="3427"/>
                    <a:pt x="3990" y="3427"/>
                  </a:cubicBezTo>
                  <a:close/>
                  <a:moveTo>
                    <a:pt x="564" y="1"/>
                  </a:moveTo>
                  <a:cubicBezTo>
                    <a:pt x="250" y="1"/>
                    <a:pt x="0" y="254"/>
                    <a:pt x="0" y="567"/>
                  </a:cubicBezTo>
                  <a:lnTo>
                    <a:pt x="0" y="2861"/>
                  </a:lnTo>
                  <a:cubicBezTo>
                    <a:pt x="0" y="3175"/>
                    <a:pt x="250" y="3427"/>
                    <a:pt x="564" y="3427"/>
                  </a:cubicBezTo>
                  <a:cubicBezTo>
                    <a:pt x="877" y="3427"/>
                    <a:pt x="1127" y="3677"/>
                    <a:pt x="1127" y="3991"/>
                  </a:cubicBezTo>
                  <a:cubicBezTo>
                    <a:pt x="1127" y="4304"/>
                    <a:pt x="877" y="4557"/>
                    <a:pt x="564" y="4557"/>
                  </a:cubicBezTo>
                  <a:cubicBezTo>
                    <a:pt x="250" y="4557"/>
                    <a:pt x="0" y="4807"/>
                    <a:pt x="0" y="5120"/>
                  </a:cubicBezTo>
                  <a:lnTo>
                    <a:pt x="0" y="8507"/>
                  </a:lnTo>
                  <a:cubicBezTo>
                    <a:pt x="0" y="8821"/>
                    <a:pt x="250" y="9074"/>
                    <a:pt x="564" y="9074"/>
                  </a:cubicBezTo>
                  <a:cubicBezTo>
                    <a:pt x="877" y="9074"/>
                    <a:pt x="1127" y="9324"/>
                    <a:pt x="1127" y="9637"/>
                  </a:cubicBezTo>
                  <a:cubicBezTo>
                    <a:pt x="1127" y="9950"/>
                    <a:pt x="877" y="10203"/>
                    <a:pt x="564" y="10203"/>
                  </a:cubicBezTo>
                  <a:cubicBezTo>
                    <a:pt x="250" y="10203"/>
                    <a:pt x="0" y="10453"/>
                    <a:pt x="0" y="10766"/>
                  </a:cubicBezTo>
                  <a:lnTo>
                    <a:pt x="0" y="14154"/>
                  </a:lnTo>
                  <a:cubicBezTo>
                    <a:pt x="0" y="14467"/>
                    <a:pt x="250" y="14720"/>
                    <a:pt x="564" y="14720"/>
                  </a:cubicBezTo>
                  <a:cubicBezTo>
                    <a:pt x="877" y="14720"/>
                    <a:pt x="1127" y="14970"/>
                    <a:pt x="1127" y="15283"/>
                  </a:cubicBezTo>
                  <a:cubicBezTo>
                    <a:pt x="1127" y="15596"/>
                    <a:pt x="877" y="15849"/>
                    <a:pt x="564" y="15849"/>
                  </a:cubicBezTo>
                  <a:cubicBezTo>
                    <a:pt x="250" y="15849"/>
                    <a:pt x="0" y="16099"/>
                    <a:pt x="0" y="16412"/>
                  </a:cubicBezTo>
                  <a:lnTo>
                    <a:pt x="0" y="18710"/>
                  </a:lnTo>
                  <a:cubicBezTo>
                    <a:pt x="0" y="19020"/>
                    <a:pt x="250" y="19273"/>
                    <a:pt x="564" y="19273"/>
                  </a:cubicBezTo>
                  <a:lnTo>
                    <a:pt x="2861" y="19273"/>
                  </a:lnTo>
                  <a:cubicBezTo>
                    <a:pt x="3171" y="19273"/>
                    <a:pt x="3424" y="19020"/>
                    <a:pt x="3424" y="18710"/>
                  </a:cubicBezTo>
                  <a:cubicBezTo>
                    <a:pt x="3424" y="18396"/>
                    <a:pt x="3677" y="18143"/>
                    <a:pt x="3990" y="18143"/>
                  </a:cubicBezTo>
                  <a:cubicBezTo>
                    <a:pt x="4300" y="18143"/>
                    <a:pt x="4553" y="18396"/>
                    <a:pt x="4553" y="18710"/>
                  </a:cubicBezTo>
                  <a:cubicBezTo>
                    <a:pt x="4553" y="19020"/>
                    <a:pt x="4806" y="19273"/>
                    <a:pt x="5120" y="19273"/>
                  </a:cubicBezTo>
                  <a:lnTo>
                    <a:pt x="8507" y="19273"/>
                  </a:lnTo>
                  <a:cubicBezTo>
                    <a:pt x="8817" y="19273"/>
                    <a:pt x="9070" y="19020"/>
                    <a:pt x="9070" y="18710"/>
                  </a:cubicBezTo>
                  <a:cubicBezTo>
                    <a:pt x="9070" y="18396"/>
                    <a:pt x="9323" y="18143"/>
                    <a:pt x="9636" y="18143"/>
                  </a:cubicBezTo>
                  <a:cubicBezTo>
                    <a:pt x="9947" y="18143"/>
                    <a:pt x="10200" y="18396"/>
                    <a:pt x="10200" y="18710"/>
                  </a:cubicBezTo>
                  <a:cubicBezTo>
                    <a:pt x="10200" y="19020"/>
                    <a:pt x="10452" y="19273"/>
                    <a:pt x="10766" y="19273"/>
                  </a:cubicBezTo>
                  <a:lnTo>
                    <a:pt x="14153" y="19273"/>
                  </a:lnTo>
                  <a:cubicBezTo>
                    <a:pt x="14463" y="19273"/>
                    <a:pt x="14716" y="19020"/>
                    <a:pt x="14716" y="18710"/>
                  </a:cubicBezTo>
                  <a:cubicBezTo>
                    <a:pt x="14716" y="18396"/>
                    <a:pt x="14969" y="18143"/>
                    <a:pt x="15283" y="18143"/>
                  </a:cubicBezTo>
                  <a:cubicBezTo>
                    <a:pt x="15593" y="18143"/>
                    <a:pt x="15846" y="18396"/>
                    <a:pt x="15846" y="18710"/>
                  </a:cubicBezTo>
                  <a:cubicBezTo>
                    <a:pt x="15846" y="19020"/>
                    <a:pt x="16099" y="19273"/>
                    <a:pt x="16412" y="19273"/>
                  </a:cubicBezTo>
                  <a:lnTo>
                    <a:pt x="18706" y="19273"/>
                  </a:lnTo>
                  <a:cubicBezTo>
                    <a:pt x="19019" y="19273"/>
                    <a:pt x="19272" y="19020"/>
                    <a:pt x="19272" y="18710"/>
                  </a:cubicBezTo>
                  <a:lnTo>
                    <a:pt x="19272" y="16412"/>
                  </a:lnTo>
                  <a:cubicBezTo>
                    <a:pt x="19272" y="16099"/>
                    <a:pt x="19019" y="15849"/>
                    <a:pt x="18706" y="15849"/>
                  </a:cubicBezTo>
                  <a:cubicBezTo>
                    <a:pt x="18393" y="15849"/>
                    <a:pt x="18143" y="15596"/>
                    <a:pt x="18143" y="15283"/>
                  </a:cubicBezTo>
                  <a:cubicBezTo>
                    <a:pt x="18143" y="14970"/>
                    <a:pt x="18393" y="14720"/>
                    <a:pt x="18706" y="14720"/>
                  </a:cubicBezTo>
                  <a:cubicBezTo>
                    <a:pt x="19019" y="14720"/>
                    <a:pt x="19272" y="14467"/>
                    <a:pt x="19272" y="14154"/>
                  </a:cubicBezTo>
                  <a:lnTo>
                    <a:pt x="19272" y="10766"/>
                  </a:lnTo>
                  <a:cubicBezTo>
                    <a:pt x="19272" y="10453"/>
                    <a:pt x="19019" y="10203"/>
                    <a:pt x="18706" y="10203"/>
                  </a:cubicBezTo>
                  <a:cubicBezTo>
                    <a:pt x="18393" y="10203"/>
                    <a:pt x="18143" y="9950"/>
                    <a:pt x="18143" y="9637"/>
                  </a:cubicBezTo>
                  <a:cubicBezTo>
                    <a:pt x="18143" y="9324"/>
                    <a:pt x="18393" y="9074"/>
                    <a:pt x="18706" y="9074"/>
                  </a:cubicBezTo>
                  <a:cubicBezTo>
                    <a:pt x="19019" y="9074"/>
                    <a:pt x="19272" y="8821"/>
                    <a:pt x="19272" y="8507"/>
                  </a:cubicBezTo>
                  <a:lnTo>
                    <a:pt x="19272" y="5120"/>
                  </a:lnTo>
                  <a:cubicBezTo>
                    <a:pt x="19272" y="4807"/>
                    <a:pt x="19019" y="4557"/>
                    <a:pt x="18706" y="4557"/>
                  </a:cubicBezTo>
                  <a:cubicBezTo>
                    <a:pt x="18393" y="4557"/>
                    <a:pt x="18143" y="4304"/>
                    <a:pt x="18143" y="3991"/>
                  </a:cubicBezTo>
                  <a:cubicBezTo>
                    <a:pt x="18143" y="3677"/>
                    <a:pt x="18393" y="3427"/>
                    <a:pt x="18706" y="3427"/>
                  </a:cubicBezTo>
                  <a:cubicBezTo>
                    <a:pt x="19019" y="3427"/>
                    <a:pt x="19272" y="3175"/>
                    <a:pt x="19272" y="2861"/>
                  </a:cubicBezTo>
                  <a:lnTo>
                    <a:pt x="19272" y="567"/>
                  </a:lnTo>
                  <a:cubicBezTo>
                    <a:pt x="19272" y="254"/>
                    <a:pt x="19019" y="1"/>
                    <a:pt x="18706" y="1"/>
                  </a:cubicBezTo>
                  <a:lnTo>
                    <a:pt x="16412" y="1"/>
                  </a:lnTo>
                  <a:cubicBezTo>
                    <a:pt x="16099" y="1"/>
                    <a:pt x="15846" y="254"/>
                    <a:pt x="15846" y="567"/>
                  </a:cubicBezTo>
                  <a:cubicBezTo>
                    <a:pt x="15846" y="877"/>
                    <a:pt x="15593" y="1130"/>
                    <a:pt x="15283" y="1130"/>
                  </a:cubicBezTo>
                  <a:cubicBezTo>
                    <a:pt x="14969" y="1130"/>
                    <a:pt x="14716" y="877"/>
                    <a:pt x="14716" y="567"/>
                  </a:cubicBezTo>
                  <a:cubicBezTo>
                    <a:pt x="14716" y="254"/>
                    <a:pt x="14463" y="1"/>
                    <a:pt x="14153" y="1"/>
                  </a:cubicBezTo>
                  <a:lnTo>
                    <a:pt x="10766" y="1"/>
                  </a:lnTo>
                  <a:cubicBezTo>
                    <a:pt x="10452" y="1"/>
                    <a:pt x="10200" y="254"/>
                    <a:pt x="10200" y="567"/>
                  </a:cubicBezTo>
                  <a:cubicBezTo>
                    <a:pt x="10200" y="877"/>
                    <a:pt x="9947" y="1130"/>
                    <a:pt x="9636" y="1130"/>
                  </a:cubicBezTo>
                  <a:cubicBezTo>
                    <a:pt x="9323" y="1130"/>
                    <a:pt x="9070" y="877"/>
                    <a:pt x="9070" y="567"/>
                  </a:cubicBezTo>
                  <a:cubicBezTo>
                    <a:pt x="9070" y="254"/>
                    <a:pt x="8817" y="1"/>
                    <a:pt x="8507" y="1"/>
                  </a:cubicBezTo>
                  <a:lnTo>
                    <a:pt x="5120" y="1"/>
                  </a:lnTo>
                  <a:cubicBezTo>
                    <a:pt x="4806" y="1"/>
                    <a:pt x="4553" y="254"/>
                    <a:pt x="4553" y="567"/>
                  </a:cubicBezTo>
                  <a:cubicBezTo>
                    <a:pt x="4553" y="877"/>
                    <a:pt x="4300" y="1130"/>
                    <a:pt x="3990" y="1130"/>
                  </a:cubicBezTo>
                  <a:cubicBezTo>
                    <a:pt x="3677" y="1130"/>
                    <a:pt x="3424" y="877"/>
                    <a:pt x="3424" y="567"/>
                  </a:cubicBezTo>
                  <a:cubicBezTo>
                    <a:pt x="3424" y="254"/>
                    <a:pt x="3171" y="1"/>
                    <a:pt x="2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</p:grpSp>
      <p:grpSp>
        <p:nvGrpSpPr>
          <p:cNvPr id="1712" name="Google Shape;1712;p19"/>
          <p:cNvGrpSpPr/>
          <p:nvPr/>
        </p:nvGrpSpPr>
        <p:grpSpPr>
          <a:xfrm>
            <a:off x="7545024" y="4701131"/>
            <a:ext cx="285059" cy="281336"/>
            <a:chOff x="6232000" y="1435050"/>
            <a:chExt cx="488225" cy="481850"/>
          </a:xfrm>
        </p:grpSpPr>
        <p:sp>
          <p:nvSpPr>
            <p:cNvPr id="1713" name="Google Shape;1713;p19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14" name="Google Shape;1714;p19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15" name="Google Shape;1715;p19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16" name="Google Shape;1716;p19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17" name="Google Shape;1717;p19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</p:grpSp>
      <p:grpSp>
        <p:nvGrpSpPr>
          <p:cNvPr id="1718" name="Google Shape;1718;p19"/>
          <p:cNvGrpSpPr/>
          <p:nvPr/>
        </p:nvGrpSpPr>
        <p:grpSpPr>
          <a:xfrm>
            <a:off x="7417800" y="2649621"/>
            <a:ext cx="242203" cy="281321"/>
            <a:chOff x="4492800" y="2027925"/>
            <a:chExt cx="414825" cy="481825"/>
          </a:xfrm>
        </p:grpSpPr>
        <p:sp>
          <p:nvSpPr>
            <p:cNvPr id="1719" name="Google Shape;1719;p19"/>
            <p:cNvSpPr/>
            <p:nvPr/>
          </p:nvSpPr>
          <p:spPr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  <p:sp>
          <p:nvSpPr>
            <p:cNvPr id="1720" name="Google Shape;1720;p19"/>
            <p:cNvSpPr/>
            <p:nvPr/>
          </p:nvSpPr>
          <p:spPr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>
                <a:solidFill>
                  <a:srgbClr val="435D74"/>
                </a:solidFill>
              </a:endParaRPr>
            </a:p>
          </p:txBody>
        </p:sp>
      </p:grpSp>
      <p:grpSp>
        <p:nvGrpSpPr>
          <p:cNvPr id="1721" name="Google Shape;1721;p19"/>
          <p:cNvGrpSpPr/>
          <p:nvPr/>
        </p:nvGrpSpPr>
        <p:grpSpPr>
          <a:xfrm>
            <a:off x="4367506" y="2355829"/>
            <a:ext cx="271933" cy="270788"/>
            <a:chOff x="-13946200" y="3647075"/>
            <a:chExt cx="353650" cy="352100"/>
          </a:xfrm>
        </p:grpSpPr>
        <p:sp>
          <p:nvSpPr>
            <p:cNvPr id="1722" name="Google Shape;1722;p19"/>
            <p:cNvSpPr/>
            <p:nvPr/>
          </p:nvSpPr>
          <p:spPr>
            <a:xfrm>
              <a:off x="-13717000" y="3647075"/>
              <a:ext cx="124450" cy="144150"/>
            </a:xfrm>
            <a:custGeom>
              <a:avLst/>
              <a:gdLst/>
              <a:ahLst/>
              <a:cxnLst/>
              <a:rect l="l" t="t" r="r" b="b"/>
              <a:pathLst>
                <a:path w="4978" h="5766" extrusionOk="0">
                  <a:moveTo>
                    <a:pt x="0" y="1"/>
                  </a:moveTo>
                  <a:lnTo>
                    <a:pt x="0" y="2868"/>
                  </a:lnTo>
                  <a:cubicBezTo>
                    <a:pt x="0" y="4317"/>
                    <a:pt x="1103" y="5514"/>
                    <a:pt x="2489" y="5703"/>
                  </a:cubicBezTo>
                  <a:cubicBezTo>
                    <a:pt x="1985" y="5167"/>
                    <a:pt x="1670" y="4474"/>
                    <a:pt x="1670" y="3687"/>
                  </a:cubicBezTo>
                  <a:lnTo>
                    <a:pt x="1670" y="2017"/>
                  </a:lnTo>
                  <a:cubicBezTo>
                    <a:pt x="1670" y="1796"/>
                    <a:pt x="1859" y="1607"/>
                    <a:pt x="2079" y="1607"/>
                  </a:cubicBezTo>
                  <a:cubicBezTo>
                    <a:pt x="2268" y="1607"/>
                    <a:pt x="2489" y="1796"/>
                    <a:pt x="2489" y="2017"/>
                  </a:cubicBezTo>
                  <a:lnTo>
                    <a:pt x="2489" y="3687"/>
                  </a:lnTo>
                  <a:cubicBezTo>
                    <a:pt x="2489" y="4821"/>
                    <a:pt x="3434" y="5766"/>
                    <a:pt x="4568" y="5766"/>
                  </a:cubicBezTo>
                  <a:lnTo>
                    <a:pt x="4978" y="5766"/>
                  </a:lnTo>
                  <a:lnTo>
                    <a:pt x="4978" y="379"/>
                  </a:lnTo>
                  <a:cubicBezTo>
                    <a:pt x="4978" y="127"/>
                    <a:pt x="4789" y="1"/>
                    <a:pt x="4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723" name="Google Shape;1723;p19"/>
            <p:cNvSpPr/>
            <p:nvPr/>
          </p:nvSpPr>
          <p:spPr>
            <a:xfrm>
              <a:off x="-13801275" y="3647075"/>
              <a:ext cx="63025" cy="61075"/>
            </a:xfrm>
            <a:custGeom>
              <a:avLst/>
              <a:gdLst/>
              <a:ahLst/>
              <a:cxnLst/>
              <a:rect l="l" t="t" r="r" b="b"/>
              <a:pathLst>
                <a:path w="2521" h="2443" extrusionOk="0">
                  <a:moveTo>
                    <a:pt x="0" y="1"/>
                  </a:moveTo>
                  <a:lnTo>
                    <a:pt x="0" y="2017"/>
                  </a:lnTo>
                  <a:cubicBezTo>
                    <a:pt x="347" y="2300"/>
                    <a:pt x="796" y="2442"/>
                    <a:pt x="1248" y="2442"/>
                  </a:cubicBezTo>
                  <a:cubicBezTo>
                    <a:pt x="1701" y="2442"/>
                    <a:pt x="2158" y="2300"/>
                    <a:pt x="2520" y="2017"/>
                  </a:cubicBezTo>
                  <a:lnTo>
                    <a:pt x="25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724" name="Google Shape;1724;p19"/>
            <p:cNvSpPr/>
            <p:nvPr/>
          </p:nvSpPr>
          <p:spPr>
            <a:xfrm>
              <a:off x="-13946200" y="3647075"/>
              <a:ext cx="124450" cy="143400"/>
            </a:xfrm>
            <a:custGeom>
              <a:avLst/>
              <a:gdLst/>
              <a:ahLst/>
              <a:cxnLst/>
              <a:rect l="l" t="t" r="r" b="b"/>
              <a:pathLst>
                <a:path w="4978" h="5736" extrusionOk="0">
                  <a:moveTo>
                    <a:pt x="441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5734"/>
                  </a:lnTo>
                  <a:lnTo>
                    <a:pt x="441" y="5734"/>
                  </a:lnTo>
                  <a:cubicBezTo>
                    <a:pt x="460" y="5735"/>
                    <a:pt x="478" y="5735"/>
                    <a:pt x="496" y="5735"/>
                  </a:cubicBezTo>
                  <a:cubicBezTo>
                    <a:pt x="1605" y="5735"/>
                    <a:pt x="2489" y="4802"/>
                    <a:pt x="2489" y="3687"/>
                  </a:cubicBezTo>
                  <a:lnTo>
                    <a:pt x="2489" y="2048"/>
                  </a:lnTo>
                  <a:cubicBezTo>
                    <a:pt x="2489" y="1796"/>
                    <a:pt x="2678" y="1607"/>
                    <a:pt x="2867" y="1607"/>
                  </a:cubicBezTo>
                  <a:cubicBezTo>
                    <a:pt x="3119" y="1607"/>
                    <a:pt x="3308" y="1796"/>
                    <a:pt x="3308" y="2048"/>
                  </a:cubicBezTo>
                  <a:lnTo>
                    <a:pt x="3308" y="3687"/>
                  </a:lnTo>
                  <a:cubicBezTo>
                    <a:pt x="3308" y="4474"/>
                    <a:pt x="2993" y="5199"/>
                    <a:pt x="2489" y="5703"/>
                  </a:cubicBezTo>
                  <a:cubicBezTo>
                    <a:pt x="3907" y="5514"/>
                    <a:pt x="4978" y="4317"/>
                    <a:pt x="4978" y="2868"/>
                  </a:cubicBezTo>
                  <a:lnTo>
                    <a:pt x="49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725" name="Google Shape;1725;p19"/>
            <p:cNvSpPr/>
            <p:nvPr/>
          </p:nvSpPr>
          <p:spPr>
            <a:xfrm>
              <a:off x="-13946200" y="3873900"/>
              <a:ext cx="352875" cy="125275"/>
            </a:xfrm>
            <a:custGeom>
              <a:avLst/>
              <a:gdLst/>
              <a:ahLst/>
              <a:cxnLst/>
              <a:rect l="l" t="t" r="r" b="b"/>
              <a:pathLst>
                <a:path w="14115" h="5011" extrusionOk="0">
                  <a:moveTo>
                    <a:pt x="4915" y="1"/>
                  </a:moveTo>
                  <a:lnTo>
                    <a:pt x="5766" y="1639"/>
                  </a:lnTo>
                  <a:cubicBezTo>
                    <a:pt x="5829" y="1797"/>
                    <a:pt x="5797" y="1986"/>
                    <a:pt x="5671" y="2112"/>
                  </a:cubicBezTo>
                  <a:cubicBezTo>
                    <a:pt x="5388" y="2332"/>
                    <a:pt x="5072" y="2458"/>
                    <a:pt x="4726" y="2458"/>
                  </a:cubicBezTo>
                  <a:cubicBezTo>
                    <a:pt x="4253" y="2458"/>
                    <a:pt x="3812" y="2206"/>
                    <a:pt x="3560" y="1828"/>
                  </a:cubicBezTo>
                  <a:cubicBezTo>
                    <a:pt x="3434" y="1671"/>
                    <a:pt x="3245" y="1592"/>
                    <a:pt x="3056" y="1592"/>
                  </a:cubicBezTo>
                  <a:cubicBezTo>
                    <a:pt x="2867" y="1592"/>
                    <a:pt x="2678" y="1671"/>
                    <a:pt x="2552" y="1828"/>
                  </a:cubicBezTo>
                  <a:cubicBezTo>
                    <a:pt x="2289" y="2214"/>
                    <a:pt x="1845" y="2411"/>
                    <a:pt x="1397" y="2411"/>
                  </a:cubicBezTo>
                  <a:cubicBezTo>
                    <a:pt x="931" y="2411"/>
                    <a:pt x="462" y="2199"/>
                    <a:pt x="189" y="1765"/>
                  </a:cubicBezTo>
                  <a:cubicBezTo>
                    <a:pt x="158" y="1702"/>
                    <a:pt x="95" y="1671"/>
                    <a:pt x="0" y="1608"/>
                  </a:cubicBezTo>
                  <a:lnTo>
                    <a:pt x="0" y="4569"/>
                  </a:lnTo>
                  <a:cubicBezTo>
                    <a:pt x="0" y="4821"/>
                    <a:pt x="189" y="5010"/>
                    <a:pt x="441" y="5010"/>
                  </a:cubicBezTo>
                  <a:lnTo>
                    <a:pt x="13705" y="5010"/>
                  </a:lnTo>
                  <a:cubicBezTo>
                    <a:pt x="13957" y="5010"/>
                    <a:pt x="14114" y="4821"/>
                    <a:pt x="14114" y="4569"/>
                  </a:cubicBezTo>
                  <a:lnTo>
                    <a:pt x="14114" y="1608"/>
                  </a:lnTo>
                  <a:cubicBezTo>
                    <a:pt x="14020" y="1671"/>
                    <a:pt x="13957" y="1702"/>
                    <a:pt x="13894" y="1765"/>
                  </a:cubicBezTo>
                  <a:cubicBezTo>
                    <a:pt x="13637" y="2199"/>
                    <a:pt x="13176" y="2411"/>
                    <a:pt x="12710" y="2411"/>
                  </a:cubicBezTo>
                  <a:cubicBezTo>
                    <a:pt x="12261" y="2411"/>
                    <a:pt x="11809" y="2214"/>
                    <a:pt x="11531" y="1828"/>
                  </a:cubicBezTo>
                  <a:cubicBezTo>
                    <a:pt x="11421" y="1671"/>
                    <a:pt x="11240" y="1592"/>
                    <a:pt x="11054" y="1592"/>
                  </a:cubicBezTo>
                  <a:cubicBezTo>
                    <a:pt x="10869" y="1592"/>
                    <a:pt x="10680" y="1671"/>
                    <a:pt x="10554" y="1828"/>
                  </a:cubicBezTo>
                  <a:cubicBezTo>
                    <a:pt x="10271" y="2206"/>
                    <a:pt x="9861" y="2458"/>
                    <a:pt x="9389" y="2458"/>
                  </a:cubicBezTo>
                  <a:cubicBezTo>
                    <a:pt x="9011" y="2458"/>
                    <a:pt x="8664" y="2332"/>
                    <a:pt x="8444" y="2112"/>
                  </a:cubicBezTo>
                  <a:cubicBezTo>
                    <a:pt x="8317" y="1986"/>
                    <a:pt x="8286" y="1797"/>
                    <a:pt x="8349" y="1639"/>
                  </a:cubicBezTo>
                  <a:lnTo>
                    <a:pt x="91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726" name="Google Shape;1726;p19"/>
            <p:cNvSpPr/>
            <p:nvPr/>
          </p:nvSpPr>
          <p:spPr>
            <a:xfrm>
              <a:off x="-13713850" y="3810125"/>
              <a:ext cx="120525" cy="105075"/>
            </a:xfrm>
            <a:custGeom>
              <a:avLst/>
              <a:gdLst/>
              <a:ahLst/>
              <a:cxnLst/>
              <a:rect l="l" t="t" r="r" b="b"/>
              <a:pathLst>
                <a:path w="4821" h="4203" extrusionOk="0">
                  <a:moveTo>
                    <a:pt x="2079" y="0"/>
                  </a:moveTo>
                  <a:lnTo>
                    <a:pt x="0" y="4190"/>
                  </a:lnTo>
                  <a:lnTo>
                    <a:pt x="189" y="4190"/>
                  </a:lnTo>
                  <a:cubicBezTo>
                    <a:pt x="378" y="4127"/>
                    <a:pt x="504" y="4064"/>
                    <a:pt x="599" y="3938"/>
                  </a:cubicBezTo>
                  <a:cubicBezTo>
                    <a:pt x="882" y="3529"/>
                    <a:pt x="1323" y="3324"/>
                    <a:pt x="1764" y="3324"/>
                  </a:cubicBezTo>
                  <a:cubicBezTo>
                    <a:pt x="2205" y="3324"/>
                    <a:pt x="2647" y="3529"/>
                    <a:pt x="2930" y="3938"/>
                  </a:cubicBezTo>
                  <a:cubicBezTo>
                    <a:pt x="3027" y="4099"/>
                    <a:pt x="3197" y="4202"/>
                    <a:pt x="3386" y="4202"/>
                  </a:cubicBezTo>
                  <a:cubicBezTo>
                    <a:pt x="3568" y="4202"/>
                    <a:pt x="3768" y="4107"/>
                    <a:pt x="3938" y="3875"/>
                  </a:cubicBezTo>
                  <a:cubicBezTo>
                    <a:pt x="4190" y="3560"/>
                    <a:pt x="4505" y="3403"/>
                    <a:pt x="4820" y="3308"/>
                  </a:cubicBezTo>
                  <a:lnTo>
                    <a:pt x="4820" y="95"/>
                  </a:lnTo>
                  <a:lnTo>
                    <a:pt x="2741" y="95"/>
                  </a:lnTo>
                  <a:cubicBezTo>
                    <a:pt x="2521" y="95"/>
                    <a:pt x="2332" y="32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727" name="Google Shape;1727;p19"/>
            <p:cNvSpPr/>
            <p:nvPr/>
          </p:nvSpPr>
          <p:spPr>
            <a:xfrm>
              <a:off x="-13946200" y="3810125"/>
              <a:ext cx="121300" cy="105175"/>
            </a:xfrm>
            <a:custGeom>
              <a:avLst/>
              <a:gdLst/>
              <a:ahLst/>
              <a:cxnLst/>
              <a:rect l="l" t="t" r="r" b="b"/>
              <a:pathLst>
                <a:path w="4852" h="4207" extrusionOk="0">
                  <a:moveTo>
                    <a:pt x="2773" y="0"/>
                  </a:moveTo>
                  <a:cubicBezTo>
                    <a:pt x="2521" y="32"/>
                    <a:pt x="2332" y="95"/>
                    <a:pt x="2080" y="95"/>
                  </a:cubicBezTo>
                  <a:lnTo>
                    <a:pt x="0" y="95"/>
                  </a:lnTo>
                  <a:lnTo>
                    <a:pt x="0" y="3340"/>
                  </a:lnTo>
                  <a:cubicBezTo>
                    <a:pt x="315" y="3434"/>
                    <a:pt x="630" y="3592"/>
                    <a:pt x="882" y="3907"/>
                  </a:cubicBezTo>
                  <a:cubicBezTo>
                    <a:pt x="1048" y="4118"/>
                    <a:pt x="1244" y="4206"/>
                    <a:pt x="1422" y="4206"/>
                  </a:cubicBezTo>
                  <a:cubicBezTo>
                    <a:pt x="1617" y="4206"/>
                    <a:pt x="1792" y="4102"/>
                    <a:pt x="1890" y="3938"/>
                  </a:cubicBezTo>
                  <a:cubicBezTo>
                    <a:pt x="2174" y="3529"/>
                    <a:pt x="2615" y="3324"/>
                    <a:pt x="3056" y="3324"/>
                  </a:cubicBezTo>
                  <a:cubicBezTo>
                    <a:pt x="3497" y="3324"/>
                    <a:pt x="3938" y="3529"/>
                    <a:pt x="4222" y="3938"/>
                  </a:cubicBezTo>
                  <a:cubicBezTo>
                    <a:pt x="4285" y="4096"/>
                    <a:pt x="4442" y="4190"/>
                    <a:pt x="4663" y="4190"/>
                  </a:cubicBezTo>
                  <a:lnTo>
                    <a:pt x="4852" y="4190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 descr="A diagram of energy management system&#10;&#10;AI-generated content may be incorrect.">
            <a:extLst>
              <a:ext uri="{FF2B5EF4-FFF2-40B4-BE49-F238E27FC236}">
                <a16:creationId xmlns:a16="http://schemas.microsoft.com/office/drawing/2014/main" id="{A197761A-FE9B-5458-CC62-3C0C22E803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1"/>
          <a:stretch>
            <a:fillRect/>
          </a:stretch>
        </p:blipFill>
        <p:spPr>
          <a:xfrm>
            <a:off x="103491" y="1733550"/>
            <a:ext cx="11985017" cy="4280043"/>
          </a:xfrm>
          <a:prstGeom prst="round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</p:pic>
      <p:sp>
        <p:nvSpPr>
          <p:cNvPr id="15" name="Google Shape;1600;p19">
            <a:extLst>
              <a:ext uri="{FF2B5EF4-FFF2-40B4-BE49-F238E27FC236}">
                <a16:creationId xmlns:a16="http://schemas.microsoft.com/office/drawing/2014/main" id="{9035B85E-2E82-D303-71D4-F0C15A0008AB}"/>
              </a:ext>
            </a:extLst>
          </p:cNvPr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Fachlicher Kontext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6239315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ADD33-D725-EE19-F11A-B457FDD41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 descr="A diagram of energy management system&#10;&#10;AI-generated content may be incorrect.">
            <a:extLst>
              <a:ext uri="{FF2B5EF4-FFF2-40B4-BE49-F238E27FC236}">
                <a16:creationId xmlns:a16="http://schemas.microsoft.com/office/drawing/2014/main" id="{BFAB0348-7C21-EAFC-F7D5-4E18C04E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1"/>
          <a:stretch>
            <a:fillRect/>
          </a:stretch>
        </p:blipFill>
        <p:spPr>
          <a:xfrm>
            <a:off x="103491" y="1733550"/>
            <a:ext cx="11985017" cy="4280043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</p:spPr>
      </p:pic>
      <p:sp>
        <p:nvSpPr>
          <p:cNvPr id="15" name="Google Shape;1600;p19">
            <a:extLst>
              <a:ext uri="{FF2B5EF4-FFF2-40B4-BE49-F238E27FC236}">
                <a16:creationId xmlns:a16="http://schemas.microsoft.com/office/drawing/2014/main" id="{F801D9B1-3567-81E3-2DAD-8530012A59F5}"/>
              </a:ext>
            </a:extLst>
          </p:cNvPr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Fachlicher Kontext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6" name="Content Placeholder 3" descr="A diagram of energy management system&#10;&#10;AI-generated content may be incorrect.">
            <a:extLst>
              <a:ext uri="{FF2B5EF4-FFF2-40B4-BE49-F238E27FC236}">
                <a16:creationId xmlns:a16="http://schemas.microsoft.com/office/drawing/2014/main" id="{60EE8CE6-45B1-2076-55B2-24A7A6DC3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50" r="8072" b="76411"/>
          <a:stretch>
            <a:fillRect/>
          </a:stretch>
        </p:blipFill>
        <p:spPr>
          <a:xfrm>
            <a:off x="5743575" y="1733550"/>
            <a:ext cx="5343525" cy="100965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</p:pic>
      <p:pic>
        <p:nvPicPr>
          <p:cNvPr id="17" name="Content Placeholder 3" descr="A diagram of energy management system&#10;&#10;AI-generated content may be incorrect.">
            <a:extLst>
              <a:ext uri="{FF2B5EF4-FFF2-40B4-BE49-F238E27FC236}">
                <a16:creationId xmlns:a16="http://schemas.microsoft.com/office/drawing/2014/main" id="{169F7A3C-D49D-A473-E779-0AEFDA7CC8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50" r="8072" b="76411"/>
          <a:stretch>
            <a:fillRect/>
          </a:stretch>
        </p:blipFill>
        <p:spPr>
          <a:xfrm>
            <a:off x="5743575" y="1733550"/>
            <a:ext cx="5343525" cy="100965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</p:pic>
      <p:pic>
        <p:nvPicPr>
          <p:cNvPr id="18" name="Content Placeholder 3" descr="A diagram of energy management system&#10;&#10;AI-generated content may be incorrect.">
            <a:extLst>
              <a:ext uri="{FF2B5EF4-FFF2-40B4-BE49-F238E27FC236}">
                <a16:creationId xmlns:a16="http://schemas.microsoft.com/office/drawing/2014/main" id="{8A461B61-3D7A-0523-8E41-B5826D17A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19" t="84119" r="24811" b="4"/>
          <a:stretch>
            <a:fillRect/>
          </a:stretch>
        </p:blipFill>
        <p:spPr>
          <a:xfrm>
            <a:off x="3048000" y="5334000"/>
            <a:ext cx="5962650" cy="67959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</p:pic>
      <p:pic>
        <p:nvPicPr>
          <p:cNvPr id="19" name="Content Placeholder 3" descr="A diagram of energy management system&#10;&#10;AI-generated content may be incorrect.">
            <a:extLst>
              <a:ext uri="{FF2B5EF4-FFF2-40B4-BE49-F238E27FC236}">
                <a16:creationId xmlns:a16="http://schemas.microsoft.com/office/drawing/2014/main" id="{5769A6D3-39CF-7C06-48B7-B7320432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26" t="4" r="69348" b="73515"/>
          <a:stretch>
            <a:fillRect/>
          </a:stretch>
        </p:blipFill>
        <p:spPr>
          <a:xfrm>
            <a:off x="2019300" y="1733548"/>
            <a:ext cx="1466850" cy="1133477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408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A3BB-E5A0-37B4-E68D-7F6800EBB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 descr="A diagram of a smart energy management system&#10;&#10;AI-generated content may be incorrect.">
            <a:extLst>
              <a:ext uri="{FF2B5EF4-FFF2-40B4-BE49-F238E27FC236}">
                <a16:creationId xmlns:a16="http://schemas.microsoft.com/office/drawing/2014/main" id="{C9B1CBB9-6D7F-6B97-4A9F-681FA910B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491"/>
          <a:stretch>
            <a:fillRect/>
          </a:stretch>
        </p:blipFill>
        <p:spPr>
          <a:xfrm>
            <a:off x="945022" y="1274987"/>
            <a:ext cx="10301956" cy="2931571"/>
          </a:xfrm>
          <a:prstGeom prst="roundRect">
            <a:avLst/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</p:pic>
      <p:sp>
        <p:nvSpPr>
          <p:cNvPr id="5" name="Google Shape;1600;p19">
            <a:extLst>
              <a:ext uri="{FF2B5EF4-FFF2-40B4-BE49-F238E27FC236}">
                <a16:creationId xmlns:a16="http://schemas.microsoft.com/office/drawing/2014/main" id="{CDB5701F-BB1B-44BC-5515-F709A76089E4}"/>
              </a:ext>
            </a:extLst>
          </p:cNvPr>
          <p:cNvSpPr txBox="1"/>
          <p:nvPr/>
        </p:nvSpPr>
        <p:spPr>
          <a:xfrm>
            <a:off x="415600" y="104417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Technischer Kontext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81587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C191-A8DA-6A93-731E-9D8D3042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00;p19">
            <a:extLst>
              <a:ext uri="{FF2B5EF4-FFF2-40B4-BE49-F238E27FC236}">
                <a16:creationId xmlns:a16="http://schemas.microsoft.com/office/drawing/2014/main" id="{D4844BC0-97CC-94A2-A0FE-9BEA0FF8638D}"/>
              </a:ext>
            </a:extLst>
          </p:cNvPr>
          <p:cNvSpPr txBox="1"/>
          <p:nvPr/>
        </p:nvSpPr>
        <p:spPr>
          <a:xfrm>
            <a:off x="415600" y="104417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Technischer Kontext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" name="Content Placeholder 5" descr="A diagram of a smart energy management system&#10;&#10;AI-generated content may be incorrect.">
            <a:extLst>
              <a:ext uri="{FF2B5EF4-FFF2-40B4-BE49-F238E27FC236}">
                <a16:creationId xmlns:a16="http://schemas.microsoft.com/office/drawing/2014/main" id="{9A94120B-7909-919F-4B27-F4A30402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37" b="44339"/>
          <a:stretch>
            <a:fillRect/>
          </a:stretch>
        </p:blipFill>
        <p:spPr>
          <a:xfrm>
            <a:off x="945022" y="1733184"/>
            <a:ext cx="10301956" cy="4012898"/>
          </a:xfrm>
          <a:prstGeom prst="round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84657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ACC3-E576-9600-2421-C0EB5862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00;p19">
            <a:extLst>
              <a:ext uri="{FF2B5EF4-FFF2-40B4-BE49-F238E27FC236}">
                <a16:creationId xmlns:a16="http://schemas.microsoft.com/office/drawing/2014/main" id="{73CA01DA-CCAB-4BE9-6D99-CE3F032DDBEC}"/>
              </a:ext>
            </a:extLst>
          </p:cNvPr>
          <p:cNvSpPr txBox="1"/>
          <p:nvPr/>
        </p:nvSpPr>
        <p:spPr>
          <a:xfrm>
            <a:off x="415600" y="104417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Technischer Kontext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Content Placeholder 5" descr="A diagram of a smart energy management system&#10;&#10;AI-generated content may be incorrect.">
            <a:extLst>
              <a:ext uri="{FF2B5EF4-FFF2-40B4-BE49-F238E27FC236}">
                <a16:creationId xmlns:a16="http://schemas.microsoft.com/office/drawing/2014/main" id="{16990B8E-91C3-3B47-1D17-59ADEE03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561" b="11873"/>
          <a:stretch>
            <a:fillRect/>
          </a:stretch>
        </p:blipFill>
        <p:spPr>
          <a:xfrm>
            <a:off x="945022" y="2200275"/>
            <a:ext cx="10299386" cy="4478891"/>
          </a:xfrm>
          <a:prstGeom prst="round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47432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3B073-3657-D104-B1B5-27360580E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 descr="A diagram of a smart energy management system&#10;&#10;AI-generated content may be incorrect.">
            <a:extLst>
              <a:ext uri="{FF2B5EF4-FFF2-40B4-BE49-F238E27FC236}">
                <a16:creationId xmlns:a16="http://schemas.microsoft.com/office/drawing/2014/main" id="{D2494A9C-092B-B328-8E14-EF74CA8F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676" y="941612"/>
            <a:ext cx="5594647" cy="5584375"/>
          </a:xfrm>
          <a:prstGeom prst="roundRect">
            <a:avLst>
              <a:gd name="adj" fmla="val 2169"/>
            </a:avLst>
          </a:prstGeom>
          <a:noFill/>
          <a:ln w="28575">
            <a:solidFill>
              <a:schemeClr val="accent3">
                <a:lumMod val="25000"/>
              </a:schemeClr>
            </a:solidFill>
          </a:ln>
        </p:spPr>
      </p:pic>
      <p:sp>
        <p:nvSpPr>
          <p:cNvPr id="5" name="Google Shape;1600;p19">
            <a:extLst>
              <a:ext uri="{FF2B5EF4-FFF2-40B4-BE49-F238E27FC236}">
                <a16:creationId xmlns:a16="http://schemas.microsoft.com/office/drawing/2014/main" id="{4165EA76-0E3E-938D-69D7-2EA05A537BAF}"/>
              </a:ext>
            </a:extLst>
          </p:cNvPr>
          <p:cNvSpPr txBox="1"/>
          <p:nvPr/>
        </p:nvSpPr>
        <p:spPr>
          <a:xfrm>
            <a:off x="415600" y="104417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Technischer Kontext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412164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7"/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Lösungsstrategien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131" name="Google Shape;3131;p27"/>
          <p:cNvGrpSpPr/>
          <p:nvPr/>
        </p:nvGrpSpPr>
        <p:grpSpPr>
          <a:xfrm>
            <a:off x="4191788" y="1944799"/>
            <a:ext cx="4001049" cy="2874015"/>
            <a:chOff x="2805225" y="1705450"/>
            <a:chExt cx="3559230" cy="2556650"/>
          </a:xfrm>
        </p:grpSpPr>
        <p:sp>
          <p:nvSpPr>
            <p:cNvPr id="3132" name="Google Shape;3132;p27"/>
            <p:cNvSpPr/>
            <p:nvPr/>
          </p:nvSpPr>
          <p:spPr>
            <a:xfrm>
              <a:off x="2805225" y="1705450"/>
              <a:ext cx="3559230" cy="2556640"/>
            </a:xfrm>
            <a:custGeom>
              <a:avLst/>
              <a:gdLst/>
              <a:ahLst/>
              <a:cxnLst/>
              <a:rect l="l" t="t" r="r" b="b"/>
              <a:pathLst>
                <a:path w="32284" h="23190" extrusionOk="0">
                  <a:moveTo>
                    <a:pt x="32283" y="16141"/>
                  </a:moveTo>
                  <a:cubicBezTo>
                    <a:pt x="32283" y="17825"/>
                    <a:pt x="32027" y="19448"/>
                    <a:pt x="31548" y="20974"/>
                  </a:cubicBezTo>
                  <a:cubicBezTo>
                    <a:pt x="31466" y="21237"/>
                    <a:pt x="31377" y="21497"/>
                    <a:pt x="31282" y="21754"/>
                  </a:cubicBezTo>
                  <a:cubicBezTo>
                    <a:pt x="31272" y="21782"/>
                    <a:pt x="31261" y="21810"/>
                    <a:pt x="31250" y="21838"/>
                  </a:cubicBezTo>
                  <a:cubicBezTo>
                    <a:pt x="31200" y="21970"/>
                    <a:pt x="31149" y="22101"/>
                    <a:pt x="31097" y="22232"/>
                  </a:cubicBezTo>
                  <a:cubicBezTo>
                    <a:pt x="31030" y="22393"/>
                    <a:pt x="30963" y="22554"/>
                    <a:pt x="30892" y="22710"/>
                  </a:cubicBezTo>
                  <a:cubicBezTo>
                    <a:pt x="30820" y="22872"/>
                    <a:pt x="30747" y="23032"/>
                    <a:pt x="30668" y="23189"/>
                  </a:cubicBezTo>
                  <a:lnTo>
                    <a:pt x="1618" y="23189"/>
                  </a:lnTo>
                  <a:cubicBezTo>
                    <a:pt x="1553" y="23058"/>
                    <a:pt x="1492" y="22926"/>
                    <a:pt x="1432" y="22795"/>
                  </a:cubicBezTo>
                  <a:lnTo>
                    <a:pt x="1393" y="22710"/>
                  </a:lnTo>
                  <a:cubicBezTo>
                    <a:pt x="1323" y="22552"/>
                    <a:pt x="1255" y="22393"/>
                    <a:pt x="1189" y="22232"/>
                  </a:cubicBezTo>
                  <a:cubicBezTo>
                    <a:pt x="1125" y="22074"/>
                    <a:pt x="1062" y="21915"/>
                    <a:pt x="1004" y="21754"/>
                  </a:cubicBezTo>
                  <a:cubicBezTo>
                    <a:pt x="886" y="21438"/>
                    <a:pt x="779" y="21118"/>
                    <a:pt x="681" y="20794"/>
                  </a:cubicBezTo>
                  <a:cubicBezTo>
                    <a:pt x="642" y="20664"/>
                    <a:pt x="605" y="20534"/>
                    <a:pt x="570" y="20403"/>
                  </a:cubicBezTo>
                  <a:cubicBezTo>
                    <a:pt x="199" y="19046"/>
                    <a:pt x="1" y="17618"/>
                    <a:pt x="1" y="16141"/>
                  </a:cubicBezTo>
                  <a:cubicBezTo>
                    <a:pt x="1" y="14729"/>
                    <a:pt x="182" y="13358"/>
                    <a:pt x="523" y="12054"/>
                  </a:cubicBezTo>
                  <a:cubicBezTo>
                    <a:pt x="2333" y="5120"/>
                    <a:pt x="8639" y="1"/>
                    <a:pt x="16142" y="1"/>
                  </a:cubicBezTo>
                  <a:cubicBezTo>
                    <a:pt x="23934" y="1"/>
                    <a:pt x="30437" y="5523"/>
                    <a:pt x="31950" y="12867"/>
                  </a:cubicBezTo>
                  <a:cubicBezTo>
                    <a:pt x="32170" y="13924"/>
                    <a:pt x="32283" y="15019"/>
                    <a:pt x="32283" y="161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33" name="Google Shape;3133;p27"/>
            <p:cNvSpPr/>
            <p:nvPr/>
          </p:nvSpPr>
          <p:spPr>
            <a:xfrm>
              <a:off x="3643441" y="2530325"/>
              <a:ext cx="42225" cy="577035"/>
            </a:xfrm>
            <a:custGeom>
              <a:avLst/>
              <a:gdLst/>
              <a:ahLst/>
              <a:cxnLst/>
              <a:rect l="l" t="t" r="r" b="b"/>
              <a:pathLst>
                <a:path w="383" h="5234" extrusionOk="0">
                  <a:moveTo>
                    <a:pt x="97" y="0"/>
                  </a:moveTo>
                  <a:lnTo>
                    <a:pt x="0" y="5234"/>
                  </a:lnTo>
                  <a:lnTo>
                    <a:pt x="383" y="523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34" name="Google Shape;3134;p27"/>
            <p:cNvSpPr/>
            <p:nvPr/>
          </p:nvSpPr>
          <p:spPr>
            <a:xfrm>
              <a:off x="3631204" y="2520403"/>
              <a:ext cx="66479" cy="28554"/>
            </a:xfrm>
            <a:custGeom>
              <a:avLst/>
              <a:gdLst/>
              <a:ahLst/>
              <a:cxnLst/>
              <a:rect l="l" t="t" r="r" b="b"/>
              <a:pathLst>
                <a:path w="603" h="259" extrusionOk="0">
                  <a:moveTo>
                    <a:pt x="97" y="0"/>
                  </a:moveTo>
                  <a:cubicBezTo>
                    <a:pt x="45" y="0"/>
                    <a:pt x="1" y="57"/>
                    <a:pt x="1" y="129"/>
                  </a:cubicBezTo>
                  <a:cubicBezTo>
                    <a:pt x="1" y="201"/>
                    <a:pt x="43" y="259"/>
                    <a:pt x="97" y="259"/>
                  </a:cubicBezTo>
                  <a:lnTo>
                    <a:pt x="506" y="259"/>
                  </a:lnTo>
                  <a:cubicBezTo>
                    <a:pt x="558" y="259"/>
                    <a:pt x="602" y="201"/>
                    <a:pt x="602" y="129"/>
                  </a:cubicBezTo>
                  <a:cubicBezTo>
                    <a:pt x="602" y="57"/>
                    <a:pt x="560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35" name="Google Shape;3135;p27"/>
            <p:cNvSpPr/>
            <p:nvPr/>
          </p:nvSpPr>
          <p:spPr>
            <a:xfrm>
              <a:off x="3468257" y="2531097"/>
              <a:ext cx="172427" cy="96577"/>
            </a:xfrm>
            <a:custGeom>
              <a:avLst/>
              <a:gdLst/>
              <a:ahLst/>
              <a:cxnLst/>
              <a:rect l="l" t="t" r="r" b="b"/>
              <a:pathLst>
                <a:path w="1564" h="876" extrusionOk="0">
                  <a:moveTo>
                    <a:pt x="1549" y="0"/>
                  </a:moveTo>
                  <a:lnTo>
                    <a:pt x="1370" y="5"/>
                  </a:lnTo>
                  <a:cubicBezTo>
                    <a:pt x="1310" y="6"/>
                    <a:pt x="1252" y="26"/>
                    <a:pt x="1200" y="60"/>
                  </a:cubicBezTo>
                  <a:lnTo>
                    <a:pt x="21" y="833"/>
                  </a:lnTo>
                  <a:cubicBezTo>
                    <a:pt x="1" y="847"/>
                    <a:pt x="12" y="876"/>
                    <a:pt x="32" y="876"/>
                  </a:cubicBezTo>
                  <a:cubicBezTo>
                    <a:pt x="35" y="876"/>
                    <a:pt x="38" y="875"/>
                    <a:pt x="41" y="874"/>
                  </a:cubicBezTo>
                  <a:lnTo>
                    <a:pt x="1261" y="429"/>
                  </a:lnTo>
                  <a:cubicBezTo>
                    <a:pt x="1302" y="414"/>
                    <a:pt x="1337" y="387"/>
                    <a:pt x="1361" y="351"/>
                  </a:cubicBezTo>
                  <a:cubicBezTo>
                    <a:pt x="1361" y="351"/>
                    <a:pt x="1556" y="97"/>
                    <a:pt x="1564" y="85"/>
                  </a:cubicBezTo>
                  <a:lnTo>
                    <a:pt x="15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36" name="Google Shape;3136;p27"/>
            <p:cNvSpPr/>
            <p:nvPr/>
          </p:nvSpPr>
          <p:spPr>
            <a:xfrm>
              <a:off x="3640575" y="2534294"/>
              <a:ext cx="168568" cy="106389"/>
            </a:xfrm>
            <a:custGeom>
              <a:avLst/>
              <a:gdLst/>
              <a:ahLst/>
              <a:cxnLst/>
              <a:rect l="l" t="t" r="r" b="b"/>
              <a:pathLst>
                <a:path w="1529" h="965" extrusionOk="0">
                  <a:moveTo>
                    <a:pt x="68" y="1"/>
                  </a:moveTo>
                  <a:cubicBezTo>
                    <a:pt x="66" y="1"/>
                    <a:pt x="66" y="1"/>
                    <a:pt x="65" y="1"/>
                  </a:cubicBezTo>
                  <a:lnTo>
                    <a:pt x="1" y="54"/>
                  </a:lnTo>
                  <a:lnTo>
                    <a:pt x="94" y="207"/>
                  </a:lnTo>
                  <a:cubicBezTo>
                    <a:pt x="125" y="258"/>
                    <a:pt x="170" y="300"/>
                    <a:pt x="226" y="327"/>
                  </a:cubicBezTo>
                  <a:lnTo>
                    <a:pt x="1485" y="962"/>
                  </a:lnTo>
                  <a:cubicBezTo>
                    <a:pt x="1489" y="964"/>
                    <a:pt x="1493" y="964"/>
                    <a:pt x="1496" y="964"/>
                  </a:cubicBezTo>
                  <a:cubicBezTo>
                    <a:pt x="1515" y="964"/>
                    <a:pt x="1528" y="938"/>
                    <a:pt x="1511" y="923"/>
                  </a:cubicBezTo>
                  <a:lnTo>
                    <a:pt x="514" y="90"/>
                  </a:lnTo>
                  <a:cubicBezTo>
                    <a:pt x="482" y="62"/>
                    <a:pt x="441" y="46"/>
                    <a:pt x="397" y="42"/>
                  </a:cubicBezTo>
                  <a:cubicBezTo>
                    <a:pt x="397" y="42"/>
                    <a:pt x="100" y="1"/>
                    <a:pt x="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37" name="Google Shape;3137;p27"/>
            <p:cNvSpPr/>
            <p:nvPr/>
          </p:nvSpPr>
          <p:spPr>
            <a:xfrm>
              <a:off x="3621943" y="2340368"/>
              <a:ext cx="40020" cy="194036"/>
            </a:xfrm>
            <a:custGeom>
              <a:avLst/>
              <a:gdLst/>
              <a:ahLst/>
              <a:cxnLst/>
              <a:rect l="l" t="t" r="r" b="b"/>
              <a:pathLst>
                <a:path w="363" h="1760" extrusionOk="0">
                  <a:moveTo>
                    <a:pt x="255" y="0"/>
                  </a:moveTo>
                  <a:cubicBezTo>
                    <a:pt x="245" y="0"/>
                    <a:pt x="234" y="6"/>
                    <a:pt x="232" y="20"/>
                  </a:cubicBezTo>
                  <a:lnTo>
                    <a:pt x="8" y="1296"/>
                  </a:lnTo>
                  <a:cubicBezTo>
                    <a:pt x="1" y="1340"/>
                    <a:pt x="7" y="1383"/>
                    <a:pt x="26" y="1423"/>
                  </a:cubicBezTo>
                  <a:cubicBezTo>
                    <a:pt x="26" y="1423"/>
                    <a:pt x="148" y="1720"/>
                    <a:pt x="155" y="1730"/>
                  </a:cubicBezTo>
                  <a:lnTo>
                    <a:pt x="235" y="1760"/>
                  </a:lnTo>
                  <a:lnTo>
                    <a:pt x="320" y="1602"/>
                  </a:lnTo>
                  <a:cubicBezTo>
                    <a:pt x="350" y="1548"/>
                    <a:pt x="363" y="1489"/>
                    <a:pt x="359" y="1428"/>
                  </a:cubicBezTo>
                  <a:lnTo>
                    <a:pt x="278" y="22"/>
                  </a:lnTo>
                  <a:cubicBezTo>
                    <a:pt x="278" y="8"/>
                    <a:pt x="266" y="0"/>
                    <a:pt x="2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38" name="Google Shape;3138;p27"/>
            <p:cNvSpPr/>
            <p:nvPr/>
          </p:nvSpPr>
          <p:spPr>
            <a:xfrm>
              <a:off x="3631204" y="2520403"/>
              <a:ext cx="21388" cy="28444"/>
            </a:xfrm>
            <a:custGeom>
              <a:avLst/>
              <a:gdLst/>
              <a:ahLst/>
              <a:cxnLst/>
              <a:rect l="l" t="t" r="r" b="b"/>
              <a:pathLst>
                <a:path w="194" h="258" extrusionOk="0">
                  <a:moveTo>
                    <a:pt x="97" y="0"/>
                  </a:moveTo>
                  <a:cubicBezTo>
                    <a:pt x="44" y="0"/>
                    <a:pt x="1" y="58"/>
                    <a:pt x="1" y="129"/>
                  </a:cubicBezTo>
                  <a:cubicBezTo>
                    <a:pt x="1" y="201"/>
                    <a:pt x="44" y="258"/>
                    <a:pt x="97" y="258"/>
                  </a:cubicBezTo>
                  <a:cubicBezTo>
                    <a:pt x="150" y="258"/>
                    <a:pt x="193" y="201"/>
                    <a:pt x="193" y="129"/>
                  </a:cubicBezTo>
                  <a:cubicBezTo>
                    <a:pt x="193" y="58"/>
                    <a:pt x="150" y="0"/>
                    <a:pt x="97" y="0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39" name="Google Shape;3139;p27"/>
            <p:cNvSpPr/>
            <p:nvPr/>
          </p:nvSpPr>
          <p:spPr>
            <a:xfrm>
              <a:off x="3637929" y="2529112"/>
              <a:ext cx="8048" cy="10915"/>
            </a:xfrm>
            <a:custGeom>
              <a:avLst/>
              <a:gdLst/>
              <a:ahLst/>
              <a:cxnLst/>
              <a:rect l="l" t="t" r="r" b="b"/>
              <a:pathLst>
                <a:path w="73" h="99" extrusionOk="0">
                  <a:moveTo>
                    <a:pt x="36" y="1"/>
                  </a:moveTo>
                  <a:cubicBezTo>
                    <a:pt x="15" y="1"/>
                    <a:pt x="0" y="22"/>
                    <a:pt x="0" y="49"/>
                  </a:cubicBezTo>
                  <a:cubicBezTo>
                    <a:pt x="0" y="76"/>
                    <a:pt x="16" y="98"/>
                    <a:pt x="36" y="98"/>
                  </a:cubicBezTo>
                  <a:cubicBezTo>
                    <a:pt x="55" y="98"/>
                    <a:pt x="72" y="76"/>
                    <a:pt x="72" y="49"/>
                  </a:cubicBezTo>
                  <a:cubicBezTo>
                    <a:pt x="73" y="23"/>
                    <a:pt x="56" y="1"/>
                    <a:pt x="36" y="1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0" name="Google Shape;3140;p27"/>
            <p:cNvSpPr/>
            <p:nvPr/>
          </p:nvSpPr>
          <p:spPr>
            <a:xfrm>
              <a:off x="3616982" y="2523490"/>
              <a:ext cx="28995" cy="22380"/>
            </a:xfrm>
            <a:custGeom>
              <a:avLst/>
              <a:gdLst/>
              <a:ahLst/>
              <a:cxnLst/>
              <a:rect l="l" t="t" r="r" b="b"/>
              <a:pathLst>
                <a:path w="263" h="203" extrusionOk="0">
                  <a:moveTo>
                    <a:pt x="171" y="1"/>
                  </a:moveTo>
                  <a:cubicBezTo>
                    <a:pt x="139" y="1"/>
                    <a:pt x="1" y="49"/>
                    <a:pt x="2" y="101"/>
                  </a:cubicBezTo>
                  <a:cubicBezTo>
                    <a:pt x="2" y="150"/>
                    <a:pt x="143" y="202"/>
                    <a:pt x="171" y="202"/>
                  </a:cubicBezTo>
                  <a:lnTo>
                    <a:pt x="195" y="202"/>
                  </a:lnTo>
                  <a:cubicBezTo>
                    <a:pt x="232" y="202"/>
                    <a:pt x="263" y="157"/>
                    <a:pt x="263" y="101"/>
                  </a:cubicBezTo>
                  <a:cubicBezTo>
                    <a:pt x="263" y="45"/>
                    <a:pt x="232" y="1"/>
                    <a:pt x="1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1" name="Google Shape;3141;p27"/>
            <p:cNvSpPr/>
            <p:nvPr/>
          </p:nvSpPr>
          <p:spPr>
            <a:xfrm>
              <a:off x="5621623" y="2797456"/>
              <a:ext cx="42335" cy="577035"/>
            </a:xfrm>
            <a:custGeom>
              <a:avLst/>
              <a:gdLst/>
              <a:ahLst/>
              <a:cxnLst/>
              <a:rect l="l" t="t" r="r" b="b"/>
              <a:pathLst>
                <a:path w="384" h="5234" extrusionOk="0">
                  <a:moveTo>
                    <a:pt x="98" y="0"/>
                  </a:moveTo>
                  <a:lnTo>
                    <a:pt x="1" y="5234"/>
                  </a:lnTo>
                  <a:lnTo>
                    <a:pt x="383" y="523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2" name="Google Shape;3142;p27"/>
            <p:cNvSpPr/>
            <p:nvPr/>
          </p:nvSpPr>
          <p:spPr>
            <a:xfrm>
              <a:off x="5609716" y="2787864"/>
              <a:ext cx="66369" cy="28554"/>
            </a:xfrm>
            <a:custGeom>
              <a:avLst/>
              <a:gdLst/>
              <a:ahLst/>
              <a:cxnLst/>
              <a:rect l="l" t="t" r="r" b="b"/>
              <a:pathLst>
                <a:path w="602" h="259" extrusionOk="0">
                  <a:moveTo>
                    <a:pt x="97" y="0"/>
                  </a:moveTo>
                  <a:cubicBezTo>
                    <a:pt x="44" y="0"/>
                    <a:pt x="0" y="58"/>
                    <a:pt x="0" y="130"/>
                  </a:cubicBezTo>
                  <a:cubicBezTo>
                    <a:pt x="0" y="202"/>
                    <a:pt x="42" y="259"/>
                    <a:pt x="97" y="259"/>
                  </a:cubicBezTo>
                  <a:lnTo>
                    <a:pt x="506" y="259"/>
                  </a:lnTo>
                  <a:cubicBezTo>
                    <a:pt x="558" y="259"/>
                    <a:pt x="602" y="202"/>
                    <a:pt x="602" y="130"/>
                  </a:cubicBezTo>
                  <a:cubicBezTo>
                    <a:pt x="600" y="58"/>
                    <a:pt x="558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3" name="Google Shape;3143;p27"/>
            <p:cNvSpPr/>
            <p:nvPr/>
          </p:nvSpPr>
          <p:spPr>
            <a:xfrm>
              <a:off x="5446770" y="2798558"/>
              <a:ext cx="172317" cy="96577"/>
            </a:xfrm>
            <a:custGeom>
              <a:avLst/>
              <a:gdLst/>
              <a:ahLst/>
              <a:cxnLst/>
              <a:rect l="l" t="t" r="r" b="b"/>
              <a:pathLst>
                <a:path w="1563" h="876" extrusionOk="0">
                  <a:moveTo>
                    <a:pt x="1549" y="0"/>
                  </a:moveTo>
                  <a:lnTo>
                    <a:pt x="1370" y="5"/>
                  </a:lnTo>
                  <a:cubicBezTo>
                    <a:pt x="1310" y="7"/>
                    <a:pt x="1251" y="26"/>
                    <a:pt x="1200" y="60"/>
                  </a:cubicBezTo>
                  <a:lnTo>
                    <a:pt x="20" y="833"/>
                  </a:lnTo>
                  <a:cubicBezTo>
                    <a:pt x="1" y="847"/>
                    <a:pt x="12" y="876"/>
                    <a:pt x="32" y="876"/>
                  </a:cubicBezTo>
                  <a:cubicBezTo>
                    <a:pt x="35" y="876"/>
                    <a:pt x="38" y="875"/>
                    <a:pt x="41" y="874"/>
                  </a:cubicBezTo>
                  <a:lnTo>
                    <a:pt x="1259" y="429"/>
                  </a:lnTo>
                  <a:cubicBezTo>
                    <a:pt x="1300" y="414"/>
                    <a:pt x="1336" y="387"/>
                    <a:pt x="1361" y="351"/>
                  </a:cubicBezTo>
                  <a:cubicBezTo>
                    <a:pt x="1361" y="351"/>
                    <a:pt x="1556" y="97"/>
                    <a:pt x="1562" y="85"/>
                  </a:cubicBezTo>
                  <a:lnTo>
                    <a:pt x="15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4" name="Google Shape;3144;p27"/>
            <p:cNvSpPr/>
            <p:nvPr/>
          </p:nvSpPr>
          <p:spPr>
            <a:xfrm>
              <a:off x="5618977" y="2801756"/>
              <a:ext cx="168568" cy="106389"/>
            </a:xfrm>
            <a:custGeom>
              <a:avLst/>
              <a:gdLst/>
              <a:ahLst/>
              <a:cxnLst/>
              <a:rect l="l" t="t" r="r" b="b"/>
              <a:pathLst>
                <a:path w="1529" h="965" extrusionOk="0">
                  <a:moveTo>
                    <a:pt x="67" y="1"/>
                  </a:moveTo>
                  <a:cubicBezTo>
                    <a:pt x="67" y="1"/>
                    <a:pt x="66" y="1"/>
                    <a:pt x="66" y="1"/>
                  </a:cubicBezTo>
                  <a:lnTo>
                    <a:pt x="0" y="55"/>
                  </a:lnTo>
                  <a:lnTo>
                    <a:pt x="94" y="207"/>
                  </a:lnTo>
                  <a:cubicBezTo>
                    <a:pt x="126" y="258"/>
                    <a:pt x="171" y="301"/>
                    <a:pt x="225" y="327"/>
                  </a:cubicBezTo>
                  <a:lnTo>
                    <a:pt x="1486" y="962"/>
                  </a:lnTo>
                  <a:cubicBezTo>
                    <a:pt x="1490" y="964"/>
                    <a:pt x="1493" y="964"/>
                    <a:pt x="1496" y="964"/>
                  </a:cubicBezTo>
                  <a:cubicBezTo>
                    <a:pt x="1515" y="964"/>
                    <a:pt x="1529" y="938"/>
                    <a:pt x="1512" y="923"/>
                  </a:cubicBezTo>
                  <a:lnTo>
                    <a:pt x="515" y="91"/>
                  </a:lnTo>
                  <a:cubicBezTo>
                    <a:pt x="481" y="62"/>
                    <a:pt x="441" y="46"/>
                    <a:pt x="397" y="42"/>
                  </a:cubicBezTo>
                  <a:cubicBezTo>
                    <a:pt x="397" y="42"/>
                    <a:pt x="95" y="1"/>
                    <a:pt x="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5" name="Google Shape;3145;p27"/>
            <p:cNvSpPr/>
            <p:nvPr/>
          </p:nvSpPr>
          <p:spPr>
            <a:xfrm>
              <a:off x="5600235" y="2607829"/>
              <a:ext cx="40020" cy="194036"/>
            </a:xfrm>
            <a:custGeom>
              <a:avLst/>
              <a:gdLst/>
              <a:ahLst/>
              <a:cxnLst/>
              <a:rect l="l" t="t" r="r" b="b"/>
              <a:pathLst>
                <a:path w="363" h="1760" extrusionOk="0">
                  <a:moveTo>
                    <a:pt x="256" y="1"/>
                  </a:moveTo>
                  <a:cubicBezTo>
                    <a:pt x="245" y="1"/>
                    <a:pt x="235" y="7"/>
                    <a:pt x="233" y="19"/>
                  </a:cubicBezTo>
                  <a:lnTo>
                    <a:pt x="9" y="1297"/>
                  </a:lnTo>
                  <a:cubicBezTo>
                    <a:pt x="0" y="1340"/>
                    <a:pt x="8" y="1384"/>
                    <a:pt x="26" y="1423"/>
                  </a:cubicBezTo>
                  <a:cubicBezTo>
                    <a:pt x="26" y="1423"/>
                    <a:pt x="148" y="1720"/>
                    <a:pt x="156" y="1730"/>
                  </a:cubicBezTo>
                  <a:lnTo>
                    <a:pt x="235" y="1760"/>
                  </a:lnTo>
                  <a:lnTo>
                    <a:pt x="321" y="1602"/>
                  </a:lnTo>
                  <a:cubicBezTo>
                    <a:pt x="350" y="1549"/>
                    <a:pt x="363" y="1489"/>
                    <a:pt x="359" y="1428"/>
                  </a:cubicBezTo>
                  <a:lnTo>
                    <a:pt x="279" y="22"/>
                  </a:lnTo>
                  <a:cubicBezTo>
                    <a:pt x="278" y="8"/>
                    <a:pt x="267" y="1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6" name="Google Shape;3146;p27"/>
            <p:cNvSpPr/>
            <p:nvPr/>
          </p:nvSpPr>
          <p:spPr>
            <a:xfrm>
              <a:off x="5609716" y="2787864"/>
              <a:ext cx="21278" cy="28554"/>
            </a:xfrm>
            <a:custGeom>
              <a:avLst/>
              <a:gdLst/>
              <a:ahLst/>
              <a:cxnLst/>
              <a:rect l="l" t="t" r="r" b="b"/>
              <a:pathLst>
                <a:path w="193" h="259" extrusionOk="0">
                  <a:moveTo>
                    <a:pt x="97" y="0"/>
                  </a:moveTo>
                  <a:cubicBezTo>
                    <a:pt x="44" y="0"/>
                    <a:pt x="0" y="58"/>
                    <a:pt x="0" y="130"/>
                  </a:cubicBezTo>
                  <a:cubicBezTo>
                    <a:pt x="0" y="202"/>
                    <a:pt x="42" y="259"/>
                    <a:pt x="97" y="259"/>
                  </a:cubicBezTo>
                  <a:cubicBezTo>
                    <a:pt x="149" y="259"/>
                    <a:pt x="193" y="202"/>
                    <a:pt x="193" y="130"/>
                  </a:cubicBezTo>
                  <a:cubicBezTo>
                    <a:pt x="191" y="58"/>
                    <a:pt x="149" y="0"/>
                    <a:pt x="97" y="0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7" name="Google Shape;3147;p27"/>
            <p:cNvSpPr/>
            <p:nvPr/>
          </p:nvSpPr>
          <p:spPr>
            <a:xfrm>
              <a:off x="5616331" y="2796684"/>
              <a:ext cx="8048" cy="10915"/>
            </a:xfrm>
            <a:custGeom>
              <a:avLst/>
              <a:gdLst/>
              <a:ahLst/>
              <a:cxnLst/>
              <a:rect l="l" t="t" r="r" b="b"/>
              <a:pathLst>
                <a:path w="73" h="99" extrusionOk="0">
                  <a:moveTo>
                    <a:pt x="37" y="1"/>
                  </a:moveTo>
                  <a:cubicBezTo>
                    <a:pt x="16" y="1"/>
                    <a:pt x="1" y="22"/>
                    <a:pt x="1" y="50"/>
                  </a:cubicBezTo>
                  <a:cubicBezTo>
                    <a:pt x="1" y="77"/>
                    <a:pt x="17" y="98"/>
                    <a:pt x="37" y="98"/>
                  </a:cubicBezTo>
                  <a:cubicBezTo>
                    <a:pt x="57" y="98"/>
                    <a:pt x="72" y="77"/>
                    <a:pt x="72" y="50"/>
                  </a:cubicBezTo>
                  <a:cubicBezTo>
                    <a:pt x="72" y="22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8" name="Google Shape;3148;p27"/>
            <p:cNvSpPr/>
            <p:nvPr/>
          </p:nvSpPr>
          <p:spPr>
            <a:xfrm>
              <a:off x="5595384" y="2790951"/>
              <a:ext cx="28995" cy="22380"/>
            </a:xfrm>
            <a:custGeom>
              <a:avLst/>
              <a:gdLst/>
              <a:ahLst/>
              <a:cxnLst/>
              <a:rect l="l" t="t" r="r" b="b"/>
              <a:pathLst>
                <a:path w="263" h="203" extrusionOk="0">
                  <a:moveTo>
                    <a:pt x="170" y="1"/>
                  </a:moveTo>
                  <a:cubicBezTo>
                    <a:pt x="139" y="1"/>
                    <a:pt x="0" y="49"/>
                    <a:pt x="1" y="102"/>
                  </a:cubicBezTo>
                  <a:cubicBezTo>
                    <a:pt x="1" y="150"/>
                    <a:pt x="142" y="202"/>
                    <a:pt x="170" y="202"/>
                  </a:cubicBezTo>
                  <a:lnTo>
                    <a:pt x="195" y="202"/>
                  </a:lnTo>
                  <a:cubicBezTo>
                    <a:pt x="232" y="202"/>
                    <a:pt x="262" y="158"/>
                    <a:pt x="262" y="102"/>
                  </a:cubicBezTo>
                  <a:cubicBezTo>
                    <a:pt x="262" y="46"/>
                    <a:pt x="232" y="1"/>
                    <a:pt x="1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49" name="Google Shape;3149;p27"/>
            <p:cNvSpPr/>
            <p:nvPr/>
          </p:nvSpPr>
          <p:spPr>
            <a:xfrm>
              <a:off x="2805335" y="3009463"/>
              <a:ext cx="3559120" cy="1209195"/>
            </a:xfrm>
            <a:custGeom>
              <a:avLst/>
              <a:gdLst/>
              <a:ahLst/>
              <a:cxnLst/>
              <a:rect l="l" t="t" r="r" b="b"/>
              <a:pathLst>
                <a:path w="32283" h="10968" extrusionOk="0">
                  <a:moveTo>
                    <a:pt x="32282" y="4313"/>
                  </a:moveTo>
                  <a:cubicBezTo>
                    <a:pt x="32282" y="5997"/>
                    <a:pt x="32026" y="7620"/>
                    <a:pt x="31547" y="9146"/>
                  </a:cubicBezTo>
                  <a:cubicBezTo>
                    <a:pt x="31465" y="9409"/>
                    <a:pt x="31376" y="9669"/>
                    <a:pt x="31281" y="9926"/>
                  </a:cubicBezTo>
                  <a:cubicBezTo>
                    <a:pt x="31271" y="9954"/>
                    <a:pt x="31260" y="9982"/>
                    <a:pt x="31249" y="10010"/>
                  </a:cubicBezTo>
                  <a:cubicBezTo>
                    <a:pt x="31122" y="10145"/>
                    <a:pt x="30991" y="10276"/>
                    <a:pt x="30855" y="10404"/>
                  </a:cubicBezTo>
                  <a:cubicBezTo>
                    <a:pt x="30682" y="10568"/>
                    <a:pt x="30502" y="10728"/>
                    <a:pt x="30314" y="10882"/>
                  </a:cubicBezTo>
                  <a:cubicBezTo>
                    <a:pt x="30280" y="10911"/>
                    <a:pt x="30246" y="10939"/>
                    <a:pt x="30212" y="10967"/>
                  </a:cubicBezTo>
                  <a:lnTo>
                    <a:pt x="1432" y="10967"/>
                  </a:lnTo>
                  <a:lnTo>
                    <a:pt x="1393" y="10882"/>
                  </a:lnTo>
                  <a:cubicBezTo>
                    <a:pt x="1324" y="10724"/>
                    <a:pt x="1255" y="10565"/>
                    <a:pt x="1189" y="10404"/>
                  </a:cubicBezTo>
                  <a:cubicBezTo>
                    <a:pt x="1125" y="10246"/>
                    <a:pt x="1063" y="10087"/>
                    <a:pt x="1004" y="9926"/>
                  </a:cubicBezTo>
                  <a:cubicBezTo>
                    <a:pt x="886" y="9610"/>
                    <a:pt x="779" y="9290"/>
                    <a:pt x="681" y="8966"/>
                  </a:cubicBezTo>
                  <a:cubicBezTo>
                    <a:pt x="643" y="8836"/>
                    <a:pt x="605" y="8706"/>
                    <a:pt x="570" y="8575"/>
                  </a:cubicBezTo>
                  <a:cubicBezTo>
                    <a:pt x="199" y="7218"/>
                    <a:pt x="1" y="5790"/>
                    <a:pt x="1" y="4313"/>
                  </a:cubicBezTo>
                  <a:cubicBezTo>
                    <a:pt x="1" y="2901"/>
                    <a:pt x="183" y="1530"/>
                    <a:pt x="523" y="226"/>
                  </a:cubicBezTo>
                  <a:cubicBezTo>
                    <a:pt x="1811" y="41"/>
                    <a:pt x="3360" y="1"/>
                    <a:pt x="5202" y="223"/>
                  </a:cubicBezTo>
                  <a:cubicBezTo>
                    <a:pt x="8678" y="640"/>
                    <a:pt x="10500" y="1351"/>
                    <a:pt x="12007" y="2009"/>
                  </a:cubicBezTo>
                  <a:cubicBezTo>
                    <a:pt x="12076" y="2040"/>
                    <a:pt x="12144" y="2070"/>
                    <a:pt x="12212" y="2098"/>
                  </a:cubicBezTo>
                  <a:cubicBezTo>
                    <a:pt x="12370" y="2169"/>
                    <a:pt x="12526" y="2238"/>
                    <a:pt x="12682" y="2306"/>
                  </a:cubicBezTo>
                  <a:cubicBezTo>
                    <a:pt x="12990" y="2441"/>
                    <a:pt x="13295" y="2572"/>
                    <a:pt x="13607" y="2695"/>
                  </a:cubicBezTo>
                  <a:cubicBezTo>
                    <a:pt x="14557" y="3067"/>
                    <a:pt x="15583" y="3360"/>
                    <a:pt x="17056" y="3479"/>
                  </a:cubicBezTo>
                  <a:cubicBezTo>
                    <a:pt x="17389" y="3507"/>
                    <a:pt x="17744" y="3524"/>
                    <a:pt x="18128" y="3533"/>
                  </a:cubicBezTo>
                  <a:cubicBezTo>
                    <a:pt x="19322" y="3556"/>
                    <a:pt x="20402" y="3444"/>
                    <a:pt x="21440" y="3254"/>
                  </a:cubicBezTo>
                  <a:cubicBezTo>
                    <a:pt x="21634" y="3219"/>
                    <a:pt x="21827" y="3181"/>
                    <a:pt x="22019" y="3141"/>
                  </a:cubicBezTo>
                  <a:cubicBezTo>
                    <a:pt x="25023" y="2504"/>
                    <a:pt x="27756" y="1297"/>
                    <a:pt x="31953" y="1041"/>
                  </a:cubicBezTo>
                  <a:cubicBezTo>
                    <a:pt x="32169" y="2096"/>
                    <a:pt x="32282" y="3191"/>
                    <a:pt x="32282" y="43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0" name="Google Shape;3150;p27"/>
            <p:cNvSpPr/>
            <p:nvPr/>
          </p:nvSpPr>
          <p:spPr>
            <a:xfrm>
              <a:off x="3101462" y="2988295"/>
              <a:ext cx="3112507" cy="585745"/>
            </a:xfrm>
            <a:custGeom>
              <a:avLst/>
              <a:gdLst/>
              <a:ahLst/>
              <a:cxnLst/>
              <a:rect l="l" t="t" r="r" b="b"/>
              <a:pathLst>
                <a:path w="28232" h="5313" extrusionOk="0">
                  <a:moveTo>
                    <a:pt x="2677" y="2302"/>
                  </a:moveTo>
                  <a:cubicBezTo>
                    <a:pt x="2877" y="2302"/>
                    <a:pt x="3039" y="2845"/>
                    <a:pt x="3039" y="3260"/>
                  </a:cubicBezTo>
                  <a:cubicBezTo>
                    <a:pt x="3039" y="3676"/>
                    <a:pt x="2876" y="3808"/>
                    <a:pt x="2677" y="3808"/>
                  </a:cubicBezTo>
                  <a:cubicBezTo>
                    <a:pt x="2480" y="3808"/>
                    <a:pt x="2317" y="3675"/>
                    <a:pt x="2317" y="3260"/>
                  </a:cubicBezTo>
                  <a:cubicBezTo>
                    <a:pt x="2315" y="2845"/>
                    <a:pt x="2478" y="2302"/>
                    <a:pt x="2677" y="2302"/>
                  </a:cubicBezTo>
                  <a:close/>
                  <a:moveTo>
                    <a:pt x="249" y="0"/>
                  </a:moveTo>
                  <a:cubicBezTo>
                    <a:pt x="386" y="0"/>
                    <a:pt x="497" y="372"/>
                    <a:pt x="497" y="658"/>
                  </a:cubicBezTo>
                  <a:cubicBezTo>
                    <a:pt x="497" y="945"/>
                    <a:pt x="386" y="1036"/>
                    <a:pt x="249" y="1036"/>
                  </a:cubicBezTo>
                  <a:cubicBezTo>
                    <a:pt x="112" y="1036"/>
                    <a:pt x="1" y="945"/>
                    <a:pt x="1" y="658"/>
                  </a:cubicBezTo>
                  <a:cubicBezTo>
                    <a:pt x="1" y="374"/>
                    <a:pt x="112" y="0"/>
                    <a:pt x="249" y="0"/>
                  </a:cubicBezTo>
                  <a:close/>
                  <a:moveTo>
                    <a:pt x="25177" y="1080"/>
                  </a:moveTo>
                  <a:cubicBezTo>
                    <a:pt x="25358" y="1080"/>
                    <a:pt x="25505" y="1571"/>
                    <a:pt x="25505" y="1946"/>
                  </a:cubicBezTo>
                  <a:cubicBezTo>
                    <a:pt x="25505" y="2323"/>
                    <a:pt x="25358" y="2443"/>
                    <a:pt x="25177" y="2443"/>
                  </a:cubicBezTo>
                  <a:cubicBezTo>
                    <a:pt x="24997" y="2443"/>
                    <a:pt x="24850" y="2323"/>
                    <a:pt x="24850" y="1946"/>
                  </a:cubicBezTo>
                  <a:cubicBezTo>
                    <a:pt x="24850" y="1571"/>
                    <a:pt x="24997" y="1080"/>
                    <a:pt x="25177" y="1080"/>
                  </a:cubicBezTo>
                  <a:close/>
                  <a:moveTo>
                    <a:pt x="27871" y="3808"/>
                  </a:moveTo>
                  <a:cubicBezTo>
                    <a:pt x="28071" y="3808"/>
                    <a:pt x="28232" y="4350"/>
                    <a:pt x="28232" y="4765"/>
                  </a:cubicBezTo>
                  <a:cubicBezTo>
                    <a:pt x="28232" y="5181"/>
                    <a:pt x="28070" y="5313"/>
                    <a:pt x="27871" y="5313"/>
                  </a:cubicBezTo>
                  <a:cubicBezTo>
                    <a:pt x="27672" y="5313"/>
                    <a:pt x="27510" y="5180"/>
                    <a:pt x="27510" y="4765"/>
                  </a:cubicBezTo>
                  <a:cubicBezTo>
                    <a:pt x="27510" y="4350"/>
                    <a:pt x="27673" y="3808"/>
                    <a:pt x="27871" y="38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1" name="Google Shape;3151;p27"/>
            <p:cNvSpPr/>
            <p:nvPr/>
          </p:nvSpPr>
          <p:spPr>
            <a:xfrm>
              <a:off x="3852692" y="2605955"/>
              <a:ext cx="356430" cy="140566"/>
            </a:xfrm>
            <a:custGeom>
              <a:avLst/>
              <a:gdLst/>
              <a:ahLst/>
              <a:cxnLst/>
              <a:rect l="l" t="t" r="r" b="b"/>
              <a:pathLst>
                <a:path w="3233" h="1275" extrusionOk="0">
                  <a:moveTo>
                    <a:pt x="1700" y="1"/>
                  </a:moveTo>
                  <a:cubicBezTo>
                    <a:pt x="1501" y="1"/>
                    <a:pt x="1341" y="156"/>
                    <a:pt x="1325" y="355"/>
                  </a:cubicBezTo>
                  <a:cubicBezTo>
                    <a:pt x="1269" y="337"/>
                    <a:pt x="1208" y="327"/>
                    <a:pt x="1145" y="327"/>
                  </a:cubicBezTo>
                  <a:cubicBezTo>
                    <a:pt x="813" y="327"/>
                    <a:pt x="544" y="601"/>
                    <a:pt x="544" y="942"/>
                  </a:cubicBezTo>
                  <a:cubicBezTo>
                    <a:pt x="544" y="953"/>
                    <a:pt x="545" y="963"/>
                    <a:pt x="545" y="975"/>
                  </a:cubicBezTo>
                  <a:cubicBezTo>
                    <a:pt x="493" y="948"/>
                    <a:pt x="436" y="933"/>
                    <a:pt x="374" y="933"/>
                  </a:cubicBezTo>
                  <a:cubicBezTo>
                    <a:pt x="180" y="933"/>
                    <a:pt x="21" y="1082"/>
                    <a:pt x="0" y="1275"/>
                  </a:cubicBezTo>
                  <a:lnTo>
                    <a:pt x="3232" y="1275"/>
                  </a:lnTo>
                  <a:cubicBezTo>
                    <a:pt x="3229" y="1064"/>
                    <a:pt x="3062" y="895"/>
                    <a:pt x="2856" y="895"/>
                  </a:cubicBezTo>
                  <a:cubicBezTo>
                    <a:pt x="2842" y="895"/>
                    <a:pt x="2829" y="896"/>
                    <a:pt x="2816" y="897"/>
                  </a:cubicBezTo>
                  <a:cubicBezTo>
                    <a:pt x="2817" y="882"/>
                    <a:pt x="2819" y="866"/>
                    <a:pt x="2819" y="851"/>
                  </a:cubicBezTo>
                  <a:cubicBezTo>
                    <a:pt x="2819" y="552"/>
                    <a:pt x="2581" y="308"/>
                    <a:pt x="2288" y="308"/>
                  </a:cubicBezTo>
                  <a:cubicBezTo>
                    <a:pt x="2212" y="308"/>
                    <a:pt x="2140" y="324"/>
                    <a:pt x="2074" y="354"/>
                  </a:cubicBezTo>
                  <a:cubicBezTo>
                    <a:pt x="2059" y="155"/>
                    <a:pt x="1898" y="1"/>
                    <a:pt x="17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2" name="Google Shape;3152;p27"/>
            <p:cNvSpPr/>
            <p:nvPr/>
          </p:nvSpPr>
          <p:spPr>
            <a:xfrm>
              <a:off x="4367551" y="1954390"/>
              <a:ext cx="593462" cy="165481"/>
            </a:xfrm>
            <a:custGeom>
              <a:avLst/>
              <a:gdLst/>
              <a:ahLst/>
              <a:cxnLst/>
              <a:rect l="l" t="t" r="r" b="b"/>
              <a:pathLst>
                <a:path w="5383" h="1501" extrusionOk="0">
                  <a:moveTo>
                    <a:pt x="2026" y="1"/>
                  </a:moveTo>
                  <a:cubicBezTo>
                    <a:pt x="1599" y="1"/>
                    <a:pt x="1251" y="336"/>
                    <a:pt x="1221" y="764"/>
                  </a:cubicBezTo>
                  <a:cubicBezTo>
                    <a:pt x="1100" y="689"/>
                    <a:pt x="959" y="647"/>
                    <a:pt x="808" y="647"/>
                  </a:cubicBezTo>
                  <a:cubicBezTo>
                    <a:pt x="361" y="647"/>
                    <a:pt x="0" y="1017"/>
                    <a:pt x="0" y="1474"/>
                  </a:cubicBezTo>
                  <a:lnTo>
                    <a:pt x="0" y="1501"/>
                  </a:lnTo>
                  <a:lnTo>
                    <a:pt x="5383" y="1501"/>
                  </a:lnTo>
                  <a:cubicBezTo>
                    <a:pt x="5291" y="1147"/>
                    <a:pt x="4976" y="886"/>
                    <a:pt x="4601" y="886"/>
                  </a:cubicBezTo>
                  <a:cubicBezTo>
                    <a:pt x="4419" y="886"/>
                    <a:pt x="4252" y="948"/>
                    <a:pt x="4116" y="1052"/>
                  </a:cubicBezTo>
                  <a:cubicBezTo>
                    <a:pt x="4074" y="636"/>
                    <a:pt x="3731" y="311"/>
                    <a:pt x="3313" y="311"/>
                  </a:cubicBezTo>
                  <a:cubicBezTo>
                    <a:pt x="3106" y="311"/>
                    <a:pt x="2918" y="392"/>
                    <a:pt x="2776" y="523"/>
                  </a:cubicBezTo>
                  <a:cubicBezTo>
                    <a:pt x="2657" y="217"/>
                    <a:pt x="2367" y="1"/>
                    <a:pt x="2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3" name="Google Shape;3153;p27"/>
            <p:cNvSpPr/>
            <p:nvPr/>
          </p:nvSpPr>
          <p:spPr>
            <a:xfrm>
              <a:off x="2983937" y="2204983"/>
              <a:ext cx="523235" cy="188082"/>
            </a:xfrm>
            <a:custGeom>
              <a:avLst/>
              <a:gdLst/>
              <a:ahLst/>
              <a:cxnLst/>
              <a:rect l="l" t="t" r="r" b="b"/>
              <a:pathLst>
                <a:path w="4746" h="1706" extrusionOk="0">
                  <a:moveTo>
                    <a:pt x="2401" y="0"/>
                  </a:moveTo>
                  <a:cubicBezTo>
                    <a:pt x="1986" y="0"/>
                    <a:pt x="1645" y="329"/>
                    <a:pt x="1614" y="745"/>
                  </a:cubicBezTo>
                  <a:cubicBezTo>
                    <a:pt x="1496" y="707"/>
                    <a:pt x="1368" y="687"/>
                    <a:pt x="1236" y="687"/>
                  </a:cubicBezTo>
                  <a:cubicBezTo>
                    <a:pt x="630" y="687"/>
                    <a:pt x="123" y="1125"/>
                    <a:pt x="1" y="1706"/>
                  </a:cubicBezTo>
                  <a:lnTo>
                    <a:pt x="4745" y="1706"/>
                  </a:lnTo>
                  <a:cubicBezTo>
                    <a:pt x="4705" y="1114"/>
                    <a:pt x="4224" y="646"/>
                    <a:pt x="3635" y="646"/>
                  </a:cubicBezTo>
                  <a:cubicBezTo>
                    <a:pt x="3475" y="646"/>
                    <a:pt x="3324" y="681"/>
                    <a:pt x="3188" y="742"/>
                  </a:cubicBezTo>
                  <a:cubicBezTo>
                    <a:pt x="3155" y="327"/>
                    <a:pt x="2815" y="0"/>
                    <a:pt x="2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4" name="Google Shape;3154;p27"/>
            <p:cNvSpPr/>
            <p:nvPr/>
          </p:nvSpPr>
          <p:spPr>
            <a:xfrm>
              <a:off x="5812904" y="2417762"/>
              <a:ext cx="523235" cy="188303"/>
            </a:xfrm>
            <a:custGeom>
              <a:avLst/>
              <a:gdLst/>
              <a:ahLst/>
              <a:cxnLst/>
              <a:rect l="l" t="t" r="r" b="b"/>
              <a:pathLst>
                <a:path w="4746" h="1708" extrusionOk="0">
                  <a:moveTo>
                    <a:pt x="2402" y="1"/>
                  </a:moveTo>
                  <a:cubicBezTo>
                    <a:pt x="1985" y="1"/>
                    <a:pt x="1645" y="330"/>
                    <a:pt x="1615" y="747"/>
                  </a:cubicBezTo>
                  <a:cubicBezTo>
                    <a:pt x="1496" y="708"/>
                    <a:pt x="1368" y="688"/>
                    <a:pt x="1236" y="688"/>
                  </a:cubicBezTo>
                  <a:cubicBezTo>
                    <a:pt x="629" y="688"/>
                    <a:pt x="123" y="1125"/>
                    <a:pt x="0" y="1708"/>
                  </a:cubicBezTo>
                  <a:lnTo>
                    <a:pt x="4746" y="1708"/>
                  </a:lnTo>
                  <a:cubicBezTo>
                    <a:pt x="4707" y="1115"/>
                    <a:pt x="4225" y="648"/>
                    <a:pt x="3636" y="648"/>
                  </a:cubicBezTo>
                  <a:cubicBezTo>
                    <a:pt x="3476" y="648"/>
                    <a:pt x="3324" y="681"/>
                    <a:pt x="3187" y="743"/>
                  </a:cubicBezTo>
                  <a:cubicBezTo>
                    <a:pt x="3156" y="327"/>
                    <a:pt x="2815" y="1"/>
                    <a:pt x="24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5" name="Google Shape;3155;p27"/>
            <p:cNvSpPr/>
            <p:nvPr/>
          </p:nvSpPr>
          <p:spPr>
            <a:xfrm>
              <a:off x="4042540" y="2365945"/>
              <a:ext cx="66038" cy="41674"/>
            </a:xfrm>
            <a:custGeom>
              <a:avLst/>
              <a:gdLst/>
              <a:ahLst/>
              <a:cxnLst/>
              <a:rect l="l" t="t" r="r" b="b"/>
              <a:pathLst>
                <a:path w="599" h="378" extrusionOk="0">
                  <a:moveTo>
                    <a:pt x="514" y="1"/>
                  </a:moveTo>
                  <a:cubicBezTo>
                    <a:pt x="493" y="1"/>
                    <a:pt x="473" y="9"/>
                    <a:pt x="458" y="25"/>
                  </a:cubicBezTo>
                  <a:lnTo>
                    <a:pt x="301" y="183"/>
                  </a:lnTo>
                  <a:lnTo>
                    <a:pt x="146" y="25"/>
                  </a:lnTo>
                  <a:cubicBezTo>
                    <a:pt x="130" y="9"/>
                    <a:pt x="109" y="1"/>
                    <a:pt x="89" y="1"/>
                  </a:cubicBezTo>
                  <a:cubicBezTo>
                    <a:pt x="69" y="1"/>
                    <a:pt x="49" y="9"/>
                    <a:pt x="33" y="24"/>
                  </a:cubicBezTo>
                  <a:cubicBezTo>
                    <a:pt x="2" y="55"/>
                    <a:pt x="0" y="104"/>
                    <a:pt x="31" y="136"/>
                  </a:cubicBezTo>
                  <a:lnTo>
                    <a:pt x="244" y="353"/>
                  </a:lnTo>
                  <a:cubicBezTo>
                    <a:pt x="259" y="369"/>
                    <a:pt x="280" y="378"/>
                    <a:pt x="300" y="378"/>
                  </a:cubicBezTo>
                  <a:cubicBezTo>
                    <a:pt x="322" y="378"/>
                    <a:pt x="342" y="369"/>
                    <a:pt x="356" y="353"/>
                  </a:cubicBezTo>
                  <a:lnTo>
                    <a:pt x="568" y="136"/>
                  </a:lnTo>
                  <a:cubicBezTo>
                    <a:pt x="599" y="106"/>
                    <a:pt x="598" y="55"/>
                    <a:pt x="567" y="24"/>
                  </a:cubicBezTo>
                  <a:cubicBezTo>
                    <a:pt x="553" y="9"/>
                    <a:pt x="533" y="1"/>
                    <a:pt x="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6" name="Google Shape;3156;p27"/>
            <p:cNvSpPr/>
            <p:nvPr/>
          </p:nvSpPr>
          <p:spPr>
            <a:xfrm>
              <a:off x="5290989" y="2996454"/>
              <a:ext cx="66149" cy="41674"/>
            </a:xfrm>
            <a:custGeom>
              <a:avLst/>
              <a:gdLst/>
              <a:ahLst/>
              <a:cxnLst/>
              <a:rect l="l" t="t" r="r" b="b"/>
              <a:pathLst>
                <a:path w="600" h="378" extrusionOk="0">
                  <a:moveTo>
                    <a:pt x="514" y="1"/>
                  </a:moveTo>
                  <a:cubicBezTo>
                    <a:pt x="493" y="1"/>
                    <a:pt x="473" y="8"/>
                    <a:pt x="457" y="24"/>
                  </a:cubicBezTo>
                  <a:lnTo>
                    <a:pt x="302" y="183"/>
                  </a:lnTo>
                  <a:lnTo>
                    <a:pt x="145" y="24"/>
                  </a:lnTo>
                  <a:cubicBezTo>
                    <a:pt x="130" y="9"/>
                    <a:pt x="109" y="1"/>
                    <a:pt x="88" y="1"/>
                  </a:cubicBezTo>
                  <a:cubicBezTo>
                    <a:pt x="68" y="1"/>
                    <a:pt x="48" y="8"/>
                    <a:pt x="33" y="23"/>
                  </a:cubicBezTo>
                  <a:cubicBezTo>
                    <a:pt x="2" y="54"/>
                    <a:pt x="1" y="103"/>
                    <a:pt x="32" y="136"/>
                  </a:cubicBezTo>
                  <a:lnTo>
                    <a:pt x="243" y="353"/>
                  </a:lnTo>
                  <a:cubicBezTo>
                    <a:pt x="259" y="368"/>
                    <a:pt x="279" y="377"/>
                    <a:pt x="300" y="377"/>
                  </a:cubicBezTo>
                  <a:cubicBezTo>
                    <a:pt x="320" y="377"/>
                    <a:pt x="343" y="368"/>
                    <a:pt x="356" y="353"/>
                  </a:cubicBezTo>
                  <a:lnTo>
                    <a:pt x="569" y="136"/>
                  </a:lnTo>
                  <a:cubicBezTo>
                    <a:pt x="599" y="105"/>
                    <a:pt x="598" y="54"/>
                    <a:pt x="568" y="23"/>
                  </a:cubicBezTo>
                  <a:cubicBezTo>
                    <a:pt x="554" y="8"/>
                    <a:pt x="534" y="1"/>
                    <a:pt x="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7" name="Google Shape;3157;p27"/>
            <p:cNvSpPr/>
            <p:nvPr/>
          </p:nvSpPr>
          <p:spPr>
            <a:xfrm>
              <a:off x="4616601" y="3148816"/>
              <a:ext cx="191500" cy="326112"/>
            </a:xfrm>
            <a:custGeom>
              <a:avLst/>
              <a:gdLst/>
              <a:ahLst/>
              <a:cxnLst/>
              <a:rect l="l" t="t" r="r" b="b"/>
              <a:pathLst>
                <a:path w="1737" h="2958" extrusionOk="0">
                  <a:moveTo>
                    <a:pt x="849" y="0"/>
                  </a:moveTo>
                  <a:cubicBezTo>
                    <a:pt x="755" y="0"/>
                    <a:pt x="662" y="58"/>
                    <a:pt x="634" y="172"/>
                  </a:cubicBezTo>
                  <a:lnTo>
                    <a:pt x="0" y="2768"/>
                  </a:lnTo>
                  <a:lnTo>
                    <a:pt x="1737" y="2957"/>
                  </a:lnTo>
                  <a:lnTo>
                    <a:pt x="1063" y="173"/>
                  </a:lnTo>
                  <a:cubicBezTo>
                    <a:pt x="1036" y="58"/>
                    <a:pt x="942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8" name="Google Shape;3158;p27"/>
            <p:cNvSpPr/>
            <p:nvPr/>
          </p:nvSpPr>
          <p:spPr>
            <a:xfrm>
              <a:off x="4706123" y="3218934"/>
              <a:ext cx="8379" cy="189185"/>
            </a:xfrm>
            <a:custGeom>
              <a:avLst/>
              <a:gdLst/>
              <a:ahLst/>
              <a:cxnLst/>
              <a:rect l="l" t="t" r="r" b="b"/>
              <a:pathLst>
                <a:path w="76" h="1716" extrusionOk="0">
                  <a:moveTo>
                    <a:pt x="37" y="1"/>
                  </a:moveTo>
                  <a:cubicBezTo>
                    <a:pt x="17" y="1"/>
                    <a:pt x="1" y="17"/>
                    <a:pt x="1" y="38"/>
                  </a:cubicBezTo>
                  <a:lnTo>
                    <a:pt x="1" y="1678"/>
                  </a:lnTo>
                  <a:cubicBezTo>
                    <a:pt x="1" y="1699"/>
                    <a:pt x="17" y="1716"/>
                    <a:pt x="37" y="1716"/>
                  </a:cubicBezTo>
                  <a:cubicBezTo>
                    <a:pt x="58" y="1716"/>
                    <a:pt x="75" y="1699"/>
                    <a:pt x="75" y="1678"/>
                  </a:cubicBezTo>
                  <a:lnTo>
                    <a:pt x="75" y="38"/>
                  </a:lnTo>
                  <a:cubicBezTo>
                    <a:pt x="75" y="17"/>
                    <a:pt x="58" y="1"/>
                    <a:pt x="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59" name="Google Shape;3159;p27"/>
            <p:cNvSpPr/>
            <p:nvPr/>
          </p:nvSpPr>
          <p:spPr>
            <a:xfrm>
              <a:off x="4679553" y="3257410"/>
              <a:ext cx="71771" cy="90403"/>
            </a:xfrm>
            <a:custGeom>
              <a:avLst/>
              <a:gdLst/>
              <a:ahLst/>
              <a:cxnLst/>
              <a:rect l="l" t="t" r="r" b="b"/>
              <a:pathLst>
                <a:path w="651" h="820" extrusionOk="0">
                  <a:moveTo>
                    <a:pt x="43" y="1"/>
                  </a:moveTo>
                  <a:cubicBezTo>
                    <a:pt x="36" y="1"/>
                    <a:pt x="29" y="3"/>
                    <a:pt x="23" y="7"/>
                  </a:cubicBezTo>
                  <a:cubicBezTo>
                    <a:pt x="5" y="18"/>
                    <a:pt x="0" y="42"/>
                    <a:pt x="11" y="58"/>
                  </a:cubicBezTo>
                  <a:lnTo>
                    <a:pt x="242" y="421"/>
                  </a:lnTo>
                  <a:lnTo>
                    <a:pt x="242" y="782"/>
                  </a:lnTo>
                  <a:cubicBezTo>
                    <a:pt x="242" y="798"/>
                    <a:pt x="251" y="811"/>
                    <a:pt x="265" y="816"/>
                  </a:cubicBezTo>
                  <a:cubicBezTo>
                    <a:pt x="270" y="818"/>
                    <a:pt x="273" y="819"/>
                    <a:pt x="278" y="819"/>
                  </a:cubicBezTo>
                  <a:cubicBezTo>
                    <a:pt x="289" y="819"/>
                    <a:pt x="298" y="815"/>
                    <a:pt x="306" y="808"/>
                  </a:cubicBezTo>
                  <a:lnTo>
                    <a:pt x="637" y="468"/>
                  </a:lnTo>
                  <a:cubicBezTo>
                    <a:pt x="651" y="453"/>
                    <a:pt x="651" y="430"/>
                    <a:pt x="637" y="416"/>
                  </a:cubicBezTo>
                  <a:cubicBezTo>
                    <a:pt x="629" y="409"/>
                    <a:pt x="620" y="405"/>
                    <a:pt x="610" y="405"/>
                  </a:cubicBezTo>
                  <a:cubicBezTo>
                    <a:pt x="601" y="405"/>
                    <a:pt x="591" y="409"/>
                    <a:pt x="583" y="417"/>
                  </a:cubicBezTo>
                  <a:lnTo>
                    <a:pt x="316" y="691"/>
                  </a:lnTo>
                  <a:lnTo>
                    <a:pt x="316" y="411"/>
                  </a:lnTo>
                  <a:cubicBezTo>
                    <a:pt x="316" y="404"/>
                    <a:pt x="313" y="397"/>
                    <a:pt x="309" y="390"/>
                  </a:cubicBezTo>
                  <a:lnTo>
                    <a:pt x="74" y="18"/>
                  </a:lnTo>
                  <a:cubicBezTo>
                    <a:pt x="67" y="7"/>
                    <a:pt x="55" y="1"/>
                    <a:pt x="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0" name="Google Shape;3160;p27"/>
            <p:cNvSpPr/>
            <p:nvPr/>
          </p:nvSpPr>
          <p:spPr>
            <a:xfrm>
              <a:off x="2867956" y="3523328"/>
              <a:ext cx="1060030" cy="580453"/>
            </a:xfrm>
            <a:custGeom>
              <a:avLst/>
              <a:gdLst/>
              <a:ahLst/>
              <a:cxnLst/>
              <a:rect l="l" t="t" r="r" b="b"/>
              <a:pathLst>
                <a:path w="9615" h="5265" extrusionOk="0">
                  <a:moveTo>
                    <a:pt x="3362" y="0"/>
                  </a:moveTo>
                  <a:cubicBezTo>
                    <a:pt x="2500" y="0"/>
                    <a:pt x="1714" y="487"/>
                    <a:pt x="1329" y="1258"/>
                  </a:cubicBezTo>
                  <a:cubicBezTo>
                    <a:pt x="886" y="2143"/>
                    <a:pt x="444" y="3029"/>
                    <a:pt x="1" y="3914"/>
                  </a:cubicBezTo>
                  <a:cubicBezTo>
                    <a:pt x="36" y="4045"/>
                    <a:pt x="73" y="4175"/>
                    <a:pt x="112" y="4305"/>
                  </a:cubicBezTo>
                  <a:cubicBezTo>
                    <a:pt x="210" y="4629"/>
                    <a:pt x="317" y="4949"/>
                    <a:pt x="435" y="5265"/>
                  </a:cubicBezTo>
                  <a:lnTo>
                    <a:pt x="9615" y="5265"/>
                  </a:lnTo>
                  <a:lnTo>
                    <a:pt x="96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1" name="Google Shape;3161;p27"/>
            <p:cNvSpPr/>
            <p:nvPr/>
          </p:nvSpPr>
          <p:spPr>
            <a:xfrm>
              <a:off x="3065300" y="3608440"/>
              <a:ext cx="191390" cy="326112"/>
            </a:xfrm>
            <a:custGeom>
              <a:avLst/>
              <a:gdLst/>
              <a:ahLst/>
              <a:cxnLst/>
              <a:rect l="l" t="t" r="r" b="b"/>
              <a:pathLst>
                <a:path w="1736" h="2958" extrusionOk="0">
                  <a:moveTo>
                    <a:pt x="847" y="1"/>
                  </a:moveTo>
                  <a:cubicBezTo>
                    <a:pt x="754" y="1"/>
                    <a:pt x="661" y="58"/>
                    <a:pt x="634" y="173"/>
                  </a:cubicBezTo>
                  <a:lnTo>
                    <a:pt x="0" y="2768"/>
                  </a:lnTo>
                  <a:lnTo>
                    <a:pt x="1736" y="2958"/>
                  </a:lnTo>
                  <a:lnTo>
                    <a:pt x="1063" y="174"/>
                  </a:lnTo>
                  <a:cubicBezTo>
                    <a:pt x="1035" y="58"/>
                    <a:pt x="941" y="1"/>
                    <a:pt x="8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2" name="Google Shape;3162;p27"/>
            <p:cNvSpPr/>
            <p:nvPr/>
          </p:nvSpPr>
          <p:spPr>
            <a:xfrm>
              <a:off x="3154601" y="3678668"/>
              <a:ext cx="8489" cy="268232"/>
            </a:xfrm>
            <a:custGeom>
              <a:avLst/>
              <a:gdLst/>
              <a:ahLst/>
              <a:cxnLst/>
              <a:rect l="l" t="t" r="r" b="b"/>
              <a:pathLst>
                <a:path w="77" h="2433" extrusionOk="0">
                  <a:moveTo>
                    <a:pt x="39" y="0"/>
                  </a:moveTo>
                  <a:cubicBezTo>
                    <a:pt x="17" y="0"/>
                    <a:pt x="1" y="17"/>
                    <a:pt x="1" y="37"/>
                  </a:cubicBezTo>
                  <a:lnTo>
                    <a:pt x="1" y="2395"/>
                  </a:lnTo>
                  <a:cubicBezTo>
                    <a:pt x="1" y="2416"/>
                    <a:pt x="17" y="2432"/>
                    <a:pt x="39" y="2432"/>
                  </a:cubicBezTo>
                  <a:cubicBezTo>
                    <a:pt x="59" y="2432"/>
                    <a:pt x="75" y="2416"/>
                    <a:pt x="75" y="2395"/>
                  </a:cubicBezTo>
                  <a:lnTo>
                    <a:pt x="75" y="37"/>
                  </a:lnTo>
                  <a:cubicBezTo>
                    <a:pt x="76" y="17"/>
                    <a:pt x="59" y="0"/>
                    <a:pt x="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3" name="Google Shape;3163;p27"/>
            <p:cNvSpPr/>
            <p:nvPr/>
          </p:nvSpPr>
          <p:spPr>
            <a:xfrm>
              <a:off x="3128142" y="3717144"/>
              <a:ext cx="71992" cy="90293"/>
            </a:xfrm>
            <a:custGeom>
              <a:avLst/>
              <a:gdLst/>
              <a:ahLst/>
              <a:cxnLst/>
              <a:rect l="l" t="t" r="r" b="b"/>
              <a:pathLst>
                <a:path w="653" h="819" extrusionOk="0">
                  <a:moveTo>
                    <a:pt x="43" y="0"/>
                  </a:moveTo>
                  <a:cubicBezTo>
                    <a:pt x="37" y="0"/>
                    <a:pt x="30" y="2"/>
                    <a:pt x="24" y="6"/>
                  </a:cubicBezTo>
                  <a:cubicBezTo>
                    <a:pt x="7" y="17"/>
                    <a:pt x="0" y="41"/>
                    <a:pt x="13" y="57"/>
                  </a:cubicBezTo>
                  <a:lnTo>
                    <a:pt x="243" y="421"/>
                  </a:lnTo>
                  <a:lnTo>
                    <a:pt x="243" y="782"/>
                  </a:lnTo>
                  <a:cubicBezTo>
                    <a:pt x="243" y="797"/>
                    <a:pt x="251" y="810"/>
                    <a:pt x="265" y="816"/>
                  </a:cubicBezTo>
                  <a:cubicBezTo>
                    <a:pt x="270" y="818"/>
                    <a:pt x="274" y="819"/>
                    <a:pt x="280" y="819"/>
                  </a:cubicBezTo>
                  <a:cubicBezTo>
                    <a:pt x="290" y="819"/>
                    <a:pt x="299" y="815"/>
                    <a:pt x="306" y="807"/>
                  </a:cubicBezTo>
                  <a:lnTo>
                    <a:pt x="638" y="468"/>
                  </a:lnTo>
                  <a:cubicBezTo>
                    <a:pt x="652" y="452"/>
                    <a:pt x="652" y="430"/>
                    <a:pt x="638" y="415"/>
                  </a:cubicBezTo>
                  <a:cubicBezTo>
                    <a:pt x="630" y="408"/>
                    <a:pt x="620" y="405"/>
                    <a:pt x="611" y="405"/>
                  </a:cubicBezTo>
                  <a:cubicBezTo>
                    <a:pt x="601" y="405"/>
                    <a:pt x="591" y="409"/>
                    <a:pt x="583" y="417"/>
                  </a:cubicBezTo>
                  <a:lnTo>
                    <a:pt x="316" y="691"/>
                  </a:lnTo>
                  <a:lnTo>
                    <a:pt x="316" y="410"/>
                  </a:lnTo>
                  <a:cubicBezTo>
                    <a:pt x="316" y="403"/>
                    <a:pt x="313" y="396"/>
                    <a:pt x="310" y="390"/>
                  </a:cubicBezTo>
                  <a:lnTo>
                    <a:pt x="75" y="17"/>
                  </a:lnTo>
                  <a:cubicBezTo>
                    <a:pt x="68" y="6"/>
                    <a:pt x="56" y="0"/>
                    <a:pt x="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4" name="Google Shape;3164;p27"/>
            <p:cNvSpPr/>
            <p:nvPr/>
          </p:nvSpPr>
          <p:spPr>
            <a:xfrm>
              <a:off x="4191815" y="3248480"/>
              <a:ext cx="728515" cy="274957"/>
            </a:xfrm>
            <a:custGeom>
              <a:avLst/>
              <a:gdLst/>
              <a:ahLst/>
              <a:cxnLst/>
              <a:rect l="l" t="t" r="r" b="b"/>
              <a:pathLst>
                <a:path w="6608" h="2494" extrusionOk="0">
                  <a:moveTo>
                    <a:pt x="1682" y="1"/>
                  </a:moveTo>
                  <a:cubicBezTo>
                    <a:pt x="1329" y="1"/>
                    <a:pt x="1039" y="280"/>
                    <a:pt x="1014" y="634"/>
                  </a:cubicBezTo>
                  <a:cubicBezTo>
                    <a:pt x="915" y="573"/>
                    <a:pt x="797" y="537"/>
                    <a:pt x="671" y="537"/>
                  </a:cubicBezTo>
                  <a:cubicBezTo>
                    <a:pt x="302" y="537"/>
                    <a:pt x="1" y="844"/>
                    <a:pt x="1" y="1222"/>
                  </a:cubicBezTo>
                  <a:lnTo>
                    <a:pt x="1" y="2493"/>
                  </a:lnTo>
                  <a:lnTo>
                    <a:pt x="6608" y="2493"/>
                  </a:lnTo>
                  <a:cubicBezTo>
                    <a:pt x="6606" y="2115"/>
                    <a:pt x="6306" y="1808"/>
                    <a:pt x="5935" y="1808"/>
                  </a:cubicBezTo>
                  <a:cubicBezTo>
                    <a:pt x="5739" y="1808"/>
                    <a:pt x="5562" y="1895"/>
                    <a:pt x="5439" y="2035"/>
                  </a:cubicBezTo>
                  <a:cubicBezTo>
                    <a:pt x="5428" y="1667"/>
                    <a:pt x="5132" y="1372"/>
                    <a:pt x="4771" y="1372"/>
                  </a:cubicBezTo>
                  <a:cubicBezTo>
                    <a:pt x="4670" y="1372"/>
                    <a:pt x="4574" y="1395"/>
                    <a:pt x="4488" y="1436"/>
                  </a:cubicBezTo>
                  <a:cubicBezTo>
                    <a:pt x="4488" y="1431"/>
                    <a:pt x="4490" y="1426"/>
                    <a:pt x="4490" y="1421"/>
                  </a:cubicBezTo>
                  <a:cubicBezTo>
                    <a:pt x="4490" y="1042"/>
                    <a:pt x="4189" y="735"/>
                    <a:pt x="3819" y="735"/>
                  </a:cubicBezTo>
                  <a:cubicBezTo>
                    <a:pt x="3668" y="735"/>
                    <a:pt x="3529" y="787"/>
                    <a:pt x="3417" y="874"/>
                  </a:cubicBezTo>
                  <a:cubicBezTo>
                    <a:pt x="3383" y="528"/>
                    <a:pt x="3098" y="260"/>
                    <a:pt x="2751" y="260"/>
                  </a:cubicBezTo>
                  <a:cubicBezTo>
                    <a:pt x="2579" y="260"/>
                    <a:pt x="2424" y="326"/>
                    <a:pt x="2305" y="434"/>
                  </a:cubicBezTo>
                  <a:cubicBezTo>
                    <a:pt x="2206" y="180"/>
                    <a:pt x="1964" y="1"/>
                    <a:pt x="1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5" name="Google Shape;3165;p27"/>
            <p:cNvSpPr/>
            <p:nvPr/>
          </p:nvSpPr>
          <p:spPr>
            <a:xfrm>
              <a:off x="2880304" y="3780537"/>
              <a:ext cx="691031" cy="323135"/>
            </a:xfrm>
            <a:custGeom>
              <a:avLst/>
              <a:gdLst/>
              <a:ahLst/>
              <a:cxnLst/>
              <a:rect l="l" t="t" r="r" b="b"/>
              <a:pathLst>
                <a:path w="6268" h="2931" extrusionOk="0">
                  <a:moveTo>
                    <a:pt x="4288" y="0"/>
                  </a:moveTo>
                  <a:cubicBezTo>
                    <a:pt x="4270" y="0"/>
                    <a:pt x="4254" y="0"/>
                    <a:pt x="4236" y="2"/>
                  </a:cubicBezTo>
                  <a:cubicBezTo>
                    <a:pt x="3926" y="24"/>
                    <a:pt x="3665" y="227"/>
                    <a:pt x="3556" y="510"/>
                  </a:cubicBezTo>
                  <a:cubicBezTo>
                    <a:pt x="3416" y="382"/>
                    <a:pt x="3234" y="304"/>
                    <a:pt x="3031" y="304"/>
                  </a:cubicBezTo>
                  <a:cubicBezTo>
                    <a:pt x="2625" y="304"/>
                    <a:pt x="2288" y="621"/>
                    <a:pt x="2247" y="1026"/>
                  </a:cubicBezTo>
                  <a:cubicBezTo>
                    <a:pt x="2115" y="925"/>
                    <a:pt x="1952" y="864"/>
                    <a:pt x="1774" y="864"/>
                  </a:cubicBezTo>
                  <a:cubicBezTo>
                    <a:pt x="1339" y="864"/>
                    <a:pt x="986" y="1225"/>
                    <a:pt x="986" y="1670"/>
                  </a:cubicBezTo>
                  <a:cubicBezTo>
                    <a:pt x="986" y="1676"/>
                    <a:pt x="988" y="1682"/>
                    <a:pt x="988" y="1687"/>
                  </a:cubicBezTo>
                  <a:cubicBezTo>
                    <a:pt x="886" y="1639"/>
                    <a:pt x="774" y="1611"/>
                    <a:pt x="655" y="1611"/>
                  </a:cubicBezTo>
                  <a:cubicBezTo>
                    <a:pt x="381" y="1611"/>
                    <a:pt x="140" y="1753"/>
                    <a:pt x="0" y="1970"/>
                  </a:cubicBezTo>
                  <a:cubicBezTo>
                    <a:pt x="98" y="2295"/>
                    <a:pt x="205" y="2614"/>
                    <a:pt x="323" y="2931"/>
                  </a:cubicBezTo>
                  <a:lnTo>
                    <a:pt x="6267" y="2931"/>
                  </a:lnTo>
                  <a:lnTo>
                    <a:pt x="6267" y="1436"/>
                  </a:lnTo>
                  <a:cubicBezTo>
                    <a:pt x="6267" y="992"/>
                    <a:pt x="5917" y="632"/>
                    <a:pt x="5482" y="632"/>
                  </a:cubicBezTo>
                  <a:cubicBezTo>
                    <a:pt x="5480" y="632"/>
                    <a:pt x="5478" y="632"/>
                    <a:pt x="5476" y="632"/>
                  </a:cubicBezTo>
                  <a:lnTo>
                    <a:pt x="5460" y="632"/>
                  </a:lnTo>
                  <a:cubicBezTo>
                    <a:pt x="5318" y="634"/>
                    <a:pt x="5186" y="676"/>
                    <a:pt x="5073" y="746"/>
                  </a:cubicBezTo>
                  <a:cubicBezTo>
                    <a:pt x="5043" y="330"/>
                    <a:pt x="4703" y="0"/>
                    <a:pt x="42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6" name="Google Shape;3166;p27"/>
            <p:cNvSpPr/>
            <p:nvPr/>
          </p:nvSpPr>
          <p:spPr>
            <a:xfrm>
              <a:off x="4666544" y="3523328"/>
              <a:ext cx="1477427" cy="580343"/>
            </a:xfrm>
            <a:custGeom>
              <a:avLst/>
              <a:gdLst/>
              <a:ahLst/>
              <a:cxnLst/>
              <a:rect l="l" t="t" r="r" b="b"/>
              <a:pathLst>
                <a:path w="13401" h="5264" extrusionOk="0">
                  <a:moveTo>
                    <a:pt x="0" y="0"/>
                  </a:moveTo>
                  <a:lnTo>
                    <a:pt x="0" y="5264"/>
                  </a:lnTo>
                  <a:lnTo>
                    <a:pt x="13400" y="5264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7" name="Google Shape;3167;p27"/>
            <p:cNvSpPr/>
            <p:nvPr/>
          </p:nvSpPr>
          <p:spPr>
            <a:xfrm>
              <a:off x="3482589" y="3230841"/>
              <a:ext cx="211344" cy="293148"/>
            </a:xfrm>
            <a:custGeom>
              <a:avLst/>
              <a:gdLst/>
              <a:ahLst/>
              <a:cxnLst/>
              <a:rect l="l" t="t" r="r" b="b"/>
              <a:pathLst>
                <a:path w="1917" h="2659" extrusionOk="0">
                  <a:moveTo>
                    <a:pt x="958" y="0"/>
                  </a:moveTo>
                  <a:lnTo>
                    <a:pt x="0" y="2658"/>
                  </a:lnTo>
                  <a:lnTo>
                    <a:pt x="1917" y="2658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8" name="Google Shape;3168;p27"/>
            <p:cNvSpPr/>
            <p:nvPr/>
          </p:nvSpPr>
          <p:spPr>
            <a:xfrm>
              <a:off x="3588097" y="3230841"/>
              <a:ext cx="709222" cy="293148"/>
            </a:xfrm>
            <a:custGeom>
              <a:avLst/>
              <a:gdLst/>
              <a:ahLst/>
              <a:cxnLst/>
              <a:rect l="l" t="t" r="r" b="b"/>
              <a:pathLst>
                <a:path w="6433" h="2659" extrusionOk="0">
                  <a:moveTo>
                    <a:pt x="1" y="0"/>
                  </a:moveTo>
                  <a:lnTo>
                    <a:pt x="960" y="2658"/>
                  </a:lnTo>
                  <a:lnTo>
                    <a:pt x="6433" y="2658"/>
                  </a:lnTo>
                  <a:lnTo>
                    <a:pt x="54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69" name="Google Shape;3169;p27"/>
            <p:cNvSpPr/>
            <p:nvPr/>
          </p:nvSpPr>
          <p:spPr>
            <a:xfrm>
              <a:off x="3633850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0" name="Google Shape;3170;p27"/>
            <p:cNvSpPr/>
            <p:nvPr/>
          </p:nvSpPr>
          <p:spPr>
            <a:xfrm>
              <a:off x="4110893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58" y="2658"/>
                  </a:lnTo>
                  <a:lnTo>
                    <a:pt x="1296" y="265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1" name="Google Shape;3171;p27"/>
            <p:cNvSpPr/>
            <p:nvPr/>
          </p:nvSpPr>
          <p:spPr>
            <a:xfrm>
              <a:off x="3729214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1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2" name="Google Shape;3172;p27"/>
            <p:cNvSpPr/>
            <p:nvPr/>
          </p:nvSpPr>
          <p:spPr>
            <a:xfrm>
              <a:off x="3824579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60" y="2658"/>
                  </a:lnTo>
                  <a:lnTo>
                    <a:pt x="1296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3" name="Google Shape;3173;p27"/>
            <p:cNvSpPr/>
            <p:nvPr/>
          </p:nvSpPr>
          <p:spPr>
            <a:xfrm>
              <a:off x="3920054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0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4" name="Google Shape;3174;p27"/>
            <p:cNvSpPr/>
            <p:nvPr/>
          </p:nvSpPr>
          <p:spPr>
            <a:xfrm>
              <a:off x="4015308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1" y="0"/>
                  </a:moveTo>
                  <a:lnTo>
                    <a:pt x="960" y="2658"/>
                  </a:lnTo>
                  <a:lnTo>
                    <a:pt x="1297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5" name="Google Shape;3175;p27"/>
            <p:cNvSpPr/>
            <p:nvPr/>
          </p:nvSpPr>
          <p:spPr>
            <a:xfrm>
              <a:off x="3482589" y="3523880"/>
              <a:ext cx="211344" cy="579902"/>
            </a:xfrm>
            <a:custGeom>
              <a:avLst/>
              <a:gdLst/>
              <a:ahLst/>
              <a:cxnLst/>
              <a:rect l="l" t="t" r="r" b="b"/>
              <a:pathLst>
                <a:path w="1917" h="5260" extrusionOk="0">
                  <a:moveTo>
                    <a:pt x="0" y="0"/>
                  </a:moveTo>
                  <a:lnTo>
                    <a:pt x="0" y="5260"/>
                  </a:lnTo>
                  <a:lnTo>
                    <a:pt x="1917" y="5260"/>
                  </a:lnTo>
                  <a:lnTo>
                    <a:pt x="19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6" name="Google Shape;3176;p27"/>
            <p:cNvSpPr/>
            <p:nvPr/>
          </p:nvSpPr>
          <p:spPr>
            <a:xfrm>
              <a:off x="3693825" y="3523880"/>
              <a:ext cx="603495" cy="579902"/>
            </a:xfrm>
            <a:custGeom>
              <a:avLst/>
              <a:gdLst/>
              <a:ahLst/>
              <a:cxnLst/>
              <a:rect l="l" t="t" r="r" b="b"/>
              <a:pathLst>
                <a:path w="5474" h="5260" extrusionOk="0">
                  <a:moveTo>
                    <a:pt x="1" y="0"/>
                  </a:moveTo>
                  <a:lnTo>
                    <a:pt x="1" y="5260"/>
                  </a:lnTo>
                  <a:lnTo>
                    <a:pt x="5474" y="5260"/>
                  </a:lnTo>
                  <a:lnTo>
                    <a:pt x="54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7" name="Google Shape;3177;p27"/>
            <p:cNvSpPr/>
            <p:nvPr/>
          </p:nvSpPr>
          <p:spPr>
            <a:xfrm>
              <a:off x="3480715" y="3576137"/>
              <a:ext cx="552781" cy="158426"/>
            </a:xfrm>
            <a:custGeom>
              <a:avLst/>
              <a:gdLst/>
              <a:ahLst/>
              <a:cxnLst/>
              <a:rect l="l" t="t" r="r" b="b"/>
              <a:pathLst>
                <a:path w="5014" h="1437" extrusionOk="0">
                  <a:moveTo>
                    <a:pt x="1" y="0"/>
                  </a:moveTo>
                  <a:cubicBezTo>
                    <a:pt x="397" y="478"/>
                    <a:pt x="791" y="957"/>
                    <a:pt x="1186" y="1437"/>
                  </a:cubicBezTo>
                  <a:lnTo>
                    <a:pt x="5013" y="1437"/>
                  </a:lnTo>
                  <a:cubicBezTo>
                    <a:pt x="4610" y="958"/>
                    <a:pt x="4208" y="480"/>
                    <a:pt x="38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8" name="Google Shape;3178;p27"/>
            <p:cNvSpPr/>
            <p:nvPr/>
          </p:nvSpPr>
          <p:spPr>
            <a:xfrm>
              <a:off x="3347535" y="3576027"/>
              <a:ext cx="263933" cy="158315"/>
            </a:xfrm>
            <a:custGeom>
              <a:avLst/>
              <a:gdLst/>
              <a:ahLst/>
              <a:cxnLst/>
              <a:rect l="l" t="t" r="r" b="b"/>
              <a:pathLst>
                <a:path w="2394" h="1436" extrusionOk="0">
                  <a:moveTo>
                    <a:pt x="1209" y="0"/>
                  </a:moveTo>
                  <a:cubicBezTo>
                    <a:pt x="807" y="479"/>
                    <a:pt x="403" y="958"/>
                    <a:pt x="0" y="1436"/>
                  </a:cubicBezTo>
                  <a:lnTo>
                    <a:pt x="2394" y="1436"/>
                  </a:lnTo>
                  <a:cubicBezTo>
                    <a:pt x="1999" y="958"/>
                    <a:pt x="1604" y="479"/>
                    <a:pt x="1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79" name="Google Shape;3179;p27"/>
            <p:cNvSpPr/>
            <p:nvPr/>
          </p:nvSpPr>
          <p:spPr>
            <a:xfrm>
              <a:off x="3347535" y="3734233"/>
              <a:ext cx="263933" cy="369439"/>
            </a:xfrm>
            <a:custGeom>
              <a:avLst/>
              <a:gdLst/>
              <a:ahLst/>
              <a:cxnLst/>
              <a:rect l="l" t="t" r="r" b="b"/>
              <a:pathLst>
                <a:path w="2394" h="3351" extrusionOk="0">
                  <a:moveTo>
                    <a:pt x="0" y="1"/>
                  </a:moveTo>
                  <a:lnTo>
                    <a:pt x="0" y="3351"/>
                  </a:lnTo>
                  <a:lnTo>
                    <a:pt x="2394" y="3351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0" name="Google Shape;3180;p27"/>
            <p:cNvSpPr/>
            <p:nvPr/>
          </p:nvSpPr>
          <p:spPr>
            <a:xfrm>
              <a:off x="3611359" y="3734233"/>
              <a:ext cx="422138" cy="369439"/>
            </a:xfrm>
            <a:custGeom>
              <a:avLst/>
              <a:gdLst/>
              <a:ahLst/>
              <a:cxnLst/>
              <a:rect l="l" t="t" r="r" b="b"/>
              <a:pathLst>
                <a:path w="3829" h="3351" extrusionOk="0">
                  <a:moveTo>
                    <a:pt x="1" y="1"/>
                  </a:moveTo>
                  <a:lnTo>
                    <a:pt x="1" y="3351"/>
                  </a:lnTo>
                  <a:lnTo>
                    <a:pt x="3828" y="3351"/>
                  </a:lnTo>
                  <a:lnTo>
                    <a:pt x="38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1" name="Google Shape;3181;p27"/>
            <p:cNvSpPr/>
            <p:nvPr/>
          </p:nvSpPr>
          <p:spPr>
            <a:xfrm>
              <a:off x="3456902" y="3758818"/>
              <a:ext cx="50383" cy="50273"/>
            </a:xfrm>
            <a:custGeom>
              <a:avLst/>
              <a:gdLst/>
              <a:ahLst/>
              <a:cxnLst/>
              <a:rect l="l" t="t" r="r" b="b"/>
              <a:pathLst>
                <a:path w="457" h="456" extrusionOk="0">
                  <a:moveTo>
                    <a:pt x="1" y="1"/>
                  </a:moveTo>
                  <a:lnTo>
                    <a:pt x="1" y="456"/>
                  </a:lnTo>
                  <a:lnTo>
                    <a:pt x="456" y="456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2" name="Google Shape;3182;p27"/>
            <p:cNvSpPr/>
            <p:nvPr/>
          </p:nvSpPr>
          <p:spPr>
            <a:xfrm>
              <a:off x="3875183" y="3681534"/>
              <a:ext cx="580563" cy="422138"/>
            </a:xfrm>
            <a:custGeom>
              <a:avLst/>
              <a:gdLst/>
              <a:ahLst/>
              <a:cxnLst/>
              <a:rect l="l" t="t" r="r" b="b"/>
              <a:pathLst>
                <a:path w="5266" h="3829" extrusionOk="0">
                  <a:moveTo>
                    <a:pt x="1" y="1"/>
                  </a:moveTo>
                  <a:lnTo>
                    <a:pt x="1" y="3829"/>
                  </a:lnTo>
                  <a:lnTo>
                    <a:pt x="5265" y="3829"/>
                  </a:lnTo>
                  <a:lnTo>
                    <a:pt x="52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3" name="Google Shape;3183;p27"/>
            <p:cNvSpPr/>
            <p:nvPr/>
          </p:nvSpPr>
          <p:spPr>
            <a:xfrm>
              <a:off x="4455639" y="3681534"/>
              <a:ext cx="422027" cy="422138"/>
            </a:xfrm>
            <a:custGeom>
              <a:avLst/>
              <a:gdLst/>
              <a:ahLst/>
              <a:cxnLst/>
              <a:rect l="l" t="t" r="r" b="b"/>
              <a:pathLst>
                <a:path w="3828" h="3829" extrusionOk="0">
                  <a:moveTo>
                    <a:pt x="0" y="1"/>
                  </a:moveTo>
                  <a:lnTo>
                    <a:pt x="0" y="3829"/>
                  </a:lnTo>
                  <a:lnTo>
                    <a:pt x="3828" y="3829"/>
                  </a:lnTo>
                  <a:lnTo>
                    <a:pt x="3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4" name="Google Shape;3184;p27"/>
            <p:cNvSpPr/>
            <p:nvPr/>
          </p:nvSpPr>
          <p:spPr>
            <a:xfrm>
              <a:off x="3875183" y="3470520"/>
              <a:ext cx="791577" cy="211124"/>
            </a:xfrm>
            <a:custGeom>
              <a:avLst/>
              <a:gdLst/>
              <a:ahLst/>
              <a:cxnLst/>
              <a:rect l="l" t="t" r="r" b="b"/>
              <a:pathLst>
                <a:path w="7180" h="1915" extrusionOk="0">
                  <a:moveTo>
                    <a:pt x="2048" y="0"/>
                  </a:moveTo>
                  <a:cubicBezTo>
                    <a:pt x="1366" y="638"/>
                    <a:pt x="682" y="1276"/>
                    <a:pt x="1" y="1915"/>
                  </a:cubicBezTo>
                  <a:lnTo>
                    <a:pt x="5265" y="1915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5" name="Google Shape;3185;p27"/>
            <p:cNvSpPr/>
            <p:nvPr/>
          </p:nvSpPr>
          <p:spPr>
            <a:xfrm>
              <a:off x="4455639" y="3470520"/>
              <a:ext cx="422027" cy="211124"/>
            </a:xfrm>
            <a:custGeom>
              <a:avLst/>
              <a:gdLst/>
              <a:ahLst/>
              <a:cxnLst/>
              <a:rect l="l" t="t" r="r" b="b"/>
              <a:pathLst>
                <a:path w="3828" h="1915" extrusionOk="0">
                  <a:moveTo>
                    <a:pt x="1913" y="0"/>
                  </a:moveTo>
                  <a:cubicBezTo>
                    <a:pt x="1275" y="638"/>
                    <a:pt x="639" y="1276"/>
                    <a:pt x="0" y="1915"/>
                  </a:cubicBezTo>
                  <a:lnTo>
                    <a:pt x="3828" y="1915"/>
                  </a:lnTo>
                  <a:lnTo>
                    <a:pt x="19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6" name="Google Shape;3186;p27"/>
            <p:cNvSpPr/>
            <p:nvPr/>
          </p:nvSpPr>
          <p:spPr>
            <a:xfrm>
              <a:off x="4177042" y="3572830"/>
              <a:ext cx="225787" cy="108814"/>
            </a:xfrm>
            <a:custGeom>
              <a:avLst/>
              <a:gdLst/>
              <a:ahLst/>
              <a:cxnLst/>
              <a:rect l="l" t="t" r="r" b="b"/>
              <a:pathLst>
                <a:path w="2048" h="987" extrusionOk="0">
                  <a:moveTo>
                    <a:pt x="1" y="0"/>
                  </a:moveTo>
                  <a:lnTo>
                    <a:pt x="1091" y="987"/>
                  </a:lnTo>
                  <a:lnTo>
                    <a:pt x="2047" y="30"/>
                  </a:lnTo>
                  <a:cubicBezTo>
                    <a:pt x="1366" y="20"/>
                    <a:pt x="682" y="1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7" name="Google Shape;3187;p27"/>
            <p:cNvSpPr/>
            <p:nvPr/>
          </p:nvSpPr>
          <p:spPr>
            <a:xfrm>
              <a:off x="4086198" y="3572830"/>
              <a:ext cx="211124" cy="163718"/>
            </a:xfrm>
            <a:custGeom>
              <a:avLst/>
              <a:gdLst/>
              <a:ahLst/>
              <a:cxnLst/>
              <a:rect l="l" t="t" r="r" b="b"/>
              <a:pathLst>
                <a:path w="1915" h="1485" extrusionOk="0">
                  <a:moveTo>
                    <a:pt x="825" y="0"/>
                  </a:moveTo>
                  <a:lnTo>
                    <a:pt x="0" y="987"/>
                  </a:lnTo>
                  <a:cubicBezTo>
                    <a:pt x="307" y="1153"/>
                    <a:pt x="614" y="1319"/>
                    <a:pt x="922" y="1484"/>
                  </a:cubicBezTo>
                  <a:cubicBezTo>
                    <a:pt x="1254" y="1318"/>
                    <a:pt x="1583" y="1152"/>
                    <a:pt x="1915" y="987"/>
                  </a:cubicBezTo>
                  <a:lnTo>
                    <a:pt x="8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8" name="Google Shape;3188;p27"/>
            <p:cNvSpPr/>
            <p:nvPr/>
          </p:nvSpPr>
          <p:spPr>
            <a:xfrm>
              <a:off x="4536561" y="3787042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89" name="Google Shape;3189;p27"/>
            <p:cNvSpPr/>
            <p:nvPr/>
          </p:nvSpPr>
          <p:spPr>
            <a:xfrm>
              <a:off x="4536561" y="3855065"/>
              <a:ext cx="22380" cy="22931"/>
            </a:xfrm>
            <a:custGeom>
              <a:avLst/>
              <a:gdLst/>
              <a:ahLst/>
              <a:cxnLst/>
              <a:rect l="l" t="t" r="r" b="b"/>
              <a:pathLst>
                <a:path w="203" h="208" extrusionOk="0">
                  <a:moveTo>
                    <a:pt x="1" y="0"/>
                  </a:moveTo>
                  <a:lnTo>
                    <a:pt x="1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0" name="Google Shape;3190;p27"/>
            <p:cNvSpPr/>
            <p:nvPr/>
          </p:nvSpPr>
          <p:spPr>
            <a:xfrm>
              <a:off x="4536561" y="3923088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1" name="Google Shape;3191;p27"/>
            <p:cNvSpPr/>
            <p:nvPr/>
          </p:nvSpPr>
          <p:spPr>
            <a:xfrm>
              <a:off x="4536561" y="3991111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2" name="Google Shape;3192;p27"/>
            <p:cNvSpPr/>
            <p:nvPr/>
          </p:nvSpPr>
          <p:spPr>
            <a:xfrm>
              <a:off x="4603041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3" name="Google Shape;3193;p27"/>
            <p:cNvSpPr/>
            <p:nvPr/>
          </p:nvSpPr>
          <p:spPr>
            <a:xfrm>
              <a:off x="4603041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4" name="Google Shape;3194;p27"/>
            <p:cNvSpPr/>
            <p:nvPr/>
          </p:nvSpPr>
          <p:spPr>
            <a:xfrm>
              <a:off x="4603041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5" name="Google Shape;3195;p27"/>
            <p:cNvSpPr/>
            <p:nvPr/>
          </p:nvSpPr>
          <p:spPr>
            <a:xfrm>
              <a:off x="4603041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6" name="Google Shape;3196;p27"/>
            <p:cNvSpPr/>
            <p:nvPr/>
          </p:nvSpPr>
          <p:spPr>
            <a:xfrm>
              <a:off x="4669631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7" name="Google Shape;3197;p27"/>
            <p:cNvSpPr/>
            <p:nvPr/>
          </p:nvSpPr>
          <p:spPr>
            <a:xfrm>
              <a:off x="4669631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8" name="Google Shape;3198;p27"/>
            <p:cNvSpPr/>
            <p:nvPr/>
          </p:nvSpPr>
          <p:spPr>
            <a:xfrm>
              <a:off x="4669631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199" name="Google Shape;3199;p27"/>
            <p:cNvSpPr/>
            <p:nvPr/>
          </p:nvSpPr>
          <p:spPr>
            <a:xfrm>
              <a:off x="4669631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0" name="Google Shape;3200;p27"/>
            <p:cNvSpPr/>
            <p:nvPr/>
          </p:nvSpPr>
          <p:spPr>
            <a:xfrm>
              <a:off x="4736110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1" name="Google Shape;3201;p27"/>
            <p:cNvSpPr/>
            <p:nvPr/>
          </p:nvSpPr>
          <p:spPr>
            <a:xfrm>
              <a:off x="4736110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1" y="0"/>
                  </a:moveTo>
                  <a:lnTo>
                    <a:pt x="1" y="207"/>
                  </a:lnTo>
                  <a:lnTo>
                    <a:pt x="201" y="20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2" name="Google Shape;3202;p27"/>
            <p:cNvSpPr/>
            <p:nvPr/>
          </p:nvSpPr>
          <p:spPr>
            <a:xfrm>
              <a:off x="4736110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3" name="Google Shape;3203;p27"/>
            <p:cNvSpPr/>
            <p:nvPr/>
          </p:nvSpPr>
          <p:spPr>
            <a:xfrm>
              <a:off x="4736110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4" name="Google Shape;3204;p27"/>
            <p:cNvSpPr/>
            <p:nvPr/>
          </p:nvSpPr>
          <p:spPr>
            <a:xfrm>
              <a:off x="4802700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5" name="Google Shape;3205;p27"/>
            <p:cNvSpPr/>
            <p:nvPr/>
          </p:nvSpPr>
          <p:spPr>
            <a:xfrm>
              <a:off x="4802700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1" y="20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6" name="Google Shape;3206;p27"/>
            <p:cNvSpPr/>
            <p:nvPr/>
          </p:nvSpPr>
          <p:spPr>
            <a:xfrm>
              <a:off x="4802700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7" name="Google Shape;3207;p27"/>
            <p:cNvSpPr/>
            <p:nvPr/>
          </p:nvSpPr>
          <p:spPr>
            <a:xfrm>
              <a:off x="4802700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8" name="Google Shape;3208;p27"/>
            <p:cNvSpPr/>
            <p:nvPr/>
          </p:nvSpPr>
          <p:spPr>
            <a:xfrm>
              <a:off x="392788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09" name="Google Shape;3209;p27"/>
            <p:cNvSpPr/>
            <p:nvPr/>
          </p:nvSpPr>
          <p:spPr>
            <a:xfrm>
              <a:off x="404353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0"/>
                  </a:moveTo>
                  <a:lnTo>
                    <a:pt x="0" y="707"/>
                  </a:lnTo>
                  <a:lnTo>
                    <a:pt x="258" y="707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0" name="Google Shape;3210;p27"/>
            <p:cNvSpPr/>
            <p:nvPr/>
          </p:nvSpPr>
          <p:spPr>
            <a:xfrm>
              <a:off x="415918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0"/>
                  </a:moveTo>
                  <a:lnTo>
                    <a:pt x="0" y="707"/>
                  </a:lnTo>
                  <a:lnTo>
                    <a:pt x="258" y="707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1" name="Google Shape;3211;p27"/>
            <p:cNvSpPr/>
            <p:nvPr/>
          </p:nvSpPr>
          <p:spPr>
            <a:xfrm>
              <a:off x="427472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2" name="Google Shape;3212;p27"/>
            <p:cNvSpPr/>
            <p:nvPr/>
          </p:nvSpPr>
          <p:spPr>
            <a:xfrm>
              <a:off x="439037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3" name="Google Shape;3213;p27"/>
            <p:cNvSpPr/>
            <p:nvPr/>
          </p:nvSpPr>
          <p:spPr>
            <a:xfrm>
              <a:off x="392788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4" name="Google Shape;3214;p27"/>
            <p:cNvSpPr/>
            <p:nvPr/>
          </p:nvSpPr>
          <p:spPr>
            <a:xfrm>
              <a:off x="404353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1"/>
                  </a:moveTo>
                  <a:lnTo>
                    <a:pt x="0" y="708"/>
                  </a:lnTo>
                  <a:lnTo>
                    <a:pt x="258" y="708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5" name="Google Shape;3215;p27"/>
            <p:cNvSpPr/>
            <p:nvPr/>
          </p:nvSpPr>
          <p:spPr>
            <a:xfrm>
              <a:off x="415918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1"/>
                  </a:moveTo>
                  <a:lnTo>
                    <a:pt x="0" y="708"/>
                  </a:lnTo>
                  <a:lnTo>
                    <a:pt x="258" y="708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6" name="Google Shape;3216;p27"/>
            <p:cNvSpPr/>
            <p:nvPr/>
          </p:nvSpPr>
          <p:spPr>
            <a:xfrm>
              <a:off x="427472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7" name="Google Shape;3217;p27"/>
            <p:cNvSpPr/>
            <p:nvPr/>
          </p:nvSpPr>
          <p:spPr>
            <a:xfrm>
              <a:off x="439037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8" name="Google Shape;3218;p27"/>
            <p:cNvSpPr/>
            <p:nvPr/>
          </p:nvSpPr>
          <p:spPr>
            <a:xfrm>
              <a:off x="392788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19" name="Google Shape;3219;p27"/>
            <p:cNvSpPr/>
            <p:nvPr/>
          </p:nvSpPr>
          <p:spPr>
            <a:xfrm>
              <a:off x="404353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79"/>
                  </a:lnTo>
                  <a:lnTo>
                    <a:pt x="258" y="79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0" name="Google Shape;3220;p27"/>
            <p:cNvSpPr/>
            <p:nvPr/>
          </p:nvSpPr>
          <p:spPr>
            <a:xfrm>
              <a:off x="415918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79"/>
                  </a:lnTo>
                  <a:lnTo>
                    <a:pt x="258" y="79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1" name="Google Shape;3221;p27"/>
            <p:cNvSpPr/>
            <p:nvPr/>
          </p:nvSpPr>
          <p:spPr>
            <a:xfrm>
              <a:off x="427472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2" name="Google Shape;3222;p27"/>
            <p:cNvSpPr/>
            <p:nvPr/>
          </p:nvSpPr>
          <p:spPr>
            <a:xfrm>
              <a:off x="439037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3" name="Google Shape;3223;p27"/>
            <p:cNvSpPr/>
            <p:nvPr/>
          </p:nvSpPr>
          <p:spPr>
            <a:xfrm>
              <a:off x="392788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4" name="Google Shape;3224;p27"/>
            <p:cNvSpPr/>
            <p:nvPr/>
          </p:nvSpPr>
          <p:spPr>
            <a:xfrm>
              <a:off x="404353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80"/>
                  </a:lnTo>
                  <a:lnTo>
                    <a:pt x="258" y="8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5" name="Google Shape;3225;p27"/>
            <p:cNvSpPr/>
            <p:nvPr/>
          </p:nvSpPr>
          <p:spPr>
            <a:xfrm>
              <a:off x="415918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80"/>
                  </a:lnTo>
                  <a:lnTo>
                    <a:pt x="258" y="8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6" name="Google Shape;3226;p27"/>
            <p:cNvSpPr/>
            <p:nvPr/>
          </p:nvSpPr>
          <p:spPr>
            <a:xfrm>
              <a:off x="427472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7" name="Google Shape;3227;p27"/>
            <p:cNvSpPr/>
            <p:nvPr/>
          </p:nvSpPr>
          <p:spPr>
            <a:xfrm>
              <a:off x="439037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8" name="Google Shape;3228;p27"/>
            <p:cNvSpPr/>
            <p:nvPr/>
          </p:nvSpPr>
          <p:spPr>
            <a:xfrm>
              <a:off x="5194081" y="3521013"/>
              <a:ext cx="266468" cy="158426"/>
            </a:xfrm>
            <a:custGeom>
              <a:avLst/>
              <a:gdLst/>
              <a:ahLst/>
              <a:cxnLst/>
              <a:rect l="l" t="t" r="r" b="b"/>
              <a:pathLst>
                <a:path w="2417" h="1437" extrusionOk="0">
                  <a:moveTo>
                    <a:pt x="1210" y="1"/>
                  </a:moveTo>
                  <a:lnTo>
                    <a:pt x="1" y="1436"/>
                  </a:lnTo>
                  <a:lnTo>
                    <a:pt x="2417" y="1436"/>
                  </a:lnTo>
                  <a:lnTo>
                    <a:pt x="12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29" name="Google Shape;3229;p27"/>
            <p:cNvSpPr/>
            <p:nvPr/>
          </p:nvSpPr>
          <p:spPr>
            <a:xfrm>
              <a:off x="5327481" y="3521013"/>
              <a:ext cx="552560" cy="158426"/>
            </a:xfrm>
            <a:custGeom>
              <a:avLst/>
              <a:gdLst/>
              <a:ahLst/>
              <a:cxnLst/>
              <a:rect l="l" t="t" r="r" b="b"/>
              <a:pathLst>
                <a:path w="5012" h="1437" extrusionOk="0">
                  <a:moveTo>
                    <a:pt x="0" y="1"/>
                  </a:moveTo>
                  <a:lnTo>
                    <a:pt x="1207" y="1436"/>
                  </a:lnTo>
                  <a:lnTo>
                    <a:pt x="5012" y="1436"/>
                  </a:lnTo>
                  <a:lnTo>
                    <a:pt x="38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0" name="Google Shape;3230;p27"/>
            <p:cNvSpPr/>
            <p:nvPr/>
          </p:nvSpPr>
          <p:spPr>
            <a:xfrm>
              <a:off x="5194081" y="3679329"/>
              <a:ext cx="260405" cy="424343"/>
            </a:xfrm>
            <a:custGeom>
              <a:avLst/>
              <a:gdLst/>
              <a:ahLst/>
              <a:cxnLst/>
              <a:rect l="l" t="t" r="r" b="b"/>
              <a:pathLst>
                <a:path w="2362" h="3849" extrusionOk="0">
                  <a:moveTo>
                    <a:pt x="1" y="0"/>
                  </a:moveTo>
                  <a:lnTo>
                    <a:pt x="1" y="3849"/>
                  </a:lnTo>
                  <a:lnTo>
                    <a:pt x="2361" y="3849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1" name="Google Shape;3231;p27"/>
            <p:cNvSpPr/>
            <p:nvPr/>
          </p:nvSpPr>
          <p:spPr>
            <a:xfrm>
              <a:off x="5454377" y="3679329"/>
              <a:ext cx="425666" cy="424343"/>
            </a:xfrm>
            <a:custGeom>
              <a:avLst/>
              <a:gdLst/>
              <a:ahLst/>
              <a:cxnLst/>
              <a:rect l="l" t="t" r="r" b="b"/>
              <a:pathLst>
                <a:path w="3861" h="3849" extrusionOk="0">
                  <a:moveTo>
                    <a:pt x="0" y="0"/>
                  </a:moveTo>
                  <a:lnTo>
                    <a:pt x="0" y="3849"/>
                  </a:lnTo>
                  <a:lnTo>
                    <a:pt x="3861" y="3849"/>
                  </a:lnTo>
                  <a:lnTo>
                    <a:pt x="38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2" name="Google Shape;3232;p27"/>
            <p:cNvSpPr/>
            <p:nvPr/>
          </p:nvSpPr>
          <p:spPr>
            <a:xfrm>
              <a:off x="5510824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3" name="Google Shape;3233;p27"/>
            <p:cNvSpPr/>
            <p:nvPr/>
          </p:nvSpPr>
          <p:spPr>
            <a:xfrm>
              <a:off x="5510824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4" name="Google Shape;3234;p27"/>
            <p:cNvSpPr/>
            <p:nvPr/>
          </p:nvSpPr>
          <p:spPr>
            <a:xfrm>
              <a:off x="5510824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5" name="Google Shape;3235;p27"/>
            <p:cNvSpPr/>
            <p:nvPr/>
          </p:nvSpPr>
          <p:spPr>
            <a:xfrm>
              <a:off x="5510824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6" name="Google Shape;3236;p27"/>
            <p:cNvSpPr/>
            <p:nvPr/>
          </p:nvSpPr>
          <p:spPr>
            <a:xfrm>
              <a:off x="5510824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7" name="Google Shape;3237;p27"/>
            <p:cNvSpPr/>
            <p:nvPr/>
          </p:nvSpPr>
          <p:spPr>
            <a:xfrm>
              <a:off x="5561869" y="3732248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8" name="Google Shape;3238;p27"/>
            <p:cNvSpPr/>
            <p:nvPr/>
          </p:nvSpPr>
          <p:spPr>
            <a:xfrm>
              <a:off x="5561869" y="3784396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6" y="160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39" name="Google Shape;3239;p27"/>
            <p:cNvSpPr/>
            <p:nvPr/>
          </p:nvSpPr>
          <p:spPr>
            <a:xfrm>
              <a:off x="5561869" y="3836763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0" name="Google Shape;3240;p27"/>
            <p:cNvSpPr/>
            <p:nvPr/>
          </p:nvSpPr>
          <p:spPr>
            <a:xfrm>
              <a:off x="5561869" y="3889241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1" name="Google Shape;3241;p27"/>
            <p:cNvSpPr/>
            <p:nvPr/>
          </p:nvSpPr>
          <p:spPr>
            <a:xfrm>
              <a:off x="5561869" y="3941609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2" name="Google Shape;3242;p27"/>
            <p:cNvSpPr/>
            <p:nvPr/>
          </p:nvSpPr>
          <p:spPr>
            <a:xfrm>
              <a:off x="5613244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3" name="Google Shape;3243;p27"/>
            <p:cNvSpPr/>
            <p:nvPr/>
          </p:nvSpPr>
          <p:spPr>
            <a:xfrm>
              <a:off x="5613244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4" name="Google Shape;3244;p27"/>
            <p:cNvSpPr/>
            <p:nvPr/>
          </p:nvSpPr>
          <p:spPr>
            <a:xfrm>
              <a:off x="5613244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5" name="Google Shape;3245;p27"/>
            <p:cNvSpPr/>
            <p:nvPr/>
          </p:nvSpPr>
          <p:spPr>
            <a:xfrm>
              <a:off x="5613244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6" name="Google Shape;3246;p27"/>
            <p:cNvSpPr/>
            <p:nvPr/>
          </p:nvSpPr>
          <p:spPr>
            <a:xfrm>
              <a:off x="5613244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7" name="Google Shape;3247;p27"/>
            <p:cNvSpPr/>
            <p:nvPr/>
          </p:nvSpPr>
          <p:spPr>
            <a:xfrm>
              <a:off x="5664399" y="3732248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8" name="Google Shape;3248;p27"/>
            <p:cNvSpPr/>
            <p:nvPr/>
          </p:nvSpPr>
          <p:spPr>
            <a:xfrm>
              <a:off x="5664399" y="3784396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49" name="Google Shape;3249;p27"/>
            <p:cNvSpPr/>
            <p:nvPr/>
          </p:nvSpPr>
          <p:spPr>
            <a:xfrm>
              <a:off x="5664399" y="3836763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0" name="Google Shape;3250;p27"/>
            <p:cNvSpPr/>
            <p:nvPr/>
          </p:nvSpPr>
          <p:spPr>
            <a:xfrm>
              <a:off x="5664399" y="3889241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1" name="Google Shape;3251;p27"/>
            <p:cNvSpPr/>
            <p:nvPr/>
          </p:nvSpPr>
          <p:spPr>
            <a:xfrm>
              <a:off x="5664399" y="3941609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2" name="Google Shape;3252;p27"/>
            <p:cNvSpPr/>
            <p:nvPr/>
          </p:nvSpPr>
          <p:spPr>
            <a:xfrm>
              <a:off x="5715665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3" name="Google Shape;3253;p27"/>
            <p:cNvSpPr/>
            <p:nvPr/>
          </p:nvSpPr>
          <p:spPr>
            <a:xfrm>
              <a:off x="5715665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4" name="Google Shape;3254;p27"/>
            <p:cNvSpPr/>
            <p:nvPr/>
          </p:nvSpPr>
          <p:spPr>
            <a:xfrm>
              <a:off x="5715665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5" name="Google Shape;3255;p27"/>
            <p:cNvSpPr/>
            <p:nvPr/>
          </p:nvSpPr>
          <p:spPr>
            <a:xfrm>
              <a:off x="5715665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6" name="Google Shape;3256;p27"/>
            <p:cNvSpPr/>
            <p:nvPr/>
          </p:nvSpPr>
          <p:spPr>
            <a:xfrm>
              <a:off x="5715665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7" name="Google Shape;3257;p27"/>
            <p:cNvSpPr/>
            <p:nvPr/>
          </p:nvSpPr>
          <p:spPr>
            <a:xfrm>
              <a:off x="5766930" y="3732248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8" name="Google Shape;3258;p27"/>
            <p:cNvSpPr/>
            <p:nvPr/>
          </p:nvSpPr>
          <p:spPr>
            <a:xfrm>
              <a:off x="5766930" y="3784396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59" name="Google Shape;3259;p27"/>
            <p:cNvSpPr/>
            <p:nvPr/>
          </p:nvSpPr>
          <p:spPr>
            <a:xfrm>
              <a:off x="5766930" y="3836763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0" name="Google Shape;3260;p27"/>
            <p:cNvSpPr/>
            <p:nvPr/>
          </p:nvSpPr>
          <p:spPr>
            <a:xfrm>
              <a:off x="5766930" y="3889241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1" name="Google Shape;3261;p27"/>
            <p:cNvSpPr/>
            <p:nvPr/>
          </p:nvSpPr>
          <p:spPr>
            <a:xfrm>
              <a:off x="5766930" y="3941609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2" name="Google Shape;3262;p27"/>
            <p:cNvSpPr/>
            <p:nvPr/>
          </p:nvSpPr>
          <p:spPr>
            <a:xfrm>
              <a:off x="5818196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3" name="Google Shape;3263;p27"/>
            <p:cNvSpPr/>
            <p:nvPr/>
          </p:nvSpPr>
          <p:spPr>
            <a:xfrm>
              <a:off x="5818196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4" name="Google Shape;3264;p27"/>
            <p:cNvSpPr/>
            <p:nvPr/>
          </p:nvSpPr>
          <p:spPr>
            <a:xfrm>
              <a:off x="5818196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5" name="Google Shape;3265;p27"/>
            <p:cNvSpPr/>
            <p:nvPr/>
          </p:nvSpPr>
          <p:spPr>
            <a:xfrm>
              <a:off x="5818196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6" name="Google Shape;3266;p27"/>
            <p:cNvSpPr/>
            <p:nvPr/>
          </p:nvSpPr>
          <p:spPr>
            <a:xfrm>
              <a:off x="5818196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7" name="Google Shape;3267;p27"/>
            <p:cNvSpPr/>
            <p:nvPr/>
          </p:nvSpPr>
          <p:spPr>
            <a:xfrm>
              <a:off x="5510824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8" name="Google Shape;3268;p27"/>
            <p:cNvSpPr/>
            <p:nvPr/>
          </p:nvSpPr>
          <p:spPr>
            <a:xfrm>
              <a:off x="5561869" y="3993867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69" name="Google Shape;3269;p27"/>
            <p:cNvSpPr/>
            <p:nvPr/>
          </p:nvSpPr>
          <p:spPr>
            <a:xfrm>
              <a:off x="5613244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0" name="Google Shape;3270;p27"/>
            <p:cNvSpPr/>
            <p:nvPr/>
          </p:nvSpPr>
          <p:spPr>
            <a:xfrm>
              <a:off x="5664399" y="3993867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1" name="Google Shape;3271;p27"/>
            <p:cNvSpPr/>
            <p:nvPr/>
          </p:nvSpPr>
          <p:spPr>
            <a:xfrm>
              <a:off x="5715665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2" name="Google Shape;3272;p27"/>
            <p:cNvSpPr/>
            <p:nvPr/>
          </p:nvSpPr>
          <p:spPr>
            <a:xfrm>
              <a:off x="5766930" y="3993867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3" name="Google Shape;3273;p27"/>
            <p:cNvSpPr/>
            <p:nvPr/>
          </p:nvSpPr>
          <p:spPr>
            <a:xfrm>
              <a:off x="5818196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4" name="Google Shape;3274;p27"/>
            <p:cNvSpPr/>
            <p:nvPr/>
          </p:nvSpPr>
          <p:spPr>
            <a:xfrm>
              <a:off x="5699128" y="3521013"/>
              <a:ext cx="146519" cy="158426"/>
            </a:xfrm>
            <a:custGeom>
              <a:avLst/>
              <a:gdLst/>
              <a:ahLst/>
              <a:cxnLst/>
              <a:rect l="l" t="t" r="r" b="b"/>
              <a:pathLst>
                <a:path w="1329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29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5" name="Google Shape;3275;p27"/>
            <p:cNvSpPr/>
            <p:nvPr/>
          </p:nvSpPr>
          <p:spPr>
            <a:xfrm>
              <a:off x="5643011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0" y="1"/>
                  </a:moveTo>
                  <a:lnTo>
                    <a:pt x="1208" y="1436"/>
                  </a:lnTo>
                  <a:lnTo>
                    <a:pt x="1329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6" name="Google Shape;3276;p27"/>
            <p:cNvSpPr/>
            <p:nvPr/>
          </p:nvSpPr>
          <p:spPr>
            <a:xfrm>
              <a:off x="5586675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1" y="1"/>
                  </a:moveTo>
                  <a:lnTo>
                    <a:pt x="1208" y="1436"/>
                  </a:lnTo>
                  <a:lnTo>
                    <a:pt x="1330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7" name="Google Shape;3277;p27"/>
            <p:cNvSpPr/>
            <p:nvPr/>
          </p:nvSpPr>
          <p:spPr>
            <a:xfrm>
              <a:off x="5530558" y="3521013"/>
              <a:ext cx="146519" cy="158426"/>
            </a:xfrm>
            <a:custGeom>
              <a:avLst/>
              <a:gdLst/>
              <a:ahLst/>
              <a:cxnLst/>
              <a:rect l="l" t="t" r="r" b="b"/>
              <a:pathLst>
                <a:path w="1329" h="1437" extrusionOk="0">
                  <a:moveTo>
                    <a:pt x="0" y="1"/>
                  </a:moveTo>
                  <a:lnTo>
                    <a:pt x="1208" y="1436"/>
                  </a:lnTo>
                  <a:lnTo>
                    <a:pt x="1328" y="143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8" name="Google Shape;3278;p27"/>
            <p:cNvSpPr/>
            <p:nvPr/>
          </p:nvSpPr>
          <p:spPr>
            <a:xfrm>
              <a:off x="5474222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79" name="Google Shape;3279;p27"/>
            <p:cNvSpPr/>
            <p:nvPr/>
          </p:nvSpPr>
          <p:spPr>
            <a:xfrm>
              <a:off x="5417885" y="3521013"/>
              <a:ext cx="146739" cy="158426"/>
            </a:xfrm>
            <a:custGeom>
              <a:avLst/>
              <a:gdLst/>
              <a:ahLst/>
              <a:cxnLst/>
              <a:rect l="l" t="t" r="r" b="b"/>
              <a:pathLst>
                <a:path w="1331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0" name="Google Shape;3280;p27"/>
            <p:cNvSpPr/>
            <p:nvPr/>
          </p:nvSpPr>
          <p:spPr>
            <a:xfrm>
              <a:off x="5361768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0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1" name="Google Shape;3281;p27"/>
            <p:cNvSpPr/>
            <p:nvPr/>
          </p:nvSpPr>
          <p:spPr>
            <a:xfrm>
              <a:off x="5039072" y="2567589"/>
              <a:ext cx="70007" cy="955846"/>
            </a:xfrm>
            <a:custGeom>
              <a:avLst/>
              <a:gdLst/>
              <a:ahLst/>
              <a:cxnLst/>
              <a:rect l="l" t="t" r="r" b="b"/>
              <a:pathLst>
                <a:path w="635" h="8670" extrusionOk="0">
                  <a:moveTo>
                    <a:pt x="163" y="1"/>
                  </a:moveTo>
                  <a:lnTo>
                    <a:pt x="0" y="8669"/>
                  </a:lnTo>
                  <a:lnTo>
                    <a:pt x="634" y="8669"/>
                  </a:lnTo>
                  <a:lnTo>
                    <a:pt x="4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2" name="Google Shape;3282;p27"/>
            <p:cNvSpPr/>
            <p:nvPr/>
          </p:nvSpPr>
          <p:spPr>
            <a:xfrm>
              <a:off x="5019117" y="2550942"/>
              <a:ext cx="109917" cy="47296"/>
            </a:xfrm>
            <a:custGeom>
              <a:avLst/>
              <a:gdLst/>
              <a:ahLst/>
              <a:cxnLst/>
              <a:rect l="l" t="t" r="r" b="b"/>
              <a:pathLst>
                <a:path w="997" h="429" extrusionOk="0">
                  <a:moveTo>
                    <a:pt x="160" y="0"/>
                  </a:moveTo>
                  <a:cubicBezTo>
                    <a:pt x="73" y="0"/>
                    <a:pt x="1" y="97"/>
                    <a:pt x="1" y="214"/>
                  </a:cubicBezTo>
                  <a:cubicBezTo>
                    <a:pt x="1" y="332"/>
                    <a:pt x="72" y="428"/>
                    <a:pt x="160" y="428"/>
                  </a:cubicBezTo>
                  <a:lnTo>
                    <a:pt x="838" y="428"/>
                  </a:lnTo>
                  <a:cubicBezTo>
                    <a:pt x="925" y="428"/>
                    <a:pt x="997" y="332"/>
                    <a:pt x="997" y="214"/>
                  </a:cubicBezTo>
                  <a:cubicBezTo>
                    <a:pt x="997" y="97"/>
                    <a:pt x="925" y="0"/>
                    <a:pt x="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3" name="Google Shape;3283;p27"/>
            <p:cNvSpPr/>
            <p:nvPr/>
          </p:nvSpPr>
          <p:spPr>
            <a:xfrm>
              <a:off x="4749230" y="2568802"/>
              <a:ext cx="285651" cy="159749"/>
            </a:xfrm>
            <a:custGeom>
              <a:avLst/>
              <a:gdLst/>
              <a:ahLst/>
              <a:cxnLst/>
              <a:rect l="l" t="t" r="r" b="b"/>
              <a:pathLst>
                <a:path w="2591" h="1449" extrusionOk="0">
                  <a:moveTo>
                    <a:pt x="2567" y="0"/>
                  </a:moveTo>
                  <a:lnTo>
                    <a:pt x="2269" y="7"/>
                  </a:lnTo>
                  <a:cubicBezTo>
                    <a:pt x="2169" y="10"/>
                    <a:pt x="2070" y="41"/>
                    <a:pt x="1988" y="96"/>
                  </a:cubicBezTo>
                  <a:lnTo>
                    <a:pt x="34" y="1378"/>
                  </a:lnTo>
                  <a:cubicBezTo>
                    <a:pt x="1" y="1401"/>
                    <a:pt x="19" y="1448"/>
                    <a:pt x="55" y="1448"/>
                  </a:cubicBezTo>
                  <a:cubicBezTo>
                    <a:pt x="59" y="1448"/>
                    <a:pt x="64" y="1448"/>
                    <a:pt x="69" y="1446"/>
                  </a:cubicBezTo>
                  <a:lnTo>
                    <a:pt x="2089" y="709"/>
                  </a:lnTo>
                  <a:cubicBezTo>
                    <a:pt x="2156" y="686"/>
                    <a:pt x="2215" y="640"/>
                    <a:pt x="2256" y="580"/>
                  </a:cubicBezTo>
                  <a:cubicBezTo>
                    <a:pt x="2256" y="580"/>
                    <a:pt x="2581" y="161"/>
                    <a:pt x="2590" y="139"/>
                  </a:cubicBezTo>
                  <a:lnTo>
                    <a:pt x="2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4" name="Google Shape;3284;p27"/>
            <p:cNvSpPr/>
            <p:nvPr/>
          </p:nvSpPr>
          <p:spPr>
            <a:xfrm>
              <a:off x="5034442" y="2574314"/>
              <a:ext cx="279147" cy="175955"/>
            </a:xfrm>
            <a:custGeom>
              <a:avLst/>
              <a:gdLst/>
              <a:ahLst/>
              <a:cxnLst/>
              <a:rect l="l" t="t" r="r" b="b"/>
              <a:pathLst>
                <a:path w="2532" h="1596" extrusionOk="0">
                  <a:moveTo>
                    <a:pt x="111" y="0"/>
                  </a:moveTo>
                  <a:cubicBezTo>
                    <a:pt x="110" y="0"/>
                    <a:pt x="109" y="0"/>
                    <a:pt x="109" y="0"/>
                  </a:cubicBezTo>
                  <a:lnTo>
                    <a:pt x="0" y="89"/>
                  </a:lnTo>
                  <a:lnTo>
                    <a:pt x="155" y="341"/>
                  </a:lnTo>
                  <a:cubicBezTo>
                    <a:pt x="208" y="427"/>
                    <a:pt x="283" y="496"/>
                    <a:pt x="373" y="540"/>
                  </a:cubicBezTo>
                  <a:lnTo>
                    <a:pt x="2460" y="1591"/>
                  </a:lnTo>
                  <a:cubicBezTo>
                    <a:pt x="2466" y="1594"/>
                    <a:pt x="2472" y="1596"/>
                    <a:pt x="2478" y="1596"/>
                  </a:cubicBezTo>
                  <a:cubicBezTo>
                    <a:pt x="2510" y="1596"/>
                    <a:pt x="2531" y="1552"/>
                    <a:pt x="2502" y="1527"/>
                  </a:cubicBezTo>
                  <a:lnTo>
                    <a:pt x="853" y="149"/>
                  </a:lnTo>
                  <a:cubicBezTo>
                    <a:pt x="798" y="102"/>
                    <a:pt x="729" y="74"/>
                    <a:pt x="658" y="69"/>
                  </a:cubicBezTo>
                  <a:cubicBezTo>
                    <a:pt x="658" y="69"/>
                    <a:pt x="154" y="0"/>
                    <a:pt x="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5" name="Google Shape;3285;p27"/>
            <p:cNvSpPr/>
            <p:nvPr/>
          </p:nvSpPr>
          <p:spPr>
            <a:xfrm>
              <a:off x="5003683" y="2252500"/>
              <a:ext cx="66149" cy="321923"/>
            </a:xfrm>
            <a:custGeom>
              <a:avLst/>
              <a:gdLst/>
              <a:ahLst/>
              <a:cxnLst/>
              <a:rect l="l" t="t" r="r" b="b"/>
              <a:pathLst>
                <a:path w="600" h="2920" extrusionOk="0">
                  <a:moveTo>
                    <a:pt x="422" y="1"/>
                  </a:moveTo>
                  <a:cubicBezTo>
                    <a:pt x="405" y="1"/>
                    <a:pt x="388" y="12"/>
                    <a:pt x="384" y="34"/>
                  </a:cubicBezTo>
                  <a:lnTo>
                    <a:pt x="13" y="2150"/>
                  </a:lnTo>
                  <a:cubicBezTo>
                    <a:pt x="1" y="2221"/>
                    <a:pt x="11" y="2295"/>
                    <a:pt x="42" y="2359"/>
                  </a:cubicBezTo>
                  <a:cubicBezTo>
                    <a:pt x="42" y="2359"/>
                    <a:pt x="242" y="2851"/>
                    <a:pt x="257" y="2869"/>
                  </a:cubicBezTo>
                  <a:lnTo>
                    <a:pt x="388" y="2919"/>
                  </a:lnTo>
                  <a:lnTo>
                    <a:pt x="529" y="2659"/>
                  </a:lnTo>
                  <a:cubicBezTo>
                    <a:pt x="576" y="2571"/>
                    <a:pt x="599" y="2471"/>
                    <a:pt x="592" y="2372"/>
                  </a:cubicBezTo>
                  <a:lnTo>
                    <a:pt x="459" y="37"/>
                  </a:lnTo>
                  <a:cubicBezTo>
                    <a:pt x="458" y="13"/>
                    <a:pt x="440" y="1"/>
                    <a:pt x="4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6" name="Google Shape;3286;p27"/>
            <p:cNvSpPr/>
            <p:nvPr/>
          </p:nvSpPr>
          <p:spPr>
            <a:xfrm>
              <a:off x="5019117" y="2550942"/>
              <a:ext cx="35169" cy="47296"/>
            </a:xfrm>
            <a:custGeom>
              <a:avLst/>
              <a:gdLst/>
              <a:ahLst/>
              <a:cxnLst/>
              <a:rect l="l" t="t" r="r" b="b"/>
              <a:pathLst>
                <a:path w="319" h="429" extrusionOk="0">
                  <a:moveTo>
                    <a:pt x="160" y="0"/>
                  </a:moveTo>
                  <a:cubicBezTo>
                    <a:pt x="73" y="0"/>
                    <a:pt x="1" y="97"/>
                    <a:pt x="1" y="214"/>
                  </a:cubicBezTo>
                  <a:cubicBezTo>
                    <a:pt x="1" y="332"/>
                    <a:pt x="72" y="428"/>
                    <a:pt x="160" y="428"/>
                  </a:cubicBezTo>
                  <a:cubicBezTo>
                    <a:pt x="247" y="428"/>
                    <a:pt x="318" y="332"/>
                    <a:pt x="318" y="214"/>
                  </a:cubicBezTo>
                  <a:cubicBezTo>
                    <a:pt x="318" y="97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7" name="Google Shape;3287;p27"/>
            <p:cNvSpPr/>
            <p:nvPr/>
          </p:nvSpPr>
          <p:spPr>
            <a:xfrm>
              <a:off x="5030032" y="2565605"/>
              <a:ext cx="13340" cy="17970"/>
            </a:xfrm>
            <a:custGeom>
              <a:avLst/>
              <a:gdLst/>
              <a:ahLst/>
              <a:cxnLst/>
              <a:rect l="l" t="t" r="r" b="b"/>
              <a:pathLst>
                <a:path w="121" h="163" extrusionOk="0">
                  <a:moveTo>
                    <a:pt x="61" y="0"/>
                  </a:moveTo>
                  <a:cubicBezTo>
                    <a:pt x="28" y="0"/>
                    <a:pt x="0" y="36"/>
                    <a:pt x="0" y="81"/>
                  </a:cubicBezTo>
                  <a:cubicBezTo>
                    <a:pt x="0" y="126"/>
                    <a:pt x="28" y="162"/>
                    <a:pt x="61" y="162"/>
                  </a:cubicBezTo>
                  <a:cubicBezTo>
                    <a:pt x="94" y="162"/>
                    <a:pt x="121" y="126"/>
                    <a:pt x="121" y="81"/>
                  </a:cubicBezTo>
                  <a:cubicBezTo>
                    <a:pt x="121" y="36"/>
                    <a:pt x="93" y="0"/>
                    <a:pt x="61" y="0"/>
                  </a:cubicBezTo>
                  <a:close/>
                </a:path>
              </a:pathLst>
            </a:custGeom>
            <a:solidFill>
              <a:srgbClr val="E7E5E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8" name="Google Shape;3288;p27"/>
            <p:cNvSpPr/>
            <p:nvPr/>
          </p:nvSpPr>
          <p:spPr>
            <a:xfrm>
              <a:off x="4995524" y="2555792"/>
              <a:ext cx="47958" cy="36823"/>
            </a:xfrm>
            <a:custGeom>
              <a:avLst/>
              <a:gdLst/>
              <a:ahLst/>
              <a:cxnLst/>
              <a:rect l="l" t="t" r="r" b="b"/>
              <a:pathLst>
                <a:path w="435" h="334" extrusionOk="0">
                  <a:moveTo>
                    <a:pt x="281" y="0"/>
                  </a:moveTo>
                  <a:cubicBezTo>
                    <a:pt x="229" y="0"/>
                    <a:pt x="0" y="81"/>
                    <a:pt x="1" y="168"/>
                  </a:cubicBezTo>
                  <a:cubicBezTo>
                    <a:pt x="3" y="248"/>
                    <a:pt x="233" y="334"/>
                    <a:pt x="281" y="334"/>
                  </a:cubicBezTo>
                  <a:cubicBezTo>
                    <a:pt x="281" y="334"/>
                    <a:pt x="281" y="334"/>
                    <a:pt x="281" y="334"/>
                  </a:cubicBezTo>
                  <a:lnTo>
                    <a:pt x="322" y="334"/>
                  </a:lnTo>
                  <a:cubicBezTo>
                    <a:pt x="384" y="334"/>
                    <a:pt x="434" y="258"/>
                    <a:pt x="434" y="166"/>
                  </a:cubicBezTo>
                  <a:cubicBezTo>
                    <a:pt x="435" y="76"/>
                    <a:pt x="384" y="0"/>
                    <a:pt x="3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89" name="Google Shape;3289;p27"/>
            <p:cNvSpPr/>
            <p:nvPr/>
          </p:nvSpPr>
          <p:spPr>
            <a:xfrm>
              <a:off x="4561036" y="3967848"/>
              <a:ext cx="475056" cy="135825"/>
            </a:xfrm>
            <a:custGeom>
              <a:avLst/>
              <a:gdLst/>
              <a:ahLst/>
              <a:cxnLst/>
              <a:rect l="l" t="t" r="r" b="b"/>
              <a:pathLst>
                <a:path w="4309" h="1232" extrusionOk="0">
                  <a:moveTo>
                    <a:pt x="1092" y="1"/>
                  </a:moveTo>
                  <a:cubicBezTo>
                    <a:pt x="800" y="1"/>
                    <a:pt x="534" y="165"/>
                    <a:pt x="404" y="426"/>
                  </a:cubicBezTo>
                  <a:lnTo>
                    <a:pt x="1" y="1232"/>
                  </a:lnTo>
                  <a:lnTo>
                    <a:pt x="4308" y="1232"/>
                  </a:lnTo>
                  <a:lnTo>
                    <a:pt x="3905" y="426"/>
                  </a:lnTo>
                  <a:cubicBezTo>
                    <a:pt x="3775" y="166"/>
                    <a:pt x="3508" y="1"/>
                    <a:pt x="32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0" name="Google Shape;3290;p27"/>
            <p:cNvSpPr/>
            <p:nvPr/>
          </p:nvSpPr>
          <p:spPr>
            <a:xfrm>
              <a:off x="4930257" y="3839850"/>
              <a:ext cx="158536" cy="263933"/>
            </a:xfrm>
            <a:custGeom>
              <a:avLst/>
              <a:gdLst/>
              <a:ahLst/>
              <a:cxnLst/>
              <a:rect l="l" t="t" r="r" b="b"/>
              <a:pathLst>
                <a:path w="1438" h="2394" extrusionOk="0">
                  <a:moveTo>
                    <a:pt x="1" y="0"/>
                  </a:moveTo>
                  <a:lnTo>
                    <a:pt x="1" y="2394"/>
                  </a:lnTo>
                  <a:lnTo>
                    <a:pt x="1437" y="2394"/>
                  </a:lnTo>
                  <a:lnTo>
                    <a:pt x="14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1" name="Google Shape;3291;p27"/>
            <p:cNvSpPr/>
            <p:nvPr/>
          </p:nvSpPr>
          <p:spPr>
            <a:xfrm>
              <a:off x="5088684" y="3839850"/>
              <a:ext cx="263933" cy="263933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0" y="0"/>
                  </a:moveTo>
                  <a:lnTo>
                    <a:pt x="0" y="2394"/>
                  </a:lnTo>
                  <a:lnTo>
                    <a:pt x="2393" y="2394"/>
                  </a:lnTo>
                  <a:lnTo>
                    <a:pt x="23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2" name="Google Shape;3292;p27"/>
            <p:cNvSpPr/>
            <p:nvPr/>
          </p:nvSpPr>
          <p:spPr>
            <a:xfrm>
              <a:off x="4930257" y="3628726"/>
              <a:ext cx="158536" cy="211344"/>
            </a:xfrm>
            <a:custGeom>
              <a:avLst/>
              <a:gdLst/>
              <a:ahLst/>
              <a:cxnLst/>
              <a:rect l="l" t="t" r="r" b="b"/>
              <a:pathLst>
                <a:path w="1438" h="1917" extrusionOk="0">
                  <a:moveTo>
                    <a:pt x="1" y="1"/>
                  </a:moveTo>
                  <a:lnTo>
                    <a:pt x="1" y="1916"/>
                  </a:lnTo>
                  <a:lnTo>
                    <a:pt x="1437" y="19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3" name="Google Shape;3293;p27"/>
            <p:cNvSpPr/>
            <p:nvPr/>
          </p:nvSpPr>
          <p:spPr>
            <a:xfrm>
              <a:off x="4930257" y="3628726"/>
              <a:ext cx="422358" cy="211344"/>
            </a:xfrm>
            <a:custGeom>
              <a:avLst/>
              <a:gdLst/>
              <a:ahLst/>
              <a:cxnLst/>
              <a:rect l="l" t="t" r="r" b="b"/>
              <a:pathLst>
                <a:path w="3831" h="1917" extrusionOk="0">
                  <a:moveTo>
                    <a:pt x="1" y="1"/>
                  </a:moveTo>
                  <a:lnTo>
                    <a:pt x="1437" y="1916"/>
                  </a:lnTo>
                  <a:lnTo>
                    <a:pt x="3830" y="1916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4" name="Google Shape;3294;p27"/>
            <p:cNvSpPr/>
            <p:nvPr/>
          </p:nvSpPr>
          <p:spPr>
            <a:xfrm>
              <a:off x="5194081" y="3892659"/>
              <a:ext cx="52919" cy="48178"/>
            </a:xfrm>
            <a:custGeom>
              <a:avLst/>
              <a:gdLst/>
              <a:ahLst/>
              <a:cxnLst/>
              <a:rect l="l" t="t" r="r" b="b"/>
              <a:pathLst>
                <a:path w="480" h="437" extrusionOk="0">
                  <a:moveTo>
                    <a:pt x="1" y="0"/>
                  </a:moveTo>
                  <a:lnTo>
                    <a:pt x="1" y="436"/>
                  </a:lnTo>
                  <a:lnTo>
                    <a:pt x="480" y="43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5" name="Google Shape;3295;p27"/>
            <p:cNvSpPr/>
            <p:nvPr/>
          </p:nvSpPr>
          <p:spPr>
            <a:xfrm>
              <a:off x="5194081" y="3935987"/>
              <a:ext cx="52919" cy="9481"/>
            </a:xfrm>
            <a:custGeom>
              <a:avLst/>
              <a:gdLst/>
              <a:ahLst/>
              <a:cxnLst/>
              <a:rect l="l" t="t" r="r" b="b"/>
              <a:pathLst>
                <a:path w="480" h="86" extrusionOk="0">
                  <a:moveTo>
                    <a:pt x="1" y="0"/>
                  </a:moveTo>
                  <a:lnTo>
                    <a:pt x="1" y="86"/>
                  </a:lnTo>
                  <a:lnTo>
                    <a:pt x="480" y="8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6" name="Google Shape;3296;p27"/>
            <p:cNvSpPr/>
            <p:nvPr/>
          </p:nvSpPr>
          <p:spPr>
            <a:xfrm>
              <a:off x="5194081" y="3998056"/>
              <a:ext cx="52919" cy="48178"/>
            </a:xfrm>
            <a:custGeom>
              <a:avLst/>
              <a:gdLst/>
              <a:ahLst/>
              <a:cxnLst/>
              <a:rect l="l" t="t" r="r" b="b"/>
              <a:pathLst>
                <a:path w="480" h="437" extrusionOk="0">
                  <a:moveTo>
                    <a:pt x="1" y="1"/>
                  </a:moveTo>
                  <a:lnTo>
                    <a:pt x="1" y="437"/>
                  </a:lnTo>
                  <a:lnTo>
                    <a:pt x="480" y="437"/>
                  </a:lnTo>
                  <a:lnTo>
                    <a:pt x="4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7" name="Google Shape;3297;p27"/>
            <p:cNvSpPr/>
            <p:nvPr/>
          </p:nvSpPr>
          <p:spPr>
            <a:xfrm>
              <a:off x="5194081" y="4041384"/>
              <a:ext cx="52919" cy="9592"/>
            </a:xfrm>
            <a:custGeom>
              <a:avLst/>
              <a:gdLst/>
              <a:ahLst/>
              <a:cxnLst/>
              <a:rect l="l" t="t" r="r" b="b"/>
              <a:pathLst>
                <a:path w="480" h="87" extrusionOk="0">
                  <a:moveTo>
                    <a:pt x="1" y="1"/>
                  </a:moveTo>
                  <a:lnTo>
                    <a:pt x="1" y="87"/>
                  </a:lnTo>
                  <a:lnTo>
                    <a:pt x="480" y="87"/>
                  </a:lnTo>
                  <a:lnTo>
                    <a:pt x="4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8" name="Google Shape;3298;p27"/>
            <p:cNvSpPr/>
            <p:nvPr/>
          </p:nvSpPr>
          <p:spPr>
            <a:xfrm>
              <a:off x="2915914" y="4103563"/>
              <a:ext cx="3338074" cy="105617"/>
            </a:xfrm>
            <a:custGeom>
              <a:avLst/>
              <a:gdLst/>
              <a:ahLst/>
              <a:cxnLst/>
              <a:rect l="l" t="t" r="r" b="b"/>
              <a:pathLst>
                <a:path w="30278" h="958" extrusionOk="0">
                  <a:moveTo>
                    <a:pt x="1" y="1"/>
                  </a:moveTo>
                  <a:cubicBezTo>
                    <a:pt x="60" y="162"/>
                    <a:pt x="122" y="321"/>
                    <a:pt x="186" y="479"/>
                  </a:cubicBezTo>
                  <a:cubicBezTo>
                    <a:pt x="252" y="640"/>
                    <a:pt x="321" y="799"/>
                    <a:pt x="390" y="957"/>
                  </a:cubicBezTo>
                  <a:lnTo>
                    <a:pt x="29888" y="957"/>
                  </a:lnTo>
                  <a:cubicBezTo>
                    <a:pt x="29959" y="800"/>
                    <a:pt x="30026" y="640"/>
                    <a:pt x="30093" y="479"/>
                  </a:cubicBezTo>
                  <a:cubicBezTo>
                    <a:pt x="30145" y="348"/>
                    <a:pt x="30196" y="216"/>
                    <a:pt x="30246" y="85"/>
                  </a:cubicBezTo>
                  <a:cubicBezTo>
                    <a:pt x="30257" y="57"/>
                    <a:pt x="30268" y="29"/>
                    <a:pt x="30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299" name="Google Shape;3299;p27"/>
            <p:cNvSpPr/>
            <p:nvPr/>
          </p:nvSpPr>
          <p:spPr>
            <a:xfrm>
              <a:off x="2936200" y="4156482"/>
              <a:ext cx="3297282" cy="105617"/>
            </a:xfrm>
            <a:custGeom>
              <a:avLst/>
              <a:gdLst/>
              <a:ahLst/>
              <a:cxnLst/>
              <a:rect l="l" t="t" r="r" b="b"/>
              <a:pathLst>
                <a:path w="29908" h="958" extrusionOk="0">
                  <a:moveTo>
                    <a:pt x="1" y="0"/>
                  </a:moveTo>
                  <a:cubicBezTo>
                    <a:pt x="67" y="161"/>
                    <a:pt x="135" y="320"/>
                    <a:pt x="205" y="478"/>
                  </a:cubicBezTo>
                  <a:lnTo>
                    <a:pt x="244" y="563"/>
                  </a:lnTo>
                  <a:cubicBezTo>
                    <a:pt x="304" y="694"/>
                    <a:pt x="365" y="826"/>
                    <a:pt x="430" y="957"/>
                  </a:cubicBezTo>
                  <a:lnTo>
                    <a:pt x="29479" y="957"/>
                  </a:lnTo>
                  <a:cubicBezTo>
                    <a:pt x="29557" y="800"/>
                    <a:pt x="29631" y="640"/>
                    <a:pt x="29703" y="478"/>
                  </a:cubicBezTo>
                  <a:cubicBezTo>
                    <a:pt x="29774" y="322"/>
                    <a:pt x="29841" y="161"/>
                    <a:pt x="29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300" name="Google Shape;3300;p27"/>
            <p:cNvSpPr/>
            <p:nvPr/>
          </p:nvSpPr>
          <p:spPr>
            <a:xfrm>
              <a:off x="5880155" y="3734453"/>
              <a:ext cx="403175" cy="369329"/>
            </a:xfrm>
            <a:custGeom>
              <a:avLst/>
              <a:gdLst/>
              <a:ahLst/>
              <a:cxnLst/>
              <a:rect l="l" t="t" r="r" b="b"/>
              <a:pathLst>
                <a:path w="3657" h="3350" extrusionOk="0">
                  <a:moveTo>
                    <a:pt x="1" y="1"/>
                  </a:moveTo>
                  <a:lnTo>
                    <a:pt x="1" y="3350"/>
                  </a:lnTo>
                  <a:lnTo>
                    <a:pt x="3391" y="3350"/>
                  </a:lnTo>
                  <a:cubicBezTo>
                    <a:pt x="3486" y="3093"/>
                    <a:pt x="3575" y="2833"/>
                    <a:pt x="3657" y="2570"/>
                  </a:cubicBezTo>
                  <a:cubicBezTo>
                    <a:pt x="3490" y="2430"/>
                    <a:pt x="3278" y="2345"/>
                    <a:pt x="3048" y="2345"/>
                  </a:cubicBezTo>
                  <a:cubicBezTo>
                    <a:pt x="3044" y="2345"/>
                    <a:pt x="3040" y="2345"/>
                    <a:pt x="3036" y="2345"/>
                  </a:cubicBezTo>
                  <a:cubicBezTo>
                    <a:pt x="3000" y="2345"/>
                    <a:pt x="2965" y="2347"/>
                    <a:pt x="2930" y="2351"/>
                  </a:cubicBezTo>
                  <a:cubicBezTo>
                    <a:pt x="2933" y="2311"/>
                    <a:pt x="2935" y="2273"/>
                    <a:pt x="2935" y="2232"/>
                  </a:cubicBezTo>
                  <a:cubicBezTo>
                    <a:pt x="2935" y="1445"/>
                    <a:pt x="2312" y="807"/>
                    <a:pt x="1543" y="807"/>
                  </a:cubicBezTo>
                  <a:cubicBezTo>
                    <a:pt x="1343" y="807"/>
                    <a:pt x="1154" y="851"/>
                    <a:pt x="982" y="928"/>
                  </a:cubicBezTo>
                  <a:cubicBezTo>
                    <a:pt x="943" y="408"/>
                    <a:pt x="522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3301" name="Google Shape;3301;p27"/>
          <p:cNvSpPr/>
          <p:nvPr/>
        </p:nvSpPr>
        <p:spPr>
          <a:xfrm>
            <a:off x="2930966" y="2516584"/>
            <a:ext cx="874945" cy="874861"/>
          </a:xfrm>
          <a:custGeom>
            <a:avLst/>
            <a:gdLst/>
            <a:ahLst/>
            <a:cxnLst/>
            <a:rect l="l" t="t" r="r" b="b"/>
            <a:pathLst>
              <a:path w="10381" h="10380" extrusionOk="0">
                <a:moveTo>
                  <a:pt x="5190" y="1"/>
                </a:moveTo>
                <a:cubicBezTo>
                  <a:pt x="3814" y="1"/>
                  <a:pt x="2494" y="547"/>
                  <a:pt x="1520" y="1520"/>
                </a:cubicBezTo>
                <a:cubicBezTo>
                  <a:pt x="547" y="2494"/>
                  <a:pt x="0" y="3814"/>
                  <a:pt x="0" y="5190"/>
                </a:cubicBezTo>
                <a:cubicBezTo>
                  <a:pt x="0" y="6566"/>
                  <a:pt x="547" y="7887"/>
                  <a:pt x="1520" y="8860"/>
                </a:cubicBezTo>
                <a:cubicBezTo>
                  <a:pt x="2494" y="9833"/>
                  <a:pt x="3814" y="10380"/>
                  <a:pt x="5190" y="10380"/>
                </a:cubicBezTo>
                <a:cubicBezTo>
                  <a:pt x="6566" y="10380"/>
                  <a:pt x="7887" y="9833"/>
                  <a:pt x="8860" y="8860"/>
                </a:cubicBezTo>
                <a:cubicBezTo>
                  <a:pt x="9833" y="7887"/>
                  <a:pt x="10381" y="6566"/>
                  <a:pt x="10381" y="5190"/>
                </a:cubicBezTo>
                <a:cubicBezTo>
                  <a:pt x="10381" y="3814"/>
                  <a:pt x="9833" y="2494"/>
                  <a:pt x="8860" y="1520"/>
                </a:cubicBezTo>
                <a:cubicBezTo>
                  <a:pt x="7887" y="547"/>
                  <a:pt x="6566" y="1"/>
                  <a:pt x="51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cxnSp>
        <p:nvCxnSpPr>
          <p:cNvPr id="3304" name="Google Shape;3304;p27"/>
          <p:cNvCxnSpPr/>
          <p:nvPr/>
        </p:nvCxnSpPr>
        <p:spPr>
          <a:xfrm rot="10800000" flipH="1">
            <a:off x="3592583" y="2988366"/>
            <a:ext cx="1555200" cy="160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05" name="Google Shape;3305;p27"/>
          <p:cNvCxnSpPr/>
          <p:nvPr/>
        </p:nvCxnSpPr>
        <p:spPr>
          <a:xfrm rot="10800000" flipH="1">
            <a:off x="7530750" y="4505799"/>
            <a:ext cx="1279200" cy="6400"/>
          </a:xfrm>
          <a:prstGeom prst="straightConnector1">
            <a:avLst/>
          </a:prstGeom>
          <a:noFill/>
          <a:ln w="28575" cap="flat" cmpd="sng">
            <a:solidFill>
              <a:srgbClr val="F7D75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07" name="Google Shape;3307;p27"/>
          <p:cNvSpPr/>
          <p:nvPr/>
        </p:nvSpPr>
        <p:spPr>
          <a:xfrm>
            <a:off x="2937016" y="4041167"/>
            <a:ext cx="874945" cy="874945"/>
          </a:xfrm>
          <a:custGeom>
            <a:avLst/>
            <a:gdLst/>
            <a:ahLst/>
            <a:cxnLst/>
            <a:rect l="l" t="t" r="r" b="b"/>
            <a:pathLst>
              <a:path w="10381" h="10381" extrusionOk="0">
                <a:moveTo>
                  <a:pt x="5191" y="0"/>
                </a:moveTo>
                <a:cubicBezTo>
                  <a:pt x="3814" y="0"/>
                  <a:pt x="2494" y="546"/>
                  <a:pt x="1521" y="1520"/>
                </a:cubicBezTo>
                <a:cubicBezTo>
                  <a:pt x="548" y="2494"/>
                  <a:pt x="0" y="3813"/>
                  <a:pt x="0" y="5190"/>
                </a:cubicBezTo>
                <a:cubicBezTo>
                  <a:pt x="0" y="6567"/>
                  <a:pt x="548" y="7887"/>
                  <a:pt x="1521" y="8860"/>
                </a:cubicBezTo>
                <a:cubicBezTo>
                  <a:pt x="2494" y="9833"/>
                  <a:pt x="3814" y="10380"/>
                  <a:pt x="5191" y="10380"/>
                </a:cubicBezTo>
                <a:cubicBezTo>
                  <a:pt x="6567" y="10380"/>
                  <a:pt x="7887" y="9833"/>
                  <a:pt x="8861" y="8860"/>
                </a:cubicBezTo>
                <a:cubicBezTo>
                  <a:pt x="9834" y="7887"/>
                  <a:pt x="10381" y="6567"/>
                  <a:pt x="10381" y="5190"/>
                </a:cubicBezTo>
                <a:cubicBezTo>
                  <a:pt x="10381" y="3813"/>
                  <a:pt x="9834" y="2494"/>
                  <a:pt x="8861" y="1520"/>
                </a:cubicBezTo>
                <a:cubicBezTo>
                  <a:pt x="7887" y="546"/>
                  <a:pt x="6567" y="0"/>
                  <a:pt x="51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3314" name="Google Shape;3314;p27"/>
          <p:cNvSpPr txBox="1"/>
          <p:nvPr/>
        </p:nvSpPr>
        <p:spPr>
          <a:xfrm>
            <a:off x="9109978" y="4562335"/>
            <a:ext cx="2500190" cy="190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lnSpc>
                <a:spcPct val="115000"/>
              </a:lnSpc>
              <a:spcAft>
                <a:spcPts val="2133"/>
              </a:spcAft>
            </a:pPr>
            <a:r>
              <a:rPr lang="en" sz="2000" b="1">
                <a:solidFill>
                  <a:srgbClr val="F7D754"/>
                </a:solidFill>
                <a:latin typeface="Fira Sans"/>
                <a:ea typeface="Fira Sans"/>
                <a:cs typeface="Fira Sans"/>
                <a:sym typeface="Fira Sans"/>
              </a:rPr>
              <a:t>Datensicherheit über End-to-End-Verschlüsselung mit RBAC</a:t>
            </a:r>
            <a:endParaRPr sz="2000" b="1">
              <a:solidFill>
                <a:srgbClr val="F7D75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5" name="Google Shape;3315;p27"/>
          <p:cNvSpPr txBox="1"/>
          <p:nvPr/>
        </p:nvSpPr>
        <p:spPr>
          <a:xfrm>
            <a:off x="8743275" y="1649313"/>
            <a:ext cx="2800218" cy="1444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lnSpc>
                <a:spcPct val="115000"/>
              </a:lnSpc>
              <a:spcAft>
                <a:spcPts val="2133"/>
              </a:spcAft>
            </a:pPr>
            <a:r>
              <a:rPr lang="en" sz="2000" b="1">
                <a:solidFill>
                  <a:srgbClr val="4E6BAC"/>
                </a:solidFill>
                <a:latin typeface="Fira Sans"/>
                <a:ea typeface="Fira Sans"/>
                <a:cs typeface="Fira Sans"/>
                <a:sym typeface="Fira Sans"/>
              </a:rPr>
              <a:t>Systemintegration über Hexagonale Architektur</a:t>
            </a:r>
            <a:endParaRPr sz="2000" b="1">
              <a:solidFill>
                <a:srgbClr val="4E6BAC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6" name="Google Shape;3316;p27"/>
          <p:cNvSpPr txBox="1"/>
          <p:nvPr/>
        </p:nvSpPr>
        <p:spPr>
          <a:xfrm>
            <a:off x="608211" y="4562335"/>
            <a:ext cx="3414731" cy="165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" sz="2000" b="1">
                <a:solidFill>
                  <a:srgbClr val="DAA622"/>
                </a:solidFill>
                <a:latin typeface="Fira Sans"/>
                <a:ea typeface="Fira Sans"/>
                <a:cs typeface="Fira Sans"/>
                <a:sym typeface="Fira Sans"/>
              </a:rPr>
              <a:t>Datenintegrität </a:t>
            </a:r>
            <a:br>
              <a:rPr lang="en" sz="2000" b="1">
                <a:solidFill>
                  <a:srgbClr val="DAA622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2000" b="1">
                <a:solidFill>
                  <a:srgbClr val="DAA622"/>
                </a:solidFill>
                <a:latin typeface="Fira Sans"/>
                <a:ea typeface="Fira Sans"/>
                <a:cs typeface="Fira Sans"/>
                <a:sym typeface="Fira Sans"/>
              </a:rPr>
              <a:t>durch Datenqualitäts-</a:t>
            </a:r>
            <a:br>
              <a:rPr lang="en" sz="2000" b="1">
                <a:solidFill>
                  <a:srgbClr val="DAA622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2000" b="1">
                <a:solidFill>
                  <a:srgbClr val="DAA622"/>
                </a:solidFill>
                <a:latin typeface="Fira Sans"/>
                <a:ea typeface="Fira Sans"/>
                <a:cs typeface="Fira Sans"/>
                <a:sym typeface="Fira Sans"/>
              </a:rPr>
              <a:t>prüfung und Plausibilitäts-</a:t>
            </a:r>
            <a:br>
              <a:rPr lang="en" sz="2000" b="1">
                <a:solidFill>
                  <a:srgbClr val="DAA622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2000" b="1">
                <a:solidFill>
                  <a:srgbClr val="DAA622"/>
                </a:solidFill>
                <a:latin typeface="Fira Sans"/>
                <a:ea typeface="Fira Sans"/>
                <a:cs typeface="Fira Sans"/>
                <a:sym typeface="Fira Sans"/>
              </a:rPr>
              <a:t>checks</a:t>
            </a:r>
            <a:endParaRPr sz="2000" b="1">
              <a:solidFill>
                <a:srgbClr val="DAA62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7" name="Google Shape;3317;p27"/>
          <p:cNvSpPr txBox="1"/>
          <p:nvPr/>
        </p:nvSpPr>
        <p:spPr>
          <a:xfrm>
            <a:off x="608211" y="1649313"/>
            <a:ext cx="2800218" cy="126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" sz="2000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Systemverfügbarkeit</a:t>
            </a:r>
            <a:br>
              <a:rPr lang="en" sz="2000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2000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über Cloud-Hosting mit Monitoring</a:t>
            </a:r>
          </a:p>
        </p:txBody>
      </p:sp>
      <p:cxnSp>
        <p:nvCxnSpPr>
          <p:cNvPr id="3318" name="Google Shape;3318;p27"/>
          <p:cNvCxnSpPr/>
          <p:nvPr/>
        </p:nvCxnSpPr>
        <p:spPr>
          <a:xfrm rot="10800000" flipH="1">
            <a:off x="3592583" y="4525066"/>
            <a:ext cx="1555200" cy="16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19" name="Google Shape;3319;p27"/>
          <p:cNvSpPr/>
          <p:nvPr/>
        </p:nvSpPr>
        <p:spPr>
          <a:xfrm>
            <a:off x="8585894" y="4041167"/>
            <a:ext cx="874945" cy="874945"/>
          </a:xfrm>
          <a:custGeom>
            <a:avLst/>
            <a:gdLst/>
            <a:ahLst/>
            <a:cxnLst/>
            <a:rect l="l" t="t" r="r" b="b"/>
            <a:pathLst>
              <a:path w="10381" h="10381" extrusionOk="0">
                <a:moveTo>
                  <a:pt x="5191" y="0"/>
                </a:moveTo>
                <a:cubicBezTo>
                  <a:pt x="3815" y="0"/>
                  <a:pt x="2494" y="547"/>
                  <a:pt x="1521" y="1520"/>
                </a:cubicBezTo>
                <a:cubicBezTo>
                  <a:pt x="548" y="2494"/>
                  <a:pt x="0" y="3813"/>
                  <a:pt x="0" y="5191"/>
                </a:cubicBezTo>
                <a:cubicBezTo>
                  <a:pt x="0" y="6567"/>
                  <a:pt x="548" y="7887"/>
                  <a:pt x="1521" y="8860"/>
                </a:cubicBezTo>
                <a:cubicBezTo>
                  <a:pt x="2494" y="9834"/>
                  <a:pt x="3815" y="10380"/>
                  <a:pt x="5191" y="10380"/>
                </a:cubicBezTo>
                <a:cubicBezTo>
                  <a:pt x="6567" y="10380"/>
                  <a:pt x="7887" y="9834"/>
                  <a:pt x="8861" y="8860"/>
                </a:cubicBezTo>
                <a:cubicBezTo>
                  <a:pt x="9834" y="7887"/>
                  <a:pt x="10380" y="6567"/>
                  <a:pt x="10380" y="5191"/>
                </a:cubicBezTo>
                <a:cubicBezTo>
                  <a:pt x="10380" y="3813"/>
                  <a:pt x="9834" y="2494"/>
                  <a:pt x="8861" y="1520"/>
                </a:cubicBezTo>
                <a:cubicBezTo>
                  <a:pt x="7887" y="547"/>
                  <a:pt x="6567" y="0"/>
                  <a:pt x="5191" y="0"/>
                </a:cubicBezTo>
                <a:close/>
              </a:path>
            </a:pathLst>
          </a:custGeom>
          <a:solidFill>
            <a:srgbClr val="F7D75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cxnSp>
        <p:nvCxnSpPr>
          <p:cNvPr id="3321" name="Google Shape;3321;p27"/>
          <p:cNvCxnSpPr/>
          <p:nvPr/>
        </p:nvCxnSpPr>
        <p:spPr>
          <a:xfrm rot="10800000" flipH="1">
            <a:off x="7656583" y="2988366"/>
            <a:ext cx="1555200" cy="16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23" name="Google Shape;3323;p27"/>
          <p:cNvSpPr/>
          <p:nvPr/>
        </p:nvSpPr>
        <p:spPr>
          <a:xfrm>
            <a:off x="8520032" y="2454912"/>
            <a:ext cx="874861" cy="875029"/>
          </a:xfrm>
          <a:custGeom>
            <a:avLst/>
            <a:gdLst/>
            <a:ahLst/>
            <a:cxnLst/>
            <a:rect l="l" t="t" r="r" b="b"/>
            <a:pathLst>
              <a:path w="10380" h="10382" extrusionOk="0">
                <a:moveTo>
                  <a:pt x="5190" y="1"/>
                </a:moveTo>
                <a:cubicBezTo>
                  <a:pt x="3814" y="1"/>
                  <a:pt x="2493" y="548"/>
                  <a:pt x="1520" y="1521"/>
                </a:cubicBezTo>
                <a:cubicBezTo>
                  <a:pt x="547" y="2494"/>
                  <a:pt x="0" y="3815"/>
                  <a:pt x="0" y="5191"/>
                </a:cubicBezTo>
                <a:cubicBezTo>
                  <a:pt x="0" y="6568"/>
                  <a:pt x="547" y="7888"/>
                  <a:pt x="1520" y="8862"/>
                </a:cubicBezTo>
                <a:cubicBezTo>
                  <a:pt x="2493" y="9835"/>
                  <a:pt x="3814" y="10381"/>
                  <a:pt x="5190" y="10381"/>
                </a:cubicBezTo>
                <a:cubicBezTo>
                  <a:pt x="6566" y="10381"/>
                  <a:pt x="7886" y="9835"/>
                  <a:pt x="8860" y="8862"/>
                </a:cubicBezTo>
                <a:cubicBezTo>
                  <a:pt x="9833" y="7888"/>
                  <a:pt x="10380" y="6568"/>
                  <a:pt x="10380" y="5191"/>
                </a:cubicBezTo>
                <a:cubicBezTo>
                  <a:pt x="10380" y="3815"/>
                  <a:pt x="9833" y="2494"/>
                  <a:pt x="8860" y="1521"/>
                </a:cubicBezTo>
                <a:cubicBezTo>
                  <a:pt x="7886" y="548"/>
                  <a:pt x="6566" y="1"/>
                  <a:pt x="519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2" name="Google Shape;5162;p38">
            <a:extLst>
              <a:ext uri="{FF2B5EF4-FFF2-40B4-BE49-F238E27FC236}">
                <a16:creationId xmlns:a16="http://schemas.microsoft.com/office/drawing/2014/main" id="{10676B39-AAE0-858D-8107-2AF8D55CF2A7}"/>
              </a:ext>
            </a:extLst>
          </p:cNvPr>
          <p:cNvGrpSpPr/>
          <p:nvPr/>
        </p:nvGrpSpPr>
        <p:grpSpPr>
          <a:xfrm>
            <a:off x="3093603" y="2760461"/>
            <a:ext cx="549669" cy="455809"/>
            <a:chOff x="12218883" y="1702998"/>
            <a:chExt cx="577599" cy="450950"/>
          </a:xfrm>
        </p:grpSpPr>
        <p:sp>
          <p:nvSpPr>
            <p:cNvPr id="3" name="Google Shape;5163;p38">
              <a:extLst>
                <a:ext uri="{FF2B5EF4-FFF2-40B4-BE49-F238E27FC236}">
                  <a16:creationId xmlns:a16="http://schemas.microsoft.com/office/drawing/2014/main" id="{2DD8BFB1-7E53-DBBC-E7AB-226647A78010}"/>
                </a:ext>
              </a:extLst>
            </p:cNvPr>
            <p:cNvSpPr/>
            <p:nvPr/>
          </p:nvSpPr>
          <p:spPr>
            <a:xfrm>
              <a:off x="12306516" y="1826627"/>
              <a:ext cx="402503" cy="128673"/>
            </a:xfrm>
            <a:custGeom>
              <a:avLst/>
              <a:gdLst/>
              <a:ahLst/>
              <a:cxnLst/>
              <a:rect l="l" t="t" r="r" b="b"/>
              <a:pathLst>
                <a:path w="2393" h="765" extrusionOk="0">
                  <a:moveTo>
                    <a:pt x="1197" y="0"/>
                  </a:moveTo>
                  <a:cubicBezTo>
                    <a:pt x="764" y="0"/>
                    <a:pt x="330" y="165"/>
                    <a:pt x="0" y="495"/>
                  </a:cubicBezTo>
                  <a:lnTo>
                    <a:pt x="270" y="764"/>
                  </a:lnTo>
                  <a:cubicBezTo>
                    <a:pt x="525" y="509"/>
                    <a:pt x="861" y="381"/>
                    <a:pt x="1197" y="381"/>
                  </a:cubicBezTo>
                  <a:cubicBezTo>
                    <a:pt x="1532" y="381"/>
                    <a:pt x="1868" y="509"/>
                    <a:pt x="2124" y="764"/>
                  </a:cubicBezTo>
                  <a:lnTo>
                    <a:pt x="2393" y="495"/>
                  </a:lnTo>
                  <a:cubicBezTo>
                    <a:pt x="2063" y="165"/>
                    <a:pt x="1630" y="0"/>
                    <a:pt x="11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" name="Google Shape;5164;p38">
              <a:extLst>
                <a:ext uri="{FF2B5EF4-FFF2-40B4-BE49-F238E27FC236}">
                  <a16:creationId xmlns:a16="http://schemas.microsoft.com/office/drawing/2014/main" id="{48BCD688-992C-6C05-B712-BA84F73434BE}"/>
                </a:ext>
              </a:extLst>
            </p:cNvPr>
            <p:cNvSpPr/>
            <p:nvPr/>
          </p:nvSpPr>
          <p:spPr>
            <a:xfrm>
              <a:off x="12392803" y="1948742"/>
              <a:ext cx="229593" cy="92678"/>
            </a:xfrm>
            <a:custGeom>
              <a:avLst/>
              <a:gdLst/>
              <a:ahLst/>
              <a:cxnLst/>
              <a:rect l="l" t="t" r="r" b="b"/>
              <a:pathLst>
                <a:path w="1365" h="551" extrusionOk="0">
                  <a:moveTo>
                    <a:pt x="684" y="0"/>
                  </a:moveTo>
                  <a:cubicBezTo>
                    <a:pt x="436" y="0"/>
                    <a:pt x="189" y="95"/>
                    <a:pt x="0" y="283"/>
                  </a:cubicBezTo>
                  <a:lnTo>
                    <a:pt x="269" y="551"/>
                  </a:lnTo>
                  <a:cubicBezTo>
                    <a:pt x="383" y="436"/>
                    <a:pt x="533" y="379"/>
                    <a:pt x="683" y="379"/>
                  </a:cubicBezTo>
                  <a:cubicBezTo>
                    <a:pt x="833" y="379"/>
                    <a:pt x="983" y="436"/>
                    <a:pt x="1098" y="551"/>
                  </a:cubicBezTo>
                  <a:lnTo>
                    <a:pt x="1365" y="283"/>
                  </a:lnTo>
                  <a:cubicBezTo>
                    <a:pt x="1178" y="95"/>
                    <a:pt x="931" y="0"/>
                    <a:pt x="6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" name="Google Shape;5165;p38">
              <a:extLst>
                <a:ext uri="{FF2B5EF4-FFF2-40B4-BE49-F238E27FC236}">
                  <a16:creationId xmlns:a16="http://schemas.microsoft.com/office/drawing/2014/main" id="{34E882F6-8864-2825-B7E6-3BC5C2A731A3}"/>
                </a:ext>
              </a:extLst>
            </p:cNvPr>
            <p:cNvSpPr/>
            <p:nvPr/>
          </p:nvSpPr>
          <p:spPr>
            <a:xfrm>
              <a:off x="12464962" y="2068502"/>
              <a:ext cx="85446" cy="85446"/>
            </a:xfrm>
            <a:custGeom>
              <a:avLst/>
              <a:gdLst/>
              <a:ahLst/>
              <a:cxnLst/>
              <a:rect l="l" t="t" r="r" b="b"/>
              <a:pathLst>
                <a:path w="508" h="508" extrusionOk="0">
                  <a:moveTo>
                    <a:pt x="256" y="1"/>
                  </a:moveTo>
                  <a:cubicBezTo>
                    <a:pt x="256" y="1"/>
                    <a:pt x="255" y="1"/>
                    <a:pt x="255" y="1"/>
                  </a:cubicBezTo>
                  <a:cubicBezTo>
                    <a:pt x="113" y="1"/>
                    <a:pt x="1" y="114"/>
                    <a:pt x="1" y="253"/>
                  </a:cubicBezTo>
                  <a:cubicBezTo>
                    <a:pt x="1" y="395"/>
                    <a:pt x="115" y="507"/>
                    <a:pt x="255" y="507"/>
                  </a:cubicBezTo>
                  <a:cubicBezTo>
                    <a:pt x="395" y="507"/>
                    <a:pt x="507" y="392"/>
                    <a:pt x="507" y="253"/>
                  </a:cubicBezTo>
                  <a:cubicBezTo>
                    <a:pt x="507" y="114"/>
                    <a:pt x="395" y="1"/>
                    <a:pt x="2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" name="Google Shape;5166;p38">
              <a:extLst>
                <a:ext uri="{FF2B5EF4-FFF2-40B4-BE49-F238E27FC236}">
                  <a16:creationId xmlns:a16="http://schemas.microsoft.com/office/drawing/2014/main" id="{2A4D8D2C-2605-B0FA-7499-ECB68AFCD50D}"/>
                </a:ext>
              </a:extLst>
            </p:cNvPr>
            <p:cNvSpPr/>
            <p:nvPr/>
          </p:nvSpPr>
          <p:spPr>
            <a:xfrm>
              <a:off x="12218883" y="1702998"/>
              <a:ext cx="577599" cy="164668"/>
            </a:xfrm>
            <a:custGeom>
              <a:avLst/>
              <a:gdLst/>
              <a:ahLst/>
              <a:cxnLst/>
              <a:rect l="l" t="t" r="r" b="b"/>
              <a:pathLst>
                <a:path w="3434" h="979" extrusionOk="0">
                  <a:moveTo>
                    <a:pt x="1717" y="1"/>
                  </a:moveTo>
                  <a:cubicBezTo>
                    <a:pt x="1095" y="1"/>
                    <a:pt x="474" y="237"/>
                    <a:pt x="1" y="710"/>
                  </a:cubicBezTo>
                  <a:lnTo>
                    <a:pt x="270" y="979"/>
                  </a:lnTo>
                  <a:cubicBezTo>
                    <a:pt x="669" y="579"/>
                    <a:pt x="1193" y="379"/>
                    <a:pt x="1718" y="379"/>
                  </a:cubicBezTo>
                  <a:cubicBezTo>
                    <a:pt x="2242" y="379"/>
                    <a:pt x="2766" y="579"/>
                    <a:pt x="3165" y="979"/>
                  </a:cubicBezTo>
                  <a:lnTo>
                    <a:pt x="3433" y="710"/>
                  </a:lnTo>
                  <a:cubicBezTo>
                    <a:pt x="2960" y="237"/>
                    <a:pt x="2339" y="1"/>
                    <a:pt x="1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3320" name="Google Shape;3320;p27"/>
          <p:cNvSpPr/>
          <p:nvPr/>
        </p:nvSpPr>
        <p:spPr>
          <a:xfrm>
            <a:off x="8734069" y="2667175"/>
            <a:ext cx="446785" cy="415517"/>
          </a:xfrm>
          <a:custGeom>
            <a:avLst/>
            <a:gdLst/>
            <a:ahLst/>
            <a:cxnLst/>
            <a:rect l="l" t="t" r="r" b="b"/>
            <a:pathLst>
              <a:path w="5301" h="4930" extrusionOk="0">
                <a:moveTo>
                  <a:pt x="2807" y="758"/>
                </a:moveTo>
                <a:lnTo>
                  <a:pt x="2807" y="1119"/>
                </a:lnTo>
                <a:lnTo>
                  <a:pt x="333" y="1119"/>
                </a:lnTo>
                <a:lnTo>
                  <a:pt x="333" y="758"/>
                </a:lnTo>
                <a:close/>
                <a:moveTo>
                  <a:pt x="2807" y="1761"/>
                </a:moveTo>
                <a:lnTo>
                  <a:pt x="2807" y="2121"/>
                </a:lnTo>
                <a:lnTo>
                  <a:pt x="333" y="2121"/>
                </a:lnTo>
                <a:lnTo>
                  <a:pt x="333" y="1761"/>
                </a:lnTo>
                <a:close/>
                <a:moveTo>
                  <a:pt x="3592" y="2441"/>
                </a:moveTo>
                <a:lnTo>
                  <a:pt x="3592" y="2843"/>
                </a:lnTo>
                <a:lnTo>
                  <a:pt x="3263" y="2843"/>
                </a:lnTo>
                <a:lnTo>
                  <a:pt x="3263" y="2441"/>
                </a:lnTo>
                <a:close/>
                <a:moveTo>
                  <a:pt x="4279" y="2441"/>
                </a:moveTo>
                <a:lnTo>
                  <a:pt x="4279" y="2843"/>
                </a:lnTo>
                <a:lnTo>
                  <a:pt x="3949" y="2843"/>
                </a:lnTo>
                <a:lnTo>
                  <a:pt x="3949" y="2441"/>
                </a:lnTo>
                <a:close/>
                <a:moveTo>
                  <a:pt x="4964" y="2441"/>
                </a:moveTo>
                <a:lnTo>
                  <a:pt x="4964" y="2843"/>
                </a:lnTo>
                <a:lnTo>
                  <a:pt x="4635" y="2843"/>
                </a:lnTo>
                <a:lnTo>
                  <a:pt x="4635" y="2441"/>
                </a:lnTo>
                <a:close/>
                <a:moveTo>
                  <a:pt x="2807" y="2764"/>
                </a:moveTo>
                <a:lnTo>
                  <a:pt x="2807" y="3124"/>
                </a:lnTo>
                <a:lnTo>
                  <a:pt x="333" y="3124"/>
                </a:lnTo>
                <a:lnTo>
                  <a:pt x="333" y="2764"/>
                </a:lnTo>
                <a:close/>
                <a:moveTo>
                  <a:pt x="3592" y="3253"/>
                </a:moveTo>
                <a:lnTo>
                  <a:pt x="3592" y="3654"/>
                </a:lnTo>
                <a:lnTo>
                  <a:pt x="3263" y="3654"/>
                </a:lnTo>
                <a:lnTo>
                  <a:pt x="3263" y="3253"/>
                </a:lnTo>
                <a:close/>
                <a:moveTo>
                  <a:pt x="4279" y="3253"/>
                </a:moveTo>
                <a:lnTo>
                  <a:pt x="4279" y="3654"/>
                </a:lnTo>
                <a:lnTo>
                  <a:pt x="3949" y="3654"/>
                </a:lnTo>
                <a:lnTo>
                  <a:pt x="3949" y="3253"/>
                </a:lnTo>
                <a:close/>
                <a:moveTo>
                  <a:pt x="4964" y="3253"/>
                </a:moveTo>
                <a:lnTo>
                  <a:pt x="4964" y="3654"/>
                </a:lnTo>
                <a:lnTo>
                  <a:pt x="4635" y="3654"/>
                </a:lnTo>
                <a:lnTo>
                  <a:pt x="4635" y="3253"/>
                </a:lnTo>
                <a:close/>
                <a:moveTo>
                  <a:pt x="2807" y="3766"/>
                </a:moveTo>
                <a:lnTo>
                  <a:pt x="2807" y="4125"/>
                </a:lnTo>
                <a:lnTo>
                  <a:pt x="333" y="4125"/>
                </a:lnTo>
                <a:lnTo>
                  <a:pt x="333" y="3766"/>
                </a:lnTo>
                <a:close/>
                <a:moveTo>
                  <a:pt x="3592" y="4066"/>
                </a:moveTo>
                <a:lnTo>
                  <a:pt x="3592" y="4467"/>
                </a:lnTo>
                <a:lnTo>
                  <a:pt x="3263" y="4467"/>
                </a:lnTo>
                <a:lnTo>
                  <a:pt x="3263" y="4066"/>
                </a:lnTo>
                <a:close/>
                <a:moveTo>
                  <a:pt x="4279" y="4066"/>
                </a:moveTo>
                <a:lnTo>
                  <a:pt x="4279" y="4467"/>
                </a:lnTo>
                <a:lnTo>
                  <a:pt x="3949" y="4467"/>
                </a:lnTo>
                <a:lnTo>
                  <a:pt x="3949" y="4066"/>
                </a:lnTo>
                <a:close/>
                <a:moveTo>
                  <a:pt x="4964" y="4066"/>
                </a:moveTo>
                <a:lnTo>
                  <a:pt x="4964" y="4467"/>
                </a:lnTo>
                <a:lnTo>
                  <a:pt x="4635" y="4467"/>
                </a:lnTo>
                <a:lnTo>
                  <a:pt x="4635" y="4066"/>
                </a:lnTo>
                <a:close/>
                <a:moveTo>
                  <a:pt x="1" y="0"/>
                </a:moveTo>
                <a:lnTo>
                  <a:pt x="1" y="4930"/>
                </a:lnTo>
                <a:lnTo>
                  <a:pt x="5301" y="4930"/>
                </a:lnTo>
                <a:lnTo>
                  <a:pt x="5301" y="2031"/>
                </a:lnTo>
                <a:lnTo>
                  <a:pt x="3138" y="2031"/>
                </a:lnTo>
                <a:lnTo>
                  <a:pt x="31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pic>
        <p:nvPicPr>
          <p:cNvPr id="8" name="Graphic 7" descr="Shield Tick with solid fill">
            <a:extLst>
              <a:ext uri="{FF2B5EF4-FFF2-40B4-BE49-F238E27FC236}">
                <a16:creationId xmlns:a16="http://schemas.microsoft.com/office/drawing/2014/main" id="{86267411-EB1D-6269-A106-0F70737E6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9247" y="4141859"/>
            <a:ext cx="693362" cy="693362"/>
          </a:xfrm>
          <a:prstGeom prst="rect">
            <a:avLst/>
          </a:prstGeom>
        </p:spPr>
      </p:pic>
      <p:pic>
        <p:nvPicPr>
          <p:cNvPr id="10" name="Graphic 9" descr="Database with solid fill">
            <a:extLst>
              <a:ext uri="{FF2B5EF4-FFF2-40B4-BE49-F238E27FC236}">
                <a16:creationId xmlns:a16="http://schemas.microsoft.com/office/drawing/2014/main" id="{BC5097C4-3C9D-2022-EF81-57F2DFFF66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5117" y="4171440"/>
            <a:ext cx="634200" cy="6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3355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DD0C3-9DEE-1250-10CE-5D46F154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00;p19">
            <a:extLst>
              <a:ext uri="{FF2B5EF4-FFF2-40B4-BE49-F238E27FC236}">
                <a16:creationId xmlns:a16="http://schemas.microsoft.com/office/drawing/2014/main" id="{3CDCEC12-E678-140E-C8EA-47AD903BD741}"/>
              </a:ext>
            </a:extLst>
          </p:cNvPr>
          <p:cNvSpPr txBox="1"/>
          <p:nvPr/>
        </p:nvSpPr>
        <p:spPr>
          <a:xfrm>
            <a:off x="415600" y="104417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Whitebox Gesamtsystem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6DF71-2F04-D3F9-0739-7F82F654E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13" y="1022474"/>
            <a:ext cx="4947573" cy="5362638"/>
          </a:xfrm>
          <a:prstGeom prst="round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26439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B19E-A77C-CA0B-71F3-AB86612E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00;p19">
            <a:extLst>
              <a:ext uri="{FF2B5EF4-FFF2-40B4-BE49-F238E27FC236}">
                <a16:creationId xmlns:a16="http://schemas.microsoft.com/office/drawing/2014/main" id="{C79D0AC3-0ABC-8C78-2676-F0A22DE6ED5D}"/>
              </a:ext>
            </a:extLst>
          </p:cNvPr>
          <p:cNvSpPr txBox="1"/>
          <p:nvPr/>
        </p:nvSpPr>
        <p:spPr>
          <a:xfrm>
            <a:off x="0" y="0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Whitebox Gesamtsystem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39D043-CCC8-94F2-A01C-A72BB33D2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62"/>
          <a:stretch>
            <a:fillRect/>
          </a:stretch>
        </p:blipFill>
        <p:spPr>
          <a:xfrm>
            <a:off x="259386" y="1384424"/>
            <a:ext cx="11673228" cy="4711576"/>
          </a:xfrm>
          <a:prstGeom prst="round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9897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76CB9-28D5-B2E8-E134-B5482DE8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0E8744-A7CD-CD1C-DF5E-92E000E6B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6" r="73989" b="62762"/>
          <a:stretch>
            <a:fillRect/>
          </a:stretch>
        </p:blipFill>
        <p:spPr>
          <a:xfrm>
            <a:off x="259386" y="3133724"/>
            <a:ext cx="3036264" cy="2962275"/>
          </a:xfrm>
          <a:prstGeom prst="round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0A51E-B2FA-28F8-00B1-392E42F740DF}"/>
              </a:ext>
            </a:extLst>
          </p:cNvPr>
          <p:cNvSpPr txBox="1">
            <a:spLocks/>
          </p:cNvSpPr>
          <p:nvPr/>
        </p:nvSpPr>
        <p:spPr>
          <a:xfrm>
            <a:off x="4200525" y="3049693"/>
            <a:ext cx="7134225" cy="313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marR="0" lvl="1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marR="0" lvl="2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1219170"/>
            <a:r>
              <a:rPr lang="de-DE">
                <a:solidFill>
                  <a:schemeClr val="accent6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Strompreis (Spotmarkt): </a:t>
            </a:r>
            <a:r>
              <a:rPr lang="de-DE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Überwachung des Strompreises auf dem Spotmarkt zur </a:t>
            </a:r>
            <a:r>
              <a:rPr lang="de-DE">
                <a:solidFill>
                  <a:schemeClr val="accent4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Kostenanalyse</a:t>
            </a:r>
            <a:r>
              <a:rPr lang="de-DE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 bei möglichem nötigem </a:t>
            </a:r>
            <a:r>
              <a:rPr lang="de-DE">
                <a:solidFill>
                  <a:schemeClr val="accent4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Ausgleich von Stromdefiziten </a:t>
            </a:r>
            <a:r>
              <a:rPr lang="de-DE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in den Folgestunden oder</a:t>
            </a:r>
            <a:br>
              <a:rPr lang="de-DE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de-DE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-tagen </a:t>
            </a:r>
          </a:p>
          <a:p>
            <a:pPr marL="114300" indent="0">
              <a:buFont typeface="Roboto"/>
              <a:buNone/>
            </a:pPr>
            <a:endParaRPr lang="de-DE">
              <a:solidFill>
                <a:schemeClr val="tx1"/>
              </a:solidFill>
            </a:endParaRPr>
          </a:p>
          <a:p>
            <a:r>
              <a:rPr lang="en-US"/>
              <a:t>Smart Meter: </a:t>
            </a:r>
            <a:r>
              <a:rPr lang="de-DE">
                <a:solidFill>
                  <a:schemeClr val="tx1"/>
                </a:solidFill>
              </a:rPr>
              <a:t>Erfassung des Gas-, Wasser- und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Stromverbrauchs</a:t>
            </a:r>
            <a:r>
              <a:rPr lang="de-DE">
                <a:solidFill>
                  <a:schemeClr val="tx1"/>
                </a:solidFill>
              </a:rPr>
              <a:t> zur Analyse und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Trendfeststellung</a:t>
            </a:r>
            <a:br>
              <a:rPr lang="de-DE">
                <a:solidFill>
                  <a:schemeClr val="accent4">
                    <a:lumMod val="50000"/>
                  </a:schemeClr>
                </a:solidFill>
              </a:rPr>
            </a:br>
            <a:r>
              <a:rPr lang="de-DE">
                <a:solidFill>
                  <a:schemeClr val="tx1"/>
                </a:solidFill>
              </a:rPr>
              <a:t>Mögliche Messung von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Energieproduktion</a:t>
            </a:r>
            <a:r>
              <a:rPr lang="de-DE">
                <a:solidFill>
                  <a:schemeClr val="tx1"/>
                </a:solidFill>
              </a:rPr>
              <a:t> bei privaten Photovoltaigeanlage</a:t>
            </a:r>
          </a:p>
        </p:txBody>
      </p:sp>
      <p:sp>
        <p:nvSpPr>
          <p:cNvPr id="7" name="Google Shape;1600;p19">
            <a:extLst>
              <a:ext uri="{FF2B5EF4-FFF2-40B4-BE49-F238E27FC236}">
                <a16:creationId xmlns:a16="http://schemas.microsoft.com/office/drawing/2014/main" id="{4972E7A8-410F-D441-8D35-8E0838F547AB}"/>
              </a:ext>
            </a:extLst>
          </p:cNvPr>
          <p:cNvSpPr txBox="1"/>
          <p:nvPr/>
        </p:nvSpPr>
        <p:spPr>
          <a:xfrm>
            <a:off x="0" y="0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Whitebox Gesamtsystem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92156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E0B2E-9370-8F12-7CE5-C44C2B1A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B8BA6E-62AD-E6B0-4260-3CC696676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5" t="125" r="53344" b="76463"/>
          <a:stretch>
            <a:fillRect/>
          </a:stretch>
        </p:blipFill>
        <p:spPr>
          <a:xfrm>
            <a:off x="2669211" y="1400174"/>
            <a:ext cx="3036264" cy="2962275"/>
          </a:xfrm>
          <a:prstGeom prst="round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1FFF9-548C-4B47-4AF3-D7AF84AE2D7A}"/>
              </a:ext>
            </a:extLst>
          </p:cNvPr>
          <p:cNvSpPr txBox="1">
            <a:spLocks/>
          </p:cNvSpPr>
          <p:nvPr/>
        </p:nvSpPr>
        <p:spPr>
          <a:xfrm>
            <a:off x="5962651" y="2146352"/>
            <a:ext cx="5889949" cy="1469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marR="0" lvl="1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marR="0" lvl="2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1219170"/>
            <a:r>
              <a:rPr lang="de-DE">
                <a:solidFill>
                  <a:schemeClr val="accent6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Stadtkalendar (Einmaliger Energieverbrauch): </a:t>
            </a:r>
            <a:r>
              <a:rPr lang="en-US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Miteinbezug von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bekannten Events</a:t>
            </a:r>
            <a:r>
              <a:rPr lang="en-US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, die eine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 gelegentliche aber überdurchschnittliche </a:t>
            </a:r>
            <a:r>
              <a:rPr lang="en-US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Belastung des Stromnetzes bedeuten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Google Shape;1600;p19">
            <a:extLst>
              <a:ext uri="{FF2B5EF4-FFF2-40B4-BE49-F238E27FC236}">
                <a16:creationId xmlns:a16="http://schemas.microsoft.com/office/drawing/2014/main" id="{34DFEEE7-2C95-8E20-8C93-28A6AAEC88CA}"/>
              </a:ext>
            </a:extLst>
          </p:cNvPr>
          <p:cNvSpPr txBox="1"/>
          <p:nvPr/>
        </p:nvSpPr>
        <p:spPr>
          <a:xfrm>
            <a:off x="0" y="0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Whitebox Gesamtsystem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4162564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5549-F575-2274-7F08-1A6353B2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530BB2-D6B5-71AD-3178-EC96560D7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10" t="14277" r="-21" b="62311"/>
          <a:stretch>
            <a:fillRect/>
          </a:stretch>
        </p:blipFill>
        <p:spPr>
          <a:xfrm>
            <a:off x="8898561" y="3190874"/>
            <a:ext cx="3036264" cy="2962275"/>
          </a:xfrm>
          <a:prstGeom prst="round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8ACD1-E580-A630-6617-F41861EB8D55}"/>
              </a:ext>
            </a:extLst>
          </p:cNvPr>
          <p:cNvSpPr txBox="1">
            <a:spLocks/>
          </p:cNvSpPr>
          <p:nvPr/>
        </p:nvSpPr>
        <p:spPr>
          <a:xfrm>
            <a:off x="1514475" y="3471093"/>
            <a:ext cx="5889949" cy="240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marR="0" lvl="1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marR="0" lvl="2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1219170"/>
            <a:r>
              <a:rPr lang="de-DE">
                <a:solidFill>
                  <a:schemeClr val="accent6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Wetter Prognose: </a:t>
            </a:r>
            <a:r>
              <a:rPr lang="de-DE">
                <a:solidFill>
                  <a:schemeClr val="tx1"/>
                </a:solidFill>
              </a:rPr>
              <a:t>Wettervorhersage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für Solar- und Windenergie</a:t>
            </a:r>
            <a:r>
              <a:rPr lang="de-DE">
                <a:solidFill>
                  <a:schemeClr val="tx1"/>
                </a:solidFill>
              </a:rPr>
              <a:t> zur Prognose der Energieproduktion </a:t>
            </a:r>
          </a:p>
          <a:p>
            <a:pPr defTabSz="1219170"/>
            <a:endParaRPr lang="de-DE">
              <a:solidFill>
                <a:schemeClr val="tx1"/>
              </a:solidFill>
            </a:endParaRPr>
          </a:p>
          <a:p>
            <a:pPr defTabSz="1219170"/>
            <a:r>
              <a:rPr lang="de-DE"/>
              <a:t>Energieproduktion: </a:t>
            </a:r>
            <a:r>
              <a:rPr lang="de-DE">
                <a:solidFill>
                  <a:schemeClr val="tx1"/>
                </a:solidFill>
              </a:rPr>
              <a:t>Energieproduktion von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Solarenergie</a:t>
            </a:r>
            <a:r>
              <a:rPr lang="de-DE">
                <a:solidFill>
                  <a:schemeClr val="tx1"/>
                </a:solidFill>
              </a:rPr>
              <a:t>,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Windenergie</a:t>
            </a:r>
            <a:r>
              <a:rPr lang="de-DE">
                <a:solidFill>
                  <a:schemeClr val="tx1"/>
                </a:solidFill>
              </a:rPr>
              <a:t> und Energiegewinn aus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Kraftwerken</a:t>
            </a:r>
            <a:r>
              <a:rPr lang="de-DE">
                <a:solidFill>
                  <a:schemeClr val="tx1"/>
                </a:solidFill>
              </a:rPr>
              <a:t> sowie die vorhandene Energie aus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verhandelten Strombörsenverträgen </a:t>
            </a:r>
          </a:p>
        </p:txBody>
      </p:sp>
      <p:sp>
        <p:nvSpPr>
          <p:cNvPr id="2" name="Google Shape;1600;p19">
            <a:extLst>
              <a:ext uri="{FF2B5EF4-FFF2-40B4-BE49-F238E27FC236}">
                <a16:creationId xmlns:a16="http://schemas.microsoft.com/office/drawing/2014/main" id="{45B1B83C-7318-E2B6-58FC-5700D83217E8}"/>
              </a:ext>
            </a:extLst>
          </p:cNvPr>
          <p:cNvSpPr txBox="1"/>
          <p:nvPr/>
        </p:nvSpPr>
        <p:spPr>
          <a:xfrm>
            <a:off x="0" y="0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Whitebox Gesamtsystem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063786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F7379-C891-ECB4-23DD-ADF89A26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9AC5B3-1202-97D7-D989-7F1590912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8" t="34780" r="18472" b="43415"/>
          <a:stretch>
            <a:fillRect/>
          </a:stretch>
        </p:blipFill>
        <p:spPr>
          <a:xfrm>
            <a:off x="415600" y="2360735"/>
            <a:ext cx="7151064" cy="2758951"/>
          </a:xfrm>
          <a:prstGeom prst="round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31CA95-7329-BE90-A236-86934CAAE858}"/>
              </a:ext>
            </a:extLst>
          </p:cNvPr>
          <p:cNvSpPr txBox="1">
            <a:spLocks/>
          </p:cNvSpPr>
          <p:nvPr/>
        </p:nvSpPr>
        <p:spPr>
          <a:xfrm>
            <a:off x="7705725" y="1627309"/>
            <a:ext cx="4264989" cy="422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marR="0" lvl="1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marR="0" lvl="2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1219170"/>
            <a:r>
              <a:rPr lang="de-DE">
                <a:solidFill>
                  <a:schemeClr val="accent6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Energielast Prognose: </a:t>
            </a:r>
            <a:r>
              <a:rPr lang="de-DE">
                <a:solidFill>
                  <a:schemeClr val="tx1"/>
                </a:solidFill>
              </a:rPr>
              <a:t>basierend auf vorheriger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Trendfeststellung</a:t>
            </a:r>
            <a:r>
              <a:rPr lang="de-DE">
                <a:solidFill>
                  <a:schemeClr val="tx1"/>
                </a:solidFill>
              </a:rPr>
              <a:t> und einmaligen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Energieverbräuchen</a:t>
            </a:r>
            <a:r>
              <a:rPr lang="de-DE">
                <a:solidFill>
                  <a:schemeClr val="tx1"/>
                </a:solidFill>
              </a:rPr>
              <a:t> (Stadtkalendar) </a:t>
            </a:r>
          </a:p>
          <a:p>
            <a:pPr defTabSz="1219170"/>
            <a:endParaRPr lang="de-DE">
              <a:solidFill>
                <a:schemeClr val="tx1"/>
              </a:solidFill>
            </a:endParaRPr>
          </a:p>
          <a:p>
            <a:pPr defTabSz="1219170"/>
            <a:r>
              <a:rPr lang="de-DE"/>
              <a:t>Energieproduktion Prognose: </a:t>
            </a:r>
            <a:r>
              <a:rPr lang="de-DE">
                <a:solidFill>
                  <a:schemeClr val="tx1"/>
                </a:solidFill>
              </a:rPr>
              <a:t>bezogen auf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Wind-</a:t>
            </a:r>
            <a:r>
              <a:rPr lang="de-DE">
                <a:solidFill>
                  <a:schemeClr val="tx1"/>
                </a:solidFill>
              </a:rPr>
              <a:t> und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Solarenergie</a:t>
            </a:r>
            <a:r>
              <a:rPr lang="de-DE">
                <a:solidFill>
                  <a:schemeClr val="tx1"/>
                </a:solidFill>
              </a:rPr>
              <a:t> basierend auf Wettervorhersagen</a:t>
            </a:r>
          </a:p>
          <a:p>
            <a:pPr defTabSz="1219170"/>
            <a:endParaRPr lang="de-DE">
              <a:solidFill>
                <a:schemeClr val="tx1"/>
              </a:solidFill>
            </a:endParaRPr>
          </a:p>
          <a:p>
            <a:pPr defTabSz="1219170"/>
            <a:r>
              <a:rPr lang="de-DE">
                <a:solidFill>
                  <a:srgbClr val="DAA622"/>
                </a:solidFill>
              </a:rPr>
              <a:t>Energiekosten Prognose: </a:t>
            </a:r>
            <a:r>
              <a:rPr lang="de-DE">
                <a:solidFill>
                  <a:schemeClr val="tx1"/>
                </a:solidFill>
              </a:rPr>
              <a:t>basierend auf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Netzauslastung</a:t>
            </a:r>
            <a:r>
              <a:rPr lang="de-DE">
                <a:solidFill>
                  <a:schemeClr val="tx1"/>
                </a:solidFill>
              </a:rPr>
              <a:t> und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Spotmarkttrend</a:t>
            </a:r>
          </a:p>
        </p:txBody>
      </p:sp>
      <p:sp>
        <p:nvSpPr>
          <p:cNvPr id="3" name="Google Shape;1600;p19">
            <a:extLst>
              <a:ext uri="{FF2B5EF4-FFF2-40B4-BE49-F238E27FC236}">
                <a16:creationId xmlns:a16="http://schemas.microsoft.com/office/drawing/2014/main" id="{5FEB98CF-5F59-C998-3C4B-8F3E8270E067}"/>
              </a:ext>
            </a:extLst>
          </p:cNvPr>
          <p:cNvSpPr txBox="1"/>
          <p:nvPr/>
        </p:nvSpPr>
        <p:spPr>
          <a:xfrm>
            <a:off x="0" y="0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Whitebox Gesamtsystem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824086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C7E2-6ADD-F31F-EEA2-1E81B46E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F3DCFC-31E8-283C-517F-40F7CD470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74" t="56126" r="35199" b="2346"/>
          <a:stretch>
            <a:fillRect/>
          </a:stretch>
        </p:blipFill>
        <p:spPr>
          <a:xfrm>
            <a:off x="1266824" y="1112958"/>
            <a:ext cx="3505201" cy="5254501"/>
          </a:xfrm>
          <a:prstGeom prst="round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AE73529-57CF-8E22-20FB-683A7E370C37}"/>
              </a:ext>
            </a:extLst>
          </p:cNvPr>
          <p:cNvSpPr txBox="1">
            <a:spLocks/>
          </p:cNvSpPr>
          <p:nvPr/>
        </p:nvSpPr>
        <p:spPr>
          <a:xfrm>
            <a:off x="5377811" y="1589942"/>
            <a:ext cx="6398589" cy="367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marR="0" lvl="1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marR="0" lvl="2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400"/>
              <a:buFont typeface="Roboto"/>
              <a:buChar char="■"/>
              <a:defRPr sz="1867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1219170"/>
            <a:r>
              <a:rPr lang="de-DE">
                <a:solidFill>
                  <a:schemeClr val="accent6">
                    <a:lumMod val="50000"/>
                  </a:schemeClr>
                </a:solidFill>
                <a:latin typeface="Fira Sans"/>
                <a:ea typeface="Fira Sans"/>
                <a:cs typeface="Fira Sans"/>
                <a:sym typeface="Fira Sans"/>
              </a:rPr>
              <a:t>Optimierungsmodul: </a:t>
            </a:r>
            <a:r>
              <a:rPr lang="de-DE">
                <a:solidFill>
                  <a:schemeClr val="tx1"/>
                </a:solidFill>
              </a:rPr>
              <a:t>Feststellung eines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optimierten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Energieverbrauch-Zeitplan</a:t>
            </a:r>
            <a:r>
              <a:rPr lang="de-DE">
                <a:solidFill>
                  <a:schemeClr val="tx1"/>
                </a:solidFill>
              </a:rPr>
              <a:t> basierend auf den vorherigen Prognosen </a:t>
            </a:r>
          </a:p>
          <a:p>
            <a:pPr defTabSz="1219170"/>
            <a:endParaRPr lang="de-DE">
              <a:solidFill>
                <a:schemeClr val="tx1"/>
              </a:solidFill>
            </a:endParaRPr>
          </a:p>
          <a:p>
            <a:pPr defTabSz="1219170"/>
            <a:r>
              <a:rPr lang="de-DE"/>
              <a:t>Visualisierungsmodul: </a:t>
            </a:r>
            <a:r>
              <a:rPr lang="de-DE">
                <a:solidFill>
                  <a:schemeClr val="tx1"/>
                </a:solidFill>
              </a:rPr>
              <a:t>Verarbeitung und Aufbereitung der Daten zu einer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visuellen</a:t>
            </a:r>
            <a:r>
              <a:rPr lang="de-DE">
                <a:solidFill>
                  <a:schemeClr val="tx1"/>
                </a:solidFill>
              </a:rPr>
              <a:t>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Darstellung</a:t>
            </a:r>
            <a:r>
              <a:rPr lang="de-DE">
                <a:solidFill>
                  <a:schemeClr val="tx1"/>
                </a:solidFill>
              </a:rPr>
              <a:t> für den Endbenutzer </a:t>
            </a:r>
          </a:p>
          <a:p>
            <a:pPr defTabSz="1219170"/>
            <a:endParaRPr lang="de-DE">
              <a:solidFill>
                <a:schemeClr val="tx1"/>
              </a:solidFill>
            </a:endParaRPr>
          </a:p>
          <a:p>
            <a:pPr defTabSz="1219170"/>
            <a:r>
              <a:rPr lang="de-DE">
                <a:solidFill>
                  <a:srgbClr val="DAA622"/>
                </a:solidFill>
              </a:rPr>
              <a:t>Dashboard: </a:t>
            </a:r>
            <a:r>
              <a:rPr lang="de-DE">
                <a:solidFill>
                  <a:schemeClr val="tx1"/>
                </a:solidFill>
              </a:rPr>
              <a:t>Schnittstelle nach zum Endbenutzer,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Visualisierung</a:t>
            </a:r>
            <a:r>
              <a:rPr lang="de-DE">
                <a:solidFill>
                  <a:schemeClr val="tx1"/>
                </a:solidFill>
              </a:rPr>
              <a:t> des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Verbrauchs</a:t>
            </a:r>
            <a:r>
              <a:rPr lang="de-DE">
                <a:solidFill>
                  <a:schemeClr val="tx1"/>
                </a:solidFill>
              </a:rPr>
              <a:t>, der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Produktion</a:t>
            </a:r>
            <a:r>
              <a:rPr lang="de-DE">
                <a:solidFill>
                  <a:schemeClr val="tx1"/>
                </a:solidFill>
              </a:rPr>
              <a:t> sowie der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Prognosen</a:t>
            </a:r>
            <a:r>
              <a:rPr lang="de-DE">
                <a:solidFill>
                  <a:schemeClr val="tx1"/>
                </a:solidFill>
              </a:rPr>
              <a:t> und der </a:t>
            </a:r>
            <a:r>
              <a:rPr lang="de-DE">
                <a:solidFill>
                  <a:schemeClr val="accent4">
                    <a:lumMod val="50000"/>
                  </a:schemeClr>
                </a:solidFill>
              </a:rPr>
              <a:t>empfohlenen Aktionen </a:t>
            </a:r>
          </a:p>
        </p:txBody>
      </p:sp>
      <p:sp>
        <p:nvSpPr>
          <p:cNvPr id="3" name="Google Shape;1600;p19">
            <a:extLst>
              <a:ext uri="{FF2B5EF4-FFF2-40B4-BE49-F238E27FC236}">
                <a16:creationId xmlns:a16="http://schemas.microsoft.com/office/drawing/2014/main" id="{70C8569B-4ACF-4FB9-23BE-0D72492333BB}"/>
              </a:ext>
            </a:extLst>
          </p:cNvPr>
          <p:cNvSpPr txBox="1"/>
          <p:nvPr/>
        </p:nvSpPr>
        <p:spPr>
          <a:xfrm>
            <a:off x="0" y="0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Whitebox Gesamtsystem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430877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9C54-9C48-49FA-B670-A5EF141E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00;p19">
            <a:extLst>
              <a:ext uri="{FF2B5EF4-FFF2-40B4-BE49-F238E27FC236}">
                <a16:creationId xmlns:a16="http://schemas.microsoft.com/office/drawing/2014/main" id="{BD79D946-B25A-F21C-C8D4-F5F4117BAA2D}"/>
              </a:ext>
            </a:extLst>
          </p:cNvPr>
          <p:cNvSpPr txBox="1"/>
          <p:nvPr/>
        </p:nvSpPr>
        <p:spPr>
          <a:xfrm>
            <a:off x="415600" y="104417"/>
            <a:ext cx="11360800" cy="695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Whitebox Gesamtsystem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07128E-4644-FC77-A171-19298721C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13" y="1022474"/>
            <a:ext cx="4947573" cy="5362638"/>
          </a:xfrm>
          <a:prstGeom prst="roundRec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6977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7B7A-A063-E87A-4149-B58FCAA5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130;p27">
            <a:extLst>
              <a:ext uri="{FF2B5EF4-FFF2-40B4-BE49-F238E27FC236}">
                <a16:creationId xmlns:a16="http://schemas.microsoft.com/office/drawing/2014/main" id="{0A739CE2-46D3-1494-17D0-A8CA24F9880B}"/>
              </a:ext>
            </a:extLst>
          </p:cNvPr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-US" sz="3733" b="1">
                <a:latin typeface="Fira Sans"/>
                <a:ea typeface="Fira Sans"/>
                <a:cs typeface="Fira Sans"/>
                <a:sym typeface="Fira Sans"/>
              </a:rPr>
              <a:t>Whitebox Überwachungsmodul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EFC5A-AD1D-1472-465C-7148A84CA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38" t="16160" r="30417" b="62762"/>
          <a:stretch>
            <a:fillRect/>
          </a:stretch>
        </p:blipFill>
        <p:spPr>
          <a:xfrm>
            <a:off x="415599" y="1785591"/>
            <a:ext cx="7011623" cy="4324349"/>
          </a:xfrm>
          <a:prstGeom prst="roundRect">
            <a:avLst>
              <a:gd name="adj" fmla="val 7856"/>
            </a:avLst>
          </a:prstGeom>
          <a:ln w="28575">
            <a:solidFill>
              <a:schemeClr val="accent4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11139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AC059-A14A-80F8-579F-E4C3825DE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3800" y="3173033"/>
            <a:ext cx="4232600" cy="1549467"/>
          </a:xfrm>
        </p:spPr>
        <p:txBody>
          <a:bodyPr/>
          <a:lstStyle/>
          <a:p>
            <a:r>
              <a:rPr lang="en-US">
                <a:solidFill>
                  <a:schemeClr val="accent4">
                    <a:lumMod val="50000"/>
                  </a:schemeClr>
                </a:solidFill>
              </a:rPr>
              <a:t>Hexagonale Architektur </a:t>
            </a:r>
            <a:r>
              <a:rPr lang="en-US">
                <a:solidFill>
                  <a:schemeClr val="tx1"/>
                </a:solidFill>
              </a:rPr>
              <a:t>gewährleistet Modularität und Testbarkeit der Einzelkomponente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7940A-7EE2-4C62-FE75-C70F98A6B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00" y="1785592"/>
            <a:ext cx="6848323" cy="4324350"/>
          </a:xfrm>
          <a:prstGeom prst="roundRect">
            <a:avLst>
              <a:gd name="adj" fmla="val 7504"/>
            </a:avLst>
          </a:prstGeom>
          <a:ln w="28575">
            <a:solidFill>
              <a:schemeClr val="accent4">
                <a:lumMod val="50000"/>
              </a:schemeClr>
            </a:solidFill>
          </a:ln>
        </p:spPr>
      </p:pic>
      <p:sp>
        <p:nvSpPr>
          <p:cNvPr id="6" name="Google Shape;3130;p27">
            <a:extLst>
              <a:ext uri="{FF2B5EF4-FFF2-40B4-BE49-F238E27FC236}">
                <a16:creationId xmlns:a16="http://schemas.microsoft.com/office/drawing/2014/main" id="{DCA39738-B171-9E26-7B29-F33B34EC286D}"/>
              </a:ext>
            </a:extLst>
          </p:cNvPr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Whitebox Überwachungsmodul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92402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9352BE4-12A5-190B-2659-CB3436DEF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623" y="1114425"/>
            <a:ext cx="6838753" cy="5362624"/>
          </a:xfrm>
          <a:prstGeom prst="roundRect">
            <a:avLst>
              <a:gd name="adj" fmla="val 4537"/>
            </a:avLst>
          </a:prstGeom>
          <a:ln w="28575">
            <a:solidFill>
              <a:schemeClr val="accent3">
                <a:lumMod val="50000"/>
              </a:schemeClr>
            </a:solidFill>
          </a:ln>
        </p:spPr>
      </p:pic>
      <p:sp>
        <p:nvSpPr>
          <p:cNvPr id="5" name="Google Shape;3130;p27">
            <a:extLst>
              <a:ext uri="{FF2B5EF4-FFF2-40B4-BE49-F238E27FC236}">
                <a16:creationId xmlns:a16="http://schemas.microsoft.com/office/drawing/2014/main" id="{91233E51-12FC-0BEA-CADC-ED1266C3A8EE}"/>
              </a:ext>
            </a:extLst>
          </p:cNvPr>
          <p:cNvSpPr txBox="1"/>
          <p:nvPr/>
        </p:nvSpPr>
        <p:spPr>
          <a:xfrm>
            <a:off x="415600" y="190142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Erneuerung des Energie-Zeitplans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993133233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001E-4A54-E417-21DC-F27A6164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2B1D16B-8666-6AF1-4674-244906A07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61" b="84014"/>
          <a:stretch>
            <a:fillRect/>
          </a:stretch>
        </p:blipFill>
        <p:spPr>
          <a:xfrm>
            <a:off x="1177019" y="2095500"/>
            <a:ext cx="9837962" cy="2667000"/>
          </a:xfrm>
          <a:prstGeom prst="roundRect">
            <a:avLst>
              <a:gd name="adj" fmla="val 4537"/>
            </a:avLst>
          </a:prstGeom>
          <a:ln w="28575">
            <a:solidFill>
              <a:schemeClr val="accent4">
                <a:lumMod val="50000"/>
              </a:schemeClr>
            </a:solidFill>
          </a:ln>
        </p:spPr>
      </p:pic>
      <p:sp>
        <p:nvSpPr>
          <p:cNvPr id="5" name="Google Shape;3130;p27">
            <a:extLst>
              <a:ext uri="{FF2B5EF4-FFF2-40B4-BE49-F238E27FC236}">
                <a16:creationId xmlns:a16="http://schemas.microsoft.com/office/drawing/2014/main" id="{168BC19D-1872-2CBB-4AD3-55F509F4F11E}"/>
              </a:ext>
            </a:extLst>
          </p:cNvPr>
          <p:cNvSpPr txBox="1"/>
          <p:nvPr/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Erneuerung des Energie-Zeitplans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846721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422D-D6B8-DB85-BE35-7A358A0FE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130;p27">
            <a:extLst>
              <a:ext uri="{FF2B5EF4-FFF2-40B4-BE49-F238E27FC236}">
                <a16:creationId xmlns:a16="http://schemas.microsoft.com/office/drawing/2014/main" id="{14D39A79-B69F-61B3-4B55-85D17EAC605D}"/>
              </a:ext>
            </a:extLst>
          </p:cNvPr>
          <p:cNvSpPr txBox="1"/>
          <p:nvPr/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Erneuerung des Energie-Zeitplans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9AA37694-B27D-BE9C-984E-21A0011F1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8" t="9041" r="5013" b="41513"/>
          <a:stretch>
            <a:fillRect/>
          </a:stretch>
        </p:blipFill>
        <p:spPr>
          <a:xfrm>
            <a:off x="1519672" y="2258457"/>
            <a:ext cx="9152655" cy="4411713"/>
          </a:xfrm>
          <a:prstGeom prst="roundRect">
            <a:avLst>
              <a:gd name="adj" fmla="val 4537"/>
            </a:avLst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BA3D9F4-3182-5C6D-A252-BFD9DD2C1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81" t="-856" r="2252" b="84870"/>
          <a:stretch>
            <a:fillRect/>
          </a:stretch>
        </p:blipFill>
        <p:spPr>
          <a:xfrm>
            <a:off x="4499094" y="556506"/>
            <a:ext cx="6173233" cy="1506417"/>
          </a:xfrm>
          <a:prstGeom prst="roundRect">
            <a:avLst>
              <a:gd name="adj" fmla="val 4537"/>
            </a:avLst>
          </a:prstGeom>
          <a:noFill/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9460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D879-D0BF-BBE4-6497-4E9C169CE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130;p27">
            <a:extLst>
              <a:ext uri="{FF2B5EF4-FFF2-40B4-BE49-F238E27FC236}">
                <a16:creationId xmlns:a16="http://schemas.microsoft.com/office/drawing/2014/main" id="{4EBED409-923E-6BA9-AACC-67FFF44A9F6E}"/>
              </a:ext>
            </a:extLst>
          </p:cNvPr>
          <p:cNvSpPr txBox="1"/>
          <p:nvPr/>
        </p:nvSpPr>
        <p:spPr>
          <a:xfrm>
            <a:off x="0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" sz="2000" b="1">
                <a:latin typeface="Fira Sans"/>
                <a:ea typeface="Fira Sans"/>
                <a:cs typeface="Fira Sans"/>
                <a:sym typeface="Fira Sans"/>
              </a:rPr>
              <a:t>Erneuerung des Energie-Zeitplans</a:t>
            </a:r>
            <a:endParaRPr sz="2000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ADBC815-6606-E128-2047-D4DEEFBDD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0" t="55705" r="31475" b="13299"/>
          <a:stretch>
            <a:fillRect/>
          </a:stretch>
        </p:blipFill>
        <p:spPr>
          <a:xfrm>
            <a:off x="1433050" y="2291509"/>
            <a:ext cx="9325900" cy="4257477"/>
          </a:xfrm>
          <a:prstGeom prst="roundRect">
            <a:avLst>
              <a:gd name="adj" fmla="val 4537"/>
            </a:avLst>
          </a:prstGeom>
          <a:noFill/>
          <a:ln w="28575">
            <a:solidFill>
              <a:schemeClr val="accent3">
                <a:lumMod val="50000"/>
              </a:schemeClr>
            </a:solidFill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36F954-9A13-A3F5-EC57-88F79C3D2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81" t="-856" r="2252" b="84870"/>
          <a:stretch>
            <a:fillRect/>
          </a:stretch>
        </p:blipFill>
        <p:spPr>
          <a:xfrm>
            <a:off x="4585717" y="512439"/>
            <a:ext cx="6173233" cy="1506417"/>
          </a:xfrm>
          <a:prstGeom prst="roundRect">
            <a:avLst>
              <a:gd name="adj" fmla="val 4537"/>
            </a:avLst>
          </a:prstGeom>
          <a:noFill/>
          <a:ln w="28575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9834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12797-4AD9-75B5-8684-B30C97D3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30;p27">
            <a:extLst>
              <a:ext uri="{FF2B5EF4-FFF2-40B4-BE49-F238E27FC236}">
                <a16:creationId xmlns:a16="http://schemas.microsoft.com/office/drawing/2014/main" id="{10E67305-5A51-330B-C7D5-7CCF3E9460F6}"/>
              </a:ext>
            </a:extLst>
          </p:cNvPr>
          <p:cNvSpPr txBox="1"/>
          <p:nvPr/>
        </p:nvSpPr>
        <p:spPr>
          <a:xfrm>
            <a:off x="415600" y="190142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Verteilungssicht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" name="Content Placeholder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0D1F0AF0-D6B8-A5AE-2063-A21F5D04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268" y="1042279"/>
            <a:ext cx="8171463" cy="5543908"/>
          </a:xfrm>
          <a:prstGeom prst="roundRect">
            <a:avLst>
              <a:gd name="adj" fmla="val 10047"/>
            </a:avLst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038184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7" name="Google Shape;3997;p31"/>
          <p:cNvGrpSpPr/>
          <p:nvPr/>
        </p:nvGrpSpPr>
        <p:grpSpPr>
          <a:xfrm>
            <a:off x="609463" y="2632768"/>
            <a:ext cx="4168532" cy="1211382"/>
            <a:chOff x="457097" y="1974575"/>
            <a:chExt cx="3126399" cy="718003"/>
          </a:xfrm>
        </p:grpSpPr>
        <p:sp>
          <p:nvSpPr>
            <p:cNvPr id="3998" name="Google Shape;3998;p31"/>
            <p:cNvSpPr/>
            <p:nvPr/>
          </p:nvSpPr>
          <p:spPr>
            <a:xfrm flipH="1">
              <a:off x="3333748" y="2208702"/>
              <a:ext cx="249748" cy="250103"/>
            </a:xfrm>
            <a:custGeom>
              <a:avLst/>
              <a:gdLst/>
              <a:ahLst/>
              <a:cxnLst/>
              <a:rect l="l" t="t" r="r" b="b"/>
              <a:pathLst>
                <a:path w="1438" h="1440" extrusionOk="0">
                  <a:moveTo>
                    <a:pt x="719" y="1"/>
                  </a:moveTo>
                  <a:lnTo>
                    <a:pt x="0" y="720"/>
                  </a:lnTo>
                  <a:lnTo>
                    <a:pt x="719" y="1439"/>
                  </a:lnTo>
                  <a:lnTo>
                    <a:pt x="1438" y="720"/>
                  </a:lnTo>
                  <a:lnTo>
                    <a:pt x="7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3999" name="Google Shape;3999;p31"/>
            <p:cNvSpPr/>
            <p:nvPr/>
          </p:nvSpPr>
          <p:spPr>
            <a:xfrm flipH="1">
              <a:off x="457097" y="1974575"/>
              <a:ext cx="3013228" cy="718003"/>
            </a:xfrm>
            <a:custGeom>
              <a:avLst/>
              <a:gdLst/>
              <a:ahLst/>
              <a:cxnLst/>
              <a:rect l="l" t="t" r="r" b="b"/>
              <a:pathLst>
                <a:path w="8870" h="4134" extrusionOk="0">
                  <a:moveTo>
                    <a:pt x="0" y="0"/>
                  </a:moveTo>
                  <a:lnTo>
                    <a:pt x="0" y="4134"/>
                  </a:lnTo>
                  <a:lnTo>
                    <a:pt x="8869" y="4134"/>
                  </a:lnTo>
                  <a:lnTo>
                    <a:pt x="88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4000" name="Google Shape;4000;p31"/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Querschnittliche Konzepte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01" name="Google Shape;4001;p31"/>
          <p:cNvSpPr/>
          <p:nvPr/>
        </p:nvSpPr>
        <p:spPr>
          <a:xfrm>
            <a:off x="7490783" y="5214800"/>
            <a:ext cx="332997" cy="333471"/>
          </a:xfrm>
          <a:custGeom>
            <a:avLst/>
            <a:gdLst/>
            <a:ahLst/>
            <a:cxnLst/>
            <a:rect l="l" t="t" r="r" b="b"/>
            <a:pathLst>
              <a:path w="1438" h="1440" extrusionOk="0">
                <a:moveTo>
                  <a:pt x="719" y="1"/>
                </a:moveTo>
                <a:lnTo>
                  <a:pt x="0" y="720"/>
                </a:lnTo>
                <a:lnTo>
                  <a:pt x="719" y="1439"/>
                </a:lnTo>
                <a:lnTo>
                  <a:pt x="1438" y="720"/>
                </a:lnTo>
                <a:lnTo>
                  <a:pt x="71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4002" name="Google Shape;4002;p31"/>
          <p:cNvSpPr/>
          <p:nvPr/>
        </p:nvSpPr>
        <p:spPr>
          <a:xfrm>
            <a:off x="7641669" y="4902631"/>
            <a:ext cx="3924324" cy="1065299"/>
          </a:xfrm>
          <a:custGeom>
            <a:avLst/>
            <a:gdLst/>
            <a:ahLst/>
            <a:cxnLst/>
            <a:rect l="l" t="t" r="r" b="b"/>
            <a:pathLst>
              <a:path w="8870" h="4134" extrusionOk="0">
                <a:moveTo>
                  <a:pt x="0" y="0"/>
                </a:moveTo>
                <a:lnTo>
                  <a:pt x="0" y="4134"/>
                </a:lnTo>
                <a:lnTo>
                  <a:pt x="8869" y="4134"/>
                </a:lnTo>
                <a:lnTo>
                  <a:pt x="886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4003" name="Google Shape;4003;p31"/>
          <p:cNvSpPr/>
          <p:nvPr/>
        </p:nvSpPr>
        <p:spPr>
          <a:xfrm>
            <a:off x="7733940" y="5031853"/>
            <a:ext cx="731761" cy="731783"/>
          </a:xfrm>
          <a:custGeom>
            <a:avLst/>
            <a:gdLst/>
            <a:ahLst/>
            <a:cxnLst/>
            <a:rect l="l" t="t" r="r" b="b"/>
            <a:pathLst>
              <a:path w="3160" h="3160" fill="none" extrusionOk="0">
                <a:moveTo>
                  <a:pt x="3160" y="1580"/>
                </a:moveTo>
                <a:cubicBezTo>
                  <a:pt x="3160" y="2452"/>
                  <a:pt x="2452" y="3159"/>
                  <a:pt x="1580" y="3159"/>
                </a:cubicBezTo>
                <a:cubicBezTo>
                  <a:pt x="708" y="3159"/>
                  <a:pt x="1" y="2452"/>
                  <a:pt x="1" y="1580"/>
                </a:cubicBezTo>
                <a:cubicBezTo>
                  <a:pt x="1" y="708"/>
                  <a:pt x="708" y="1"/>
                  <a:pt x="1580" y="1"/>
                </a:cubicBezTo>
                <a:cubicBezTo>
                  <a:pt x="2452" y="1"/>
                  <a:pt x="3160" y="708"/>
                  <a:pt x="3160" y="1580"/>
                </a:cubicBezTo>
                <a:close/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4004" name="Google Shape;4004;p31"/>
          <p:cNvGrpSpPr/>
          <p:nvPr/>
        </p:nvGrpSpPr>
        <p:grpSpPr>
          <a:xfrm>
            <a:off x="7872886" y="5183768"/>
            <a:ext cx="450181" cy="428185"/>
            <a:chOff x="5904664" y="2185428"/>
            <a:chExt cx="337636" cy="321139"/>
          </a:xfrm>
        </p:grpSpPr>
        <p:sp>
          <p:nvSpPr>
            <p:cNvPr id="4005" name="Google Shape;4005;p31"/>
            <p:cNvSpPr/>
            <p:nvPr/>
          </p:nvSpPr>
          <p:spPr>
            <a:xfrm>
              <a:off x="5918558" y="2185428"/>
              <a:ext cx="313314" cy="141725"/>
            </a:xfrm>
            <a:custGeom>
              <a:avLst/>
              <a:gdLst/>
              <a:ahLst/>
              <a:cxnLst/>
              <a:rect l="l" t="t" r="r" b="b"/>
              <a:pathLst>
                <a:path w="1804" h="816" extrusionOk="0">
                  <a:moveTo>
                    <a:pt x="902" y="1"/>
                  </a:moveTo>
                  <a:cubicBezTo>
                    <a:pt x="499" y="1"/>
                    <a:pt x="145" y="259"/>
                    <a:pt x="22" y="642"/>
                  </a:cubicBezTo>
                  <a:cubicBezTo>
                    <a:pt x="0" y="712"/>
                    <a:pt x="38" y="787"/>
                    <a:pt x="108" y="809"/>
                  </a:cubicBezTo>
                  <a:cubicBezTo>
                    <a:pt x="121" y="813"/>
                    <a:pt x="134" y="815"/>
                    <a:pt x="147" y="815"/>
                  </a:cubicBezTo>
                  <a:cubicBezTo>
                    <a:pt x="203" y="815"/>
                    <a:pt x="256" y="779"/>
                    <a:pt x="274" y="723"/>
                  </a:cubicBezTo>
                  <a:cubicBezTo>
                    <a:pt x="360" y="448"/>
                    <a:pt x="614" y="264"/>
                    <a:pt x="902" y="264"/>
                  </a:cubicBezTo>
                  <a:cubicBezTo>
                    <a:pt x="1189" y="264"/>
                    <a:pt x="1441" y="449"/>
                    <a:pt x="1530" y="723"/>
                  </a:cubicBezTo>
                  <a:cubicBezTo>
                    <a:pt x="1547" y="779"/>
                    <a:pt x="1599" y="815"/>
                    <a:pt x="1655" y="815"/>
                  </a:cubicBezTo>
                  <a:cubicBezTo>
                    <a:pt x="1668" y="815"/>
                    <a:pt x="1681" y="813"/>
                    <a:pt x="1696" y="809"/>
                  </a:cubicBezTo>
                  <a:cubicBezTo>
                    <a:pt x="1765" y="786"/>
                    <a:pt x="1803" y="712"/>
                    <a:pt x="1782" y="642"/>
                  </a:cubicBezTo>
                  <a:cubicBezTo>
                    <a:pt x="1659" y="259"/>
                    <a:pt x="1305" y="1"/>
                    <a:pt x="9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06" name="Google Shape;4006;p31"/>
            <p:cNvSpPr/>
            <p:nvPr/>
          </p:nvSpPr>
          <p:spPr>
            <a:xfrm>
              <a:off x="5917169" y="2361195"/>
              <a:ext cx="315225" cy="145372"/>
            </a:xfrm>
            <a:custGeom>
              <a:avLst/>
              <a:gdLst/>
              <a:ahLst/>
              <a:cxnLst/>
              <a:rect l="l" t="t" r="r" b="b"/>
              <a:pathLst>
                <a:path w="1815" h="837" extrusionOk="0">
                  <a:moveTo>
                    <a:pt x="1666" y="0"/>
                  </a:moveTo>
                  <a:cubicBezTo>
                    <a:pt x="1609" y="0"/>
                    <a:pt x="1557" y="37"/>
                    <a:pt x="1540" y="95"/>
                  </a:cubicBezTo>
                  <a:cubicBezTo>
                    <a:pt x="1459" y="376"/>
                    <a:pt x="1198" y="572"/>
                    <a:pt x="907" y="572"/>
                  </a:cubicBezTo>
                  <a:cubicBezTo>
                    <a:pt x="615" y="572"/>
                    <a:pt x="354" y="375"/>
                    <a:pt x="274" y="95"/>
                  </a:cubicBezTo>
                  <a:cubicBezTo>
                    <a:pt x="257" y="38"/>
                    <a:pt x="204" y="1"/>
                    <a:pt x="147" y="1"/>
                  </a:cubicBezTo>
                  <a:cubicBezTo>
                    <a:pt x="135" y="1"/>
                    <a:pt x="123" y="2"/>
                    <a:pt x="111" y="6"/>
                  </a:cubicBezTo>
                  <a:cubicBezTo>
                    <a:pt x="41" y="25"/>
                    <a:pt x="0" y="99"/>
                    <a:pt x="21" y="170"/>
                  </a:cubicBezTo>
                  <a:cubicBezTo>
                    <a:pt x="134" y="563"/>
                    <a:pt x="499" y="837"/>
                    <a:pt x="909" y="837"/>
                  </a:cubicBezTo>
                  <a:cubicBezTo>
                    <a:pt x="1318" y="837"/>
                    <a:pt x="1682" y="562"/>
                    <a:pt x="1794" y="170"/>
                  </a:cubicBezTo>
                  <a:cubicBezTo>
                    <a:pt x="1814" y="99"/>
                    <a:pt x="1774" y="26"/>
                    <a:pt x="1704" y="6"/>
                  </a:cubicBezTo>
                  <a:cubicBezTo>
                    <a:pt x="1691" y="2"/>
                    <a:pt x="1678" y="0"/>
                    <a:pt x="1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07" name="Google Shape;4007;p31"/>
            <p:cNvSpPr/>
            <p:nvPr/>
          </p:nvSpPr>
          <p:spPr>
            <a:xfrm>
              <a:off x="6152335" y="2267059"/>
              <a:ext cx="89965" cy="74162"/>
            </a:xfrm>
            <a:custGeom>
              <a:avLst/>
              <a:gdLst/>
              <a:ahLst/>
              <a:cxnLst/>
              <a:rect l="l" t="t" r="r" b="b"/>
              <a:pathLst>
                <a:path w="518" h="427" extrusionOk="0">
                  <a:moveTo>
                    <a:pt x="517" y="0"/>
                  </a:moveTo>
                  <a:lnTo>
                    <a:pt x="1" y="169"/>
                  </a:lnTo>
                  <a:lnTo>
                    <a:pt x="1" y="170"/>
                  </a:lnTo>
                  <a:lnTo>
                    <a:pt x="370" y="426"/>
                  </a:lnTo>
                  <a:lnTo>
                    <a:pt x="518" y="1"/>
                  </a:lnTo>
                  <a:cubicBezTo>
                    <a:pt x="518" y="0"/>
                    <a:pt x="517" y="0"/>
                    <a:pt x="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08" name="Google Shape;4008;p31"/>
            <p:cNvSpPr/>
            <p:nvPr/>
          </p:nvSpPr>
          <p:spPr>
            <a:xfrm>
              <a:off x="5904664" y="2346432"/>
              <a:ext cx="83365" cy="77462"/>
            </a:xfrm>
            <a:custGeom>
              <a:avLst/>
              <a:gdLst/>
              <a:ahLst/>
              <a:cxnLst/>
              <a:rect l="l" t="t" r="r" b="b"/>
              <a:pathLst>
                <a:path w="480" h="446" extrusionOk="0">
                  <a:moveTo>
                    <a:pt x="70" y="0"/>
                  </a:moveTo>
                  <a:cubicBezTo>
                    <a:pt x="70" y="0"/>
                    <a:pt x="70" y="0"/>
                    <a:pt x="70" y="1"/>
                  </a:cubicBezTo>
                  <a:cubicBezTo>
                    <a:pt x="71" y="0"/>
                    <a:pt x="71" y="0"/>
                    <a:pt x="70" y="0"/>
                  </a:cubicBezTo>
                  <a:close/>
                  <a:moveTo>
                    <a:pt x="70" y="1"/>
                  </a:moveTo>
                  <a:lnTo>
                    <a:pt x="1" y="445"/>
                  </a:lnTo>
                  <a:cubicBezTo>
                    <a:pt x="1" y="445"/>
                    <a:pt x="1" y="445"/>
                    <a:pt x="1" y="445"/>
                  </a:cubicBezTo>
                  <a:cubicBezTo>
                    <a:pt x="1" y="445"/>
                    <a:pt x="1" y="445"/>
                    <a:pt x="2" y="445"/>
                  </a:cubicBezTo>
                  <a:lnTo>
                    <a:pt x="479" y="188"/>
                  </a:lnTo>
                  <a:lnTo>
                    <a:pt x="479" y="186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4023" name="Google Shape;4023;p31"/>
          <p:cNvGrpSpPr/>
          <p:nvPr/>
        </p:nvGrpSpPr>
        <p:grpSpPr>
          <a:xfrm>
            <a:off x="3981275" y="3069423"/>
            <a:ext cx="371175" cy="338071"/>
            <a:chOff x="8882129" y="2220978"/>
            <a:chExt cx="222260" cy="202438"/>
          </a:xfrm>
        </p:grpSpPr>
        <p:sp>
          <p:nvSpPr>
            <p:cNvPr id="4024" name="Google Shape;4024;p31"/>
            <p:cNvSpPr/>
            <p:nvPr/>
          </p:nvSpPr>
          <p:spPr>
            <a:xfrm>
              <a:off x="8956165" y="2348760"/>
              <a:ext cx="74655" cy="74656"/>
            </a:xfrm>
            <a:custGeom>
              <a:avLst/>
              <a:gdLst/>
              <a:ahLst/>
              <a:cxnLst/>
              <a:rect l="l" t="t" r="r" b="b"/>
              <a:pathLst>
                <a:path w="482" h="482" extrusionOk="0">
                  <a:moveTo>
                    <a:pt x="241" y="1"/>
                  </a:moveTo>
                  <a:cubicBezTo>
                    <a:pt x="108" y="1"/>
                    <a:pt x="0" y="108"/>
                    <a:pt x="0" y="241"/>
                  </a:cubicBezTo>
                  <a:cubicBezTo>
                    <a:pt x="0" y="374"/>
                    <a:pt x="108" y="482"/>
                    <a:pt x="241" y="482"/>
                  </a:cubicBezTo>
                  <a:cubicBezTo>
                    <a:pt x="374" y="482"/>
                    <a:pt x="481" y="374"/>
                    <a:pt x="481" y="241"/>
                  </a:cubicBezTo>
                  <a:cubicBezTo>
                    <a:pt x="481" y="108"/>
                    <a:pt x="374" y="1"/>
                    <a:pt x="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25" name="Google Shape;4025;p31"/>
            <p:cNvSpPr/>
            <p:nvPr/>
          </p:nvSpPr>
          <p:spPr>
            <a:xfrm>
              <a:off x="8922400" y="2280454"/>
              <a:ext cx="142030" cy="48015"/>
            </a:xfrm>
            <a:custGeom>
              <a:avLst/>
              <a:gdLst/>
              <a:ahLst/>
              <a:cxnLst/>
              <a:rect l="l" t="t" r="r" b="b"/>
              <a:pathLst>
                <a:path w="917" h="310" extrusionOk="0">
                  <a:moveTo>
                    <a:pt x="458" y="1"/>
                  </a:moveTo>
                  <a:cubicBezTo>
                    <a:pt x="303" y="1"/>
                    <a:pt x="160" y="53"/>
                    <a:pt x="44" y="141"/>
                  </a:cubicBezTo>
                  <a:cubicBezTo>
                    <a:pt x="1" y="175"/>
                    <a:pt x="0" y="242"/>
                    <a:pt x="39" y="282"/>
                  </a:cubicBezTo>
                  <a:cubicBezTo>
                    <a:pt x="57" y="301"/>
                    <a:pt x="81" y="310"/>
                    <a:pt x="105" y="310"/>
                  </a:cubicBezTo>
                  <a:cubicBezTo>
                    <a:pt x="127" y="310"/>
                    <a:pt x="149" y="303"/>
                    <a:pt x="167" y="289"/>
                  </a:cubicBezTo>
                  <a:cubicBezTo>
                    <a:pt x="249" y="227"/>
                    <a:pt x="350" y="191"/>
                    <a:pt x="459" y="191"/>
                  </a:cubicBezTo>
                  <a:cubicBezTo>
                    <a:pt x="569" y="191"/>
                    <a:pt x="669" y="227"/>
                    <a:pt x="750" y="289"/>
                  </a:cubicBezTo>
                  <a:cubicBezTo>
                    <a:pt x="769" y="303"/>
                    <a:pt x="791" y="310"/>
                    <a:pt x="812" y="310"/>
                  </a:cubicBezTo>
                  <a:cubicBezTo>
                    <a:pt x="836" y="310"/>
                    <a:pt x="859" y="301"/>
                    <a:pt x="877" y="282"/>
                  </a:cubicBezTo>
                  <a:cubicBezTo>
                    <a:pt x="917" y="242"/>
                    <a:pt x="915" y="176"/>
                    <a:pt x="871" y="141"/>
                  </a:cubicBezTo>
                  <a:cubicBezTo>
                    <a:pt x="755" y="53"/>
                    <a:pt x="613" y="1"/>
                    <a:pt x="4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26" name="Google Shape;4026;p31"/>
            <p:cNvSpPr/>
            <p:nvPr/>
          </p:nvSpPr>
          <p:spPr>
            <a:xfrm>
              <a:off x="8882129" y="2220978"/>
              <a:ext cx="222260" cy="67376"/>
            </a:xfrm>
            <a:custGeom>
              <a:avLst/>
              <a:gdLst/>
              <a:ahLst/>
              <a:cxnLst/>
              <a:rect l="l" t="t" r="r" b="b"/>
              <a:pathLst>
                <a:path w="1435" h="435" extrusionOk="0">
                  <a:moveTo>
                    <a:pt x="719" y="0"/>
                  </a:moveTo>
                  <a:cubicBezTo>
                    <a:pt x="457" y="0"/>
                    <a:pt x="217" y="103"/>
                    <a:pt x="40" y="270"/>
                  </a:cubicBezTo>
                  <a:cubicBezTo>
                    <a:pt x="1" y="307"/>
                    <a:pt x="0" y="369"/>
                    <a:pt x="38" y="406"/>
                  </a:cubicBezTo>
                  <a:cubicBezTo>
                    <a:pt x="57" y="425"/>
                    <a:pt x="81" y="434"/>
                    <a:pt x="106" y="434"/>
                  </a:cubicBezTo>
                  <a:cubicBezTo>
                    <a:pt x="129" y="434"/>
                    <a:pt x="152" y="426"/>
                    <a:pt x="170" y="409"/>
                  </a:cubicBezTo>
                  <a:cubicBezTo>
                    <a:pt x="313" y="273"/>
                    <a:pt x="507" y="192"/>
                    <a:pt x="718" y="192"/>
                  </a:cubicBezTo>
                  <a:cubicBezTo>
                    <a:pt x="928" y="192"/>
                    <a:pt x="1122" y="273"/>
                    <a:pt x="1265" y="409"/>
                  </a:cubicBezTo>
                  <a:cubicBezTo>
                    <a:pt x="1283" y="425"/>
                    <a:pt x="1307" y="434"/>
                    <a:pt x="1330" y="434"/>
                  </a:cubicBezTo>
                  <a:cubicBezTo>
                    <a:pt x="1355" y="434"/>
                    <a:pt x="1379" y="425"/>
                    <a:pt x="1397" y="406"/>
                  </a:cubicBezTo>
                  <a:cubicBezTo>
                    <a:pt x="1435" y="369"/>
                    <a:pt x="1434" y="307"/>
                    <a:pt x="1395" y="270"/>
                  </a:cubicBezTo>
                  <a:cubicBezTo>
                    <a:pt x="1220" y="103"/>
                    <a:pt x="982" y="0"/>
                    <a:pt x="7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A98EB99-180D-C903-3C2C-C3B1D7F4D7E9}"/>
              </a:ext>
            </a:extLst>
          </p:cNvPr>
          <p:cNvGrpSpPr/>
          <p:nvPr/>
        </p:nvGrpSpPr>
        <p:grpSpPr>
          <a:xfrm>
            <a:off x="4916113" y="1468401"/>
            <a:ext cx="2598018" cy="4817266"/>
            <a:chOff x="4916113" y="1468401"/>
            <a:chExt cx="2598018" cy="4817266"/>
          </a:xfrm>
        </p:grpSpPr>
        <p:sp>
          <p:nvSpPr>
            <p:cNvPr id="4027" name="Google Shape;4027;p31"/>
            <p:cNvSpPr/>
            <p:nvPr/>
          </p:nvSpPr>
          <p:spPr>
            <a:xfrm>
              <a:off x="5647432" y="1671957"/>
              <a:ext cx="703741" cy="641236"/>
            </a:xfrm>
            <a:custGeom>
              <a:avLst/>
              <a:gdLst/>
              <a:ahLst/>
              <a:cxnLst/>
              <a:rect l="l" t="t" r="r" b="b"/>
              <a:pathLst>
                <a:path w="3039" h="2769" extrusionOk="0">
                  <a:moveTo>
                    <a:pt x="1519" y="0"/>
                  </a:moveTo>
                  <a:cubicBezTo>
                    <a:pt x="1165" y="0"/>
                    <a:pt x="811" y="136"/>
                    <a:pt x="541" y="406"/>
                  </a:cubicBezTo>
                  <a:cubicBezTo>
                    <a:pt x="1" y="947"/>
                    <a:pt x="1" y="1823"/>
                    <a:pt x="541" y="2363"/>
                  </a:cubicBezTo>
                  <a:cubicBezTo>
                    <a:pt x="811" y="2633"/>
                    <a:pt x="1165" y="2769"/>
                    <a:pt x="1519" y="2769"/>
                  </a:cubicBezTo>
                  <a:cubicBezTo>
                    <a:pt x="1873" y="2769"/>
                    <a:pt x="2227" y="2633"/>
                    <a:pt x="2497" y="2363"/>
                  </a:cubicBezTo>
                  <a:cubicBezTo>
                    <a:pt x="3039" y="1823"/>
                    <a:pt x="3039" y="947"/>
                    <a:pt x="2497" y="406"/>
                  </a:cubicBezTo>
                  <a:cubicBezTo>
                    <a:pt x="2227" y="136"/>
                    <a:pt x="1873" y="0"/>
                    <a:pt x="1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28" name="Google Shape;4028;p31"/>
            <p:cNvSpPr/>
            <p:nvPr/>
          </p:nvSpPr>
          <p:spPr>
            <a:xfrm>
              <a:off x="5475602" y="1468401"/>
              <a:ext cx="1048085" cy="1047884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412"/>
                  </a:moveTo>
                  <a:cubicBezTo>
                    <a:pt x="3283" y="412"/>
                    <a:pt x="4114" y="1241"/>
                    <a:pt x="4114" y="2263"/>
                  </a:cubicBezTo>
                  <a:cubicBezTo>
                    <a:pt x="4114" y="3283"/>
                    <a:pt x="3283" y="4114"/>
                    <a:pt x="2263" y="4114"/>
                  </a:cubicBezTo>
                  <a:cubicBezTo>
                    <a:pt x="1242" y="4114"/>
                    <a:pt x="412" y="3283"/>
                    <a:pt x="412" y="2263"/>
                  </a:cubicBezTo>
                  <a:cubicBezTo>
                    <a:pt x="412" y="1241"/>
                    <a:pt x="1242" y="412"/>
                    <a:pt x="2263" y="412"/>
                  </a:cubicBezTo>
                  <a:close/>
                  <a:moveTo>
                    <a:pt x="2263" y="0"/>
                  </a:moveTo>
                  <a:cubicBezTo>
                    <a:pt x="1015" y="0"/>
                    <a:pt x="1" y="1015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0" y="4525"/>
                    <a:pt x="4524" y="3511"/>
                    <a:pt x="4525" y="2263"/>
                  </a:cubicBezTo>
                  <a:cubicBezTo>
                    <a:pt x="4525" y="1014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29" name="Google Shape;4029;p31"/>
            <p:cNvSpPr/>
            <p:nvPr/>
          </p:nvSpPr>
          <p:spPr>
            <a:xfrm>
              <a:off x="5657621" y="2408603"/>
              <a:ext cx="801000" cy="167199"/>
            </a:xfrm>
            <a:custGeom>
              <a:avLst/>
              <a:gdLst/>
              <a:ahLst/>
              <a:cxnLst/>
              <a:rect l="l" t="t" r="r" b="b"/>
              <a:pathLst>
                <a:path w="3459" h="722" extrusionOk="0">
                  <a:moveTo>
                    <a:pt x="1" y="0"/>
                  </a:moveTo>
                  <a:lnTo>
                    <a:pt x="1" y="722"/>
                  </a:lnTo>
                  <a:lnTo>
                    <a:pt x="3458" y="722"/>
                  </a:lnTo>
                  <a:lnTo>
                    <a:pt x="34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0" name="Google Shape;4030;p31"/>
            <p:cNvSpPr/>
            <p:nvPr/>
          </p:nvSpPr>
          <p:spPr>
            <a:xfrm>
              <a:off x="5987618" y="1992691"/>
              <a:ext cx="31725" cy="464775"/>
            </a:xfrm>
            <a:custGeom>
              <a:avLst/>
              <a:gdLst/>
              <a:ahLst/>
              <a:cxnLst/>
              <a:rect l="l" t="t" r="r" b="b"/>
              <a:pathLst>
                <a:path w="137" h="2007" extrusionOk="0">
                  <a:moveTo>
                    <a:pt x="0" y="1"/>
                  </a:moveTo>
                  <a:lnTo>
                    <a:pt x="0" y="2006"/>
                  </a:lnTo>
                  <a:lnTo>
                    <a:pt x="136" y="2006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46738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1" name="Google Shape;4031;p31"/>
            <p:cNvSpPr/>
            <p:nvPr/>
          </p:nvSpPr>
          <p:spPr>
            <a:xfrm>
              <a:off x="5972212" y="1951933"/>
              <a:ext cx="81512" cy="134547"/>
            </a:xfrm>
            <a:custGeom>
              <a:avLst/>
              <a:gdLst/>
              <a:ahLst/>
              <a:cxnLst/>
              <a:rect l="l" t="t" r="r" b="b"/>
              <a:pathLst>
                <a:path w="352" h="581" extrusionOk="0">
                  <a:moveTo>
                    <a:pt x="1" y="1"/>
                  </a:moveTo>
                  <a:lnTo>
                    <a:pt x="1" y="581"/>
                  </a:lnTo>
                  <a:lnTo>
                    <a:pt x="352" y="581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2" name="Google Shape;4032;p31"/>
            <p:cNvSpPr/>
            <p:nvPr/>
          </p:nvSpPr>
          <p:spPr>
            <a:xfrm>
              <a:off x="5347308" y="2668202"/>
              <a:ext cx="1440597" cy="3577860"/>
            </a:xfrm>
            <a:custGeom>
              <a:avLst/>
              <a:gdLst/>
              <a:ahLst/>
              <a:cxnLst/>
              <a:rect l="l" t="t" r="r" b="b"/>
              <a:pathLst>
                <a:path w="6221" h="15450" extrusionOk="0">
                  <a:moveTo>
                    <a:pt x="0" y="1"/>
                  </a:moveTo>
                  <a:lnTo>
                    <a:pt x="0" y="15450"/>
                  </a:lnTo>
                  <a:lnTo>
                    <a:pt x="6220" y="15450"/>
                  </a:lnTo>
                  <a:lnTo>
                    <a:pt x="62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3" name="Google Shape;4033;p31"/>
            <p:cNvSpPr/>
            <p:nvPr/>
          </p:nvSpPr>
          <p:spPr>
            <a:xfrm>
              <a:off x="5347308" y="2572096"/>
              <a:ext cx="1440597" cy="96336"/>
            </a:xfrm>
            <a:custGeom>
              <a:avLst/>
              <a:gdLst/>
              <a:ahLst/>
              <a:cxnLst/>
              <a:rect l="l" t="t" r="r" b="b"/>
              <a:pathLst>
                <a:path w="6221" h="416" extrusionOk="0">
                  <a:moveTo>
                    <a:pt x="0" y="0"/>
                  </a:moveTo>
                  <a:lnTo>
                    <a:pt x="0" y="416"/>
                  </a:lnTo>
                  <a:lnTo>
                    <a:pt x="6220" y="416"/>
                  </a:lnTo>
                  <a:lnTo>
                    <a:pt x="62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4" name="Google Shape;4034;p31"/>
            <p:cNvSpPr/>
            <p:nvPr/>
          </p:nvSpPr>
          <p:spPr>
            <a:xfrm>
              <a:off x="6092523" y="2904409"/>
              <a:ext cx="1335927" cy="3341651"/>
            </a:xfrm>
            <a:custGeom>
              <a:avLst/>
              <a:gdLst/>
              <a:ahLst/>
              <a:cxnLst/>
              <a:rect l="l" t="t" r="r" b="b"/>
              <a:pathLst>
                <a:path w="5769" h="14430" extrusionOk="0">
                  <a:moveTo>
                    <a:pt x="0" y="1"/>
                  </a:moveTo>
                  <a:lnTo>
                    <a:pt x="0" y="14430"/>
                  </a:lnTo>
                  <a:lnTo>
                    <a:pt x="5769" y="14430"/>
                  </a:lnTo>
                  <a:lnTo>
                    <a:pt x="57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5" name="Google Shape;4035;p31"/>
            <p:cNvSpPr/>
            <p:nvPr/>
          </p:nvSpPr>
          <p:spPr>
            <a:xfrm>
              <a:off x="6152965" y="2974345"/>
              <a:ext cx="1076569" cy="463848"/>
            </a:xfrm>
            <a:custGeom>
              <a:avLst/>
              <a:gdLst/>
              <a:ahLst/>
              <a:cxnLst/>
              <a:rect l="l" t="t" r="r" b="b"/>
              <a:pathLst>
                <a:path w="4649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4649" y="2002"/>
                  </a:lnTo>
                  <a:lnTo>
                    <a:pt x="46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6" name="Google Shape;4036;p31"/>
            <p:cNvSpPr/>
            <p:nvPr/>
          </p:nvSpPr>
          <p:spPr>
            <a:xfrm>
              <a:off x="6152965" y="3513457"/>
              <a:ext cx="1081895" cy="463616"/>
            </a:xfrm>
            <a:custGeom>
              <a:avLst/>
              <a:gdLst/>
              <a:ahLst/>
              <a:cxnLst/>
              <a:rect l="l" t="t" r="r" b="b"/>
              <a:pathLst>
                <a:path w="467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4671" y="2002"/>
                  </a:lnTo>
                  <a:lnTo>
                    <a:pt x="46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7" name="Google Shape;4037;p31"/>
            <p:cNvSpPr/>
            <p:nvPr/>
          </p:nvSpPr>
          <p:spPr>
            <a:xfrm>
              <a:off x="6152965" y="4052337"/>
              <a:ext cx="1076569" cy="463616"/>
            </a:xfrm>
            <a:custGeom>
              <a:avLst/>
              <a:gdLst/>
              <a:ahLst/>
              <a:cxnLst/>
              <a:rect l="l" t="t" r="r" b="b"/>
              <a:pathLst>
                <a:path w="4649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4649" y="2002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8" name="Google Shape;4038;p31"/>
            <p:cNvSpPr/>
            <p:nvPr/>
          </p:nvSpPr>
          <p:spPr>
            <a:xfrm>
              <a:off x="6152965" y="4590755"/>
              <a:ext cx="1076569" cy="464080"/>
            </a:xfrm>
            <a:custGeom>
              <a:avLst/>
              <a:gdLst/>
              <a:ahLst/>
              <a:cxnLst/>
              <a:rect l="l" t="t" r="r" b="b"/>
              <a:pathLst>
                <a:path w="4649" h="2004" extrusionOk="0">
                  <a:moveTo>
                    <a:pt x="0" y="1"/>
                  </a:moveTo>
                  <a:lnTo>
                    <a:pt x="0" y="2003"/>
                  </a:lnTo>
                  <a:lnTo>
                    <a:pt x="4649" y="2003"/>
                  </a:lnTo>
                  <a:lnTo>
                    <a:pt x="46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39" name="Google Shape;4039;p31"/>
            <p:cNvSpPr/>
            <p:nvPr/>
          </p:nvSpPr>
          <p:spPr>
            <a:xfrm>
              <a:off x="6152965" y="5129635"/>
              <a:ext cx="1076569" cy="463616"/>
            </a:xfrm>
            <a:custGeom>
              <a:avLst/>
              <a:gdLst/>
              <a:ahLst/>
              <a:cxnLst/>
              <a:rect l="l" t="t" r="r" b="b"/>
              <a:pathLst>
                <a:path w="4649" h="2002" extrusionOk="0">
                  <a:moveTo>
                    <a:pt x="0" y="1"/>
                  </a:moveTo>
                  <a:lnTo>
                    <a:pt x="0" y="2002"/>
                  </a:lnTo>
                  <a:lnTo>
                    <a:pt x="4649" y="2002"/>
                  </a:lnTo>
                  <a:lnTo>
                    <a:pt x="46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0" name="Google Shape;4040;p31"/>
            <p:cNvSpPr/>
            <p:nvPr/>
          </p:nvSpPr>
          <p:spPr>
            <a:xfrm>
              <a:off x="6152965" y="5668745"/>
              <a:ext cx="1076569" cy="463616"/>
            </a:xfrm>
            <a:custGeom>
              <a:avLst/>
              <a:gdLst/>
              <a:ahLst/>
              <a:cxnLst/>
              <a:rect l="l" t="t" r="r" b="b"/>
              <a:pathLst>
                <a:path w="4649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4649" y="2002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1" name="Google Shape;4041;p31"/>
            <p:cNvSpPr/>
            <p:nvPr/>
          </p:nvSpPr>
          <p:spPr>
            <a:xfrm>
              <a:off x="7068851" y="4052337"/>
              <a:ext cx="182477" cy="463616"/>
            </a:xfrm>
            <a:custGeom>
              <a:avLst/>
              <a:gdLst/>
              <a:ahLst/>
              <a:cxnLst/>
              <a:rect l="l" t="t" r="r" b="b"/>
              <a:pathLst>
                <a:path w="788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788" y="2002"/>
                  </a:lnTo>
                  <a:lnTo>
                    <a:pt x="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2" name="Google Shape;4042;p31"/>
            <p:cNvSpPr/>
            <p:nvPr/>
          </p:nvSpPr>
          <p:spPr>
            <a:xfrm>
              <a:off x="7068851" y="4590755"/>
              <a:ext cx="182477" cy="464080"/>
            </a:xfrm>
            <a:custGeom>
              <a:avLst/>
              <a:gdLst/>
              <a:ahLst/>
              <a:cxnLst/>
              <a:rect l="l" t="t" r="r" b="b"/>
              <a:pathLst>
                <a:path w="788" h="2004" extrusionOk="0">
                  <a:moveTo>
                    <a:pt x="1" y="1"/>
                  </a:moveTo>
                  <a:lnTo>
                    <a:pt x="1" y="2003"/>
                  </a:lnTo>
                  <a:lnTo>
                    <a:pt x="788" y="2003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3" name="Google Shape;4043;p31"/>
            <p:cNvSpPr/>
            <p:nvPr/>
          </p:nvSpPr>
          <p:spPr>
            <a:xfrm>
              <a:off x="7068851" y="5668745"/>
              <a:ext cx="182477" cy="463616"/>
            </a:xfrm>
            <a:custGeom>
              <a:avLst/>
              <a:gdLst/>
              <a:ahLst/>
              <a:cxnLst/>
              <a:rect l="l" t="t" r="r" b="b"/>
              <a:pathLst>
                <a:path w="788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788" y="2002"/>
                  </a:lnTo>
                  <a:lnTo>
                    <a:pt x="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4" name="Google Shape;4044;p31"/>
            <p:cNvSpPr/>
            <p:nvPr/>
          </p:nvSpPr>
          <p:spPr>
            <a:xfrm>
              <a:off x="6206690" y="3513457"/>
              <a:ext cx="753065" cy="463616"/>
            </a:xfrm>
            <a:custGeom>
              <a:avLst/>
              <a:gdLst/>
              <a:ahLst/>
              <a:cxnLst/>
              <a:rect l="l" t="t" r="r" b="b"/>
              <a:pathLst>
                <a:path w="3252" h="2002" extrusionOk="0">
                  <a:moveTo>
                    <a:pt x="1126" y="0"/>
                  </a:moveTo>
                  <a:lnTo>
                    <a:pt x="0" y="2002"/>
                  </a:lnTo>
                  <a:lnTo>
                    <a:pt x="2126" y="2002"/>
                  </a:lnTo>
                  <a:lnTo>
                    <a:pt x="3251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5" name="Google Shape;4045;p31"/>
            <p:cNvSpPr/>
            <p:nvPr/>
          </p:nvSpPr>
          <p:spPr>
            <a:xfrm>
              <a:off x="6152964" y="4590755"/>
              <a:ext cx="201003" cy="357323"/>
            </a:xfrm>
            <a:custGeom>
              <a:avLst/>
              <a:gdLst/>
              <a:ahLst/>
              <a:cxnLst/>
              <a:rect l="l" t="t" r="r" b="b"/>
              <a:pathLst>
                <a:path w="868" h="1543" extrusionOk="0">
                  <a:moveTo>
                    <a:pt x="0" y="1"/>
                  </a:moveTo>
                  <a:lnTo>
                    <a:pt x="0" y="1543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6" name="Google Shape;4046;p31"/>
            <p:cNvSpPr/>
            <p:nvPr/>
          </p:nvSpPr>
          <p:spPr>
            <a:xfrm>
              <a:off x="6509593" y="2974345"/>
              <a:ext cx="721340" cy="464080"/>
            </a:xfrm>
            <a:custGeom>
              <a:avLst/>
              <a:gdLst/>
              <a:ahLst/>
              <a:cxnLst/>
              <a:rect l="l" t="t" r="r" b="b"/>
              <a:pathLst>
                <a:path w="3115" h="2004" extrusionOk="0">
                  <a:moveTo>
                    <a:pt x="1126" y="1"/>
                  </a:moveTo>
                  <a:lnTo>
                    <a:pt x="0" y="2003"/>
                  </a:lnTo>
                  <a:lnTo>
                    <a:pt x="1989" y="2003"/>
                  </a:lnTo>
                  <a:lnTo>
                    <a:pt x="3115" y="1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7" name="Google Shape;4047;p31"/>
            <p:cNvSpPr/>
            <p:nvPr/>
          </p:nvSpPr>
          <p:spPr>
            <a:xfrm>
              <a:off x="6152964" y="4052337"/>
              <a:ext cx="504128" cy="463616"/>
            </a:xfrm>
            <a:custGeom>
              <a:avLst/>
              <a:gdLst/>
              <a:ahLst/>
              <a:cxnLst/>
              <a:rect l="l" t="t" r="r" b="b"/>
              <a:pathLst>
                <a:path w="2177" h="2002" extrusionOk="0">
                  <a:moveTo>
                    <a:pt x="49" y="0"/>
                  </a:moveTo>
                  <a:lnTo>
                    <a:pt x="0" y="86"/>
                  </a:lnTo>
                  <a:lnTo>
                    <a:pt x="0" y="2002"/>
                  </a:lnTo>
                  <a:lnTo>
                    <a:pt x="1049" y="2002"/>
                  </a:lnTo>
                  <a:lnTo>
                    <a:pt x="2177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8" name="Google Shape;4048;p31"/>
            <p:cNvSpPr/>
            <p:nvPr/>
          </p:nvSpPr>
          <p:spPr>
            <a:xfrm>
              <a:off x="6186543" y="2974345"/>
              <a:ext cx="348976" cy="464080"/>
            </a:xfrm>
            <a:custGeom>
              <a:avLst/>
              <a:gdLst/>
              <a:ahLst/>
              <a:cxnLst/>
              <a:rect l="l" t="t" r="r" b="b"/>
              <a:pathLst>
                <a:path w="1507" h="2004" extrusionOk="0">
                  <a:moveTo>
                    <a:pt x="1126" y="1"/>
                  </a:moveTo>
                  <a:lnTo>
                    <a:pt x="0" y="2003"/>
                  </a:lnTo>
                  <a:lnTo>
                    <a:pt x="381" y="200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49" name="Google Shape;4049;p31"/>
            <p:cNvSpPr/>
            <p:nvPr/>
          </p:nvSpPr>
          <p:spPr>
            <a:xfrm>
              <a:off x="6152965" y="3513458"/>
              <a:ext cx="79428" cy="141261"/>
            </a:xfrm>
            <a:custGeom>
              <a:avLst/>
              <a:gdLst/>
              <a:ahLst/>
              <a:cxnLst/>
              <a:rect l="l" t="t" r="r" b="b"/>
              <a:pathLst>
                <a:path w="343" h="610" extrusionOk="0">
                  <a:moveTo>
                    <a:pt x="0" y="0"/>
                  </a:moveTo>
                  <a:lnTo>
                    <a:pt x="0" y="609"/>
                  </a:lnTo>
                  <a:lnTo>
                    <a:pt x="343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0" name="Google Shape;4050;p31"/>
            <p:cNvSpPr/>
            <p:nvPr/>
          </p:nvSpPr>
          <p:spPr>
            <a:xfrm>
              <a:off x="6471382" y="4052337"/>
              <a:ext cx="530759" cy="463616"/>
            </a:xfrm>
            <a:custGeom>
              <a:avLst/>
              <a:gdLst/>
              <a:ahLst/>
              <a:cxnLst/>
              <a:rect l="l" t="t" r="r" b="b"/>
              <a:pathLst>
                <a:path w="2292" h="2002" extrusionOk="0">
                  <a:moveTo>
                    <a:pt x="1126" y="0"/>
                  </a:moveTo>
                  <a:lnTo>
                    <a:pt x="0" y="2002"/>
                  </a:lnTo>
                  <a:lnTo>
                    <a:pt x="1166" y="2002"/>
                  </a:lnTo>
                  <a:lnTo>
                    <a:pt x="2291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1" name="Google Shape;4051;p31"/>
            <p:cNvSpPr/>
            <p:nvPr/>
          </p:nvSpPr>
          <p:spPr>
            <a:xfrm>
              <a:off x="6774516" y="3513457"/>
              <a:ext cx="458277" cy="463616"/>
            </a:xfrm>
            <a:custGeom>
              <a:avLst/>
              <a:gdLst/>
              <a:ahLst/>
              <a:cxnLst/>
              <a:rect l="l" t="t" r="r" b="b"/>
              <a:pathLst>
                <a:path w="1979" h="2002" extrusionOk="0">
                  <a:moveTo>
                    <a:pt x="1126" y="0"/>
                  </a:moveTo>
                  <a:lnTo>
                    <a:pt x="0" y="2002"/>
                  </a:lnTo>
                  <a:lnTo>
                    <a:pt x="853" y="2002"/>
                  </a:lnTo>
                  <a:lnTo>
                    <a:pt x="1979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2" name="Google Shape;4052;p31"/>
            <p:cNvSpPr/>
            <p:nvPr/>
          </p:nvSpPr>
          <p:spPr>
            <a:xfrm>
              <a:off x="6152964" y="5129636"/>
              <a:ext cx="242917" cy="432353"/>
            </a:xfrm>
            <a:custGeom>
              <a:avLst/>
              <a:gdLst/>
              <a:ahLst/>
              <a:cxnLst/>
              <a:rect l="l" t="t" r="r" b="b"/>
              <a:pathLst>
                <a:path w="1049" h="1867" extrusionOk="0">
                  <a:moveTo>
                    <a:pt x="0" y="1"/>
                  </a:moveTo>
                  <a:lnTo>
                    <a:pt x="0" y="1867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3" name="Google Shape;4053;p31"/>
            <p:cNvSpPr/>
            <p:nvPr/>
          </p:nvSpPr>
          <p:spPr>
            <a:xfrm>
              <a:off x="6168249" y="4590755"/>
              <a:ext cx="530759" cy="464080"/>
            </a:xfrm>
            <a:custGeom>
              <a:avLst/>
              <a:gdLst/>
              <a:ahLst/>
              <a:cxnLst/>
              <a:rect l="l" t="t" r="r" b="b"/>
              <a:pathLst>
                <a:path w="2292" h="2004" extrusionOk="0">
                  <a:moveTo>
                    <a:pt x="1126" y="1"/>
                  </a:moveTo>
                  <a:lnTo>
                    <a:pt x="1" y="2003"/>
                  </a:lnTo>
                  <a:lnTo>
                    <a:pt x="1166" y="2003"/>
                  </a:lnTo>
                  <a:lnTo>
                    <a:pt x="2292" y="1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4" name="Google Shape;4054;p31"/>
            <p:cNvSpPr/>
            <p:nvPr/>
          </p:nvSpPr>
          <p:spPr>
            <a:xfrm>
              <a:off x="6746264" y="5129635"/>
              <a:ext cx="367733" cy="464080"/>
            </a:xfrm>
            <a:custGeom>
              <a:avLst/>
              <a:gdLst/>
              <a:ahLst/>
              <a:cxnLst/>
              <a:rect l="l" t="t" r="r" b="b"/>
              <a:pathLst>
                <a:path w="1588" h="2004" extrusionOk="0">
                  <a:moveTo>
                    <a:pt x="1126" y="1"/>
                  </a:moveTo>
                  <a:lnTo>
                    <a:pt x="0" y="2004"/>
                  </a:lnTo>
                  <a:lnTo>
                    <a:pt x="461" y="2004"/>
                  </a:lnTo>
                  <a:lnTo>
                    <a:pt x="1587" y="1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5" name="Google Shape;4055;p31"/>
            <p:cNvSpPr/>
            <p:nvPr/>
          </p:nvSpPr>
          <p:spPr>
            <a:xfrm>
              <a:off x="6443130" y="5668745"/>
              <a:ext cx="367965" cy="463616"/>
            </a:xfrm>
            <a:custGeom>
              <a:avLst/>
              <a:gdLst/>
              <a:ahLst/>
              <a:cxnLst/>
              <a:rect l="l" t="t" r="r" b="b"/>
              <a:pathLst>
                <a:path w="1589" h="2002" extrusionOk="0">
                  <a:moveTo>
                    <a:pt x="1126" y="0"/>
                  </a:moveTo>
                  <a:lnTo>
                    <a:pt x="1" y="2002"/>
                  </a:lnTo>
                  <a:lnTo>
                    <a:pt x="463" y="2002"/>
                  </a:lnTo>
                  <a:lnTo>
                    <a:pt x="1589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6" name="Google Shape;4056;p31"/>
            <p:cNvSpPr/>
            <p:nvPr/>
          </p:nvSpPr>
          <p:spPr>
            <a:xfrm>
              <a:off x="7068851" y="2974345"/>
              <a:ext cx="182477" cy="463848"/>
            </a:xfrm>
            <a:custGeom>
              <a:avLst/>
              <a:gdLst/>
              <a:ahLst/>
              <a:cxnLst/>
              <a:rect l="l" t="t" r="r" b="b"/>
              <a:pathLst>
                <a:path w="788" h="2003" extrusionOk="0">
                  <a:moveTo>
                    <a:pt x="1" y="1"/>
                  </a:moveTo>
                  <a:lnTo>
                    <a:pt x="1" y="2002"/>
                  </a:lnTo>
                  <a:lnTo>
                    <a:pt x="788" y="2002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7" name="Google Shape;4057;p31"/>
            <p:cNvSpPr/>
            <p:nvPr/>
          </p:nvSpPr>
          <p:spPr>
            <a:xfrm>
              <a:off x="7068851" y="3513457"/>
              <a:ext cx="182477" cy="463616"/>
            </a:xfrm>
            <a:custGeom>
              <a:avLst/>
              <a:gdLst/>
              <a:ahLst/>
              <a:cxnLst/>
              <a:rect l="l" t="t" r="r" b="b"/>
              <a:pathLst>
                <a:path w="788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788" y="2002"/>
                  </a:lnTo>
                  <a:lnTo>
                    <a:pt x="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8" name="Google Shape;4058;p31"/>
            <p:cNvSpPr/>
            <p:nvPr/>
          </p:nvSpPr>
          <p:spPr>
            <a:xfrm>
              <a:off x="7068851" y="5129635"/>
              <a:ext cx="182477" cy="463616"/>
            </a:xfrm>
            <a:custGeom>
              <a:avLst/>
              <a:gdLst/>
              <a:ahLst/>
              <a:cxnLst/>
              <a:rect l="l" t="t" r="r" b="b"/>
              <a:pathLst>
                <a:path w="788" h="2002" extrusionOk="0">
                  <a:moveTo>
                    <a:pt x="1" y="1"/>
                  </a:moveTo>
                  <a:lnTo>
                    <a:pt x="1" y="2002"/>
                  </a:lnTo>
                  <a:lnTo>
                    <a:pt x="788" y="2002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59" name="Google Shape;4059;p31"/>
            <p:cNvSpPr/>
            <p:nvPr/>
          </p:nvSpPr>
          <p:spPr>
            <a:xfrm>
              <a:off x="4992995" y="2904409"/>
              <a:ext cx="511307" cy="3341651"/>
            </a:xfrm>
            <a:custGeom>
              <a:avLst/>
              <a:gdLst/>
              <a:ahLst/>
              <a:cxnLst/>
              <a:rect l="l" t="t" r="r" b="b"/>
              <a:pathLst>
                <a:path w="2208" h="14430" extrusionOk="0">
                  <a:moveTo>
                    <a:pt x="1" y="1"/>
                  </a:moveTo>
                  <a:cubicBezTo>
                    <a:pt x="1" y="13"/>
                    <a:pt x="4" y="25"/>
                    <a:pt x="4" y="39"/>
                  </a:cubicBezTo>
                  <a:lnTo>
                    <a:pt x="4" y="14430"/>
                  </a:lnTo>
                  <a:lnTo>
                    <a:pt x="2208" y="14430"/>
                  </a:lnTo>
                  <a:lnTo>
                    <a:pt x="22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0" name="Google Shape;4060;p31"/>
            <p:cNvSpPr/>
            <p:nvPr/>
          </p:nvSpPr>
          <p:spPr>
            <a:xfrm>
              <a:off x="5052049" y="2974345"/>
              <a:ext cx="385796" cy="463848"/>
            </a:xfrm>
            <a:custGeom>
              <a:avLst/>
              <a:gdLst/>
              <a:ahLst/>
              <a:cxnLst/>
              <a:rect l="l" t="t" r="r" b="b"/>
              <a:pathLst>
                <a:path w="1666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665" y="2002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1" name="Google Shape;4061;p31"/>
            <p:cNvSpPr/>
            <p:nvPr/>
          </p:nvSpPr>
          <p:spPr>
            <a:xfrm>
              <a:off x="5052049" y="3513457"/>
              <a:ext cx="385796" cy="463616"/>
            </a:xfrm>
            <a:custGeom>
              <a:avLst/>
              <a:gdLst/>
              <a:ahLst/>
              <a:cxnLst/>
              <a:rect l="l" t="t" r="r" b="b"/>
              <a:pathLst>
                <a:path w="1666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665" y="2002"/>
                  </a:lnTo>
                  <a:lnTo>
                    <a:pt x="16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2" name="Google Shape;4062;p31"/>
            <p:cNvSpPr/>
            <p:nvPr/>
          </p:nvSpPr>
          <p:spPr>
            <a:xfrm>
              <a:off x="5052049" y="4052337"/>
              <a:ext cx="385796" cy="463616"/>
            </a:xfrm>
            <a:custGeom>
              <a:avLst/>
              <a:gdLst/>
              <a:ahLst/>
              <a:cxnLst/>
              <a:rect l="l" t="t" r="r" b="b"/>
              <a:pathLst>
                <a:path w="1666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665" y="2002"/>
                  </a:lnTo>
                  <a:lnTo>
                    <a:pt x="16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3" name="Google Shape;4063;p31"/>
            <p:cNvSpPr/>
            <p:nvPr/>
          </p:nvSpPr>
          <p:spPr>
            <a:xfrm>
              <a:off x="5052049" y="4590755"/>
              <a:ext cx="385796" cy="464080"/>
            </a:xfrm>
            <a:custGeom>
              <a:avLst/>
              <a:gdLst/>
              <a:ahLst/>
              <a:cxnLst/>
              <a:rect l="l" t="t" r="r" b="b"/>
              <a:pathLst>
                <a:path w="1666" h="2004" extrusionOk="0">
                  <a:moveTo>
                    <a:pt x="0" y="1"/>
                  </a:moveTo>
                  <a:lnTo>
                    <a:pt x="0" y="2003"/>
                  </a:lnTo>
                  <a:lnTo>
                    <a:pt x="1665" y="2003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4" name="Google Shape;4064;p31"/>
            <p:cNvSpPr/>
            <p:nvPr/>
          </p:nvSpPr>
          <p:spPr>
            <a:xfrm>
              <a:off x="5052049" y="5129635"/>
              <a:ext cx="385796" cy="463616"/>
            </a:xfrm>
            <a:custGeom>
              <a:avLst/>
              <a:gdLst/>
              <a:ahLst/>
              <a:cxnLst/>
              <a:rect l="l" t="t" r="r" b="b"/>
              <a:pathLst>
                <a:path w="1666" h="2002" extrusionOk="0">
                  <a:moveTo>
                    <a:pt x="0" y="1"/>
                  </a:moveTo>
                  <a:lnTo>
                    <a:pt x="0" y="2002"/>
                  </a:lnTo>
                  <a:lnTo>
                    <a:pt x="1665" y="2002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5" name="Google Shape;4065;p31"/>
            <p:cNvSpPr/>
            <p:nvPr/>
          </p:nvSpPr>
          <p:spPr>
            <a:xfrm>
              <a:off x="5052049" y="5668745"/>
              <a:ext cx="385796" cy="463616"/>
            </a:xfrm>
            <a:custGeom>
              <a:avLst/>
              <a:gdLst/>
              <a:ahLst/>
              <a:cxnLst/>
              <a:rect l="l" t="t" r="r" b="b"/>
              <a:pathLst>
                <a:path w="1666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665" y="2002"/>
                  </a:lnTo>
                  <a:lnTo>
                    <a:pt x="16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6" name="Google Shape;4066;p31"/>
            <p:cNvSpPr/>
            <p:nvPr/>
          </p:nvSpPr>
          <p:spPr>
            <a:xfrm>
              <a:off x="5347308" y="4052337"/>
              <a:ext cx="90544" cy="463616"/>
            </a:xfrm>
            <a:custGeom>
              <a:avLst/>
              <a:gdLst/>
              <a:ahLst/>
              <a:cxnLst/>
              <a:rect l="l" t="t" r="r" b="b"/>
              <a:pathLst>
                <a:path w="391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90" y="2002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7" name="Google Shape;4067;p31"/>
            <p:cNvSpPr/>
            <p:nvPr/>
          </p:nvSpPr>
          <p:spPr>
            <a:xfrm>
              <a:off x="5347308" y="4590755"/>
              <a:ext cx="90544" cy="464080"/>
            </a:xfrm>
            <a:custGeom>
              <a:avLst/>
              <a:gdLst/>
              <a:ahLst/>
              <a:cxnLst/>
              <a:rect l="l" t="t" r="r" b="b"/>
              <a:pathLst>
                <a:path w="391" h="2004" extrusionOk="0">
                  <a:moveTo>
                    <a:pt x="0" y="1"/>
                  </a:moveTo>
                  <a:lnTo>
                    <a:pt x="0" y="2003"/>
                  </a:lnTo>
                  <a:lnTo>
                    <a:pt x="390" y="2003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8" name="Google Shape;4068;p31"/>
            <p:cNvSpPr/>
            <p:nvPr/>
          </p:nvSpPr>
          <p:spPr>
            <a:xfrm>
              <a:off x="5347308" y="5668745"/>
              <a:ext cx="90544" cy="463616"/>
            </a:xfrm>
            <a:custGeom>
              <a:avLst/>
              <a:gdLst/>
              <a:ahLst/>
              <a:cxnLst/>
              <a:rect l="l" t="t" r="r" b="b"/>
              <a:pathLst>
                <a:path w="391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90" y="2002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69" name="Google Shape;4069;p31"/>
            <p:cNvSpPr/>
            <p:nvPr/>
          </p:nvSpPr>
          <p:spPr>
            <a:xfrm>
              <a:off x="5052049" y="3513458"/>
              <a:ext cx="186183" cy="330692"/>
            </a:xfrm>
            <a:custGeom>
              <a:avLst/>
              <a:gdLst/>
              <a:ahLst/>
              <a:cxnLst/>
              <a:rect l="l" t="t" r="r" b="b"/>
              <a:pathLst>
                <a:path w="804" h="1428" extrusionOk="0">
                  <a:moveTo>
                    <a:pt x="0" y="0"/>
                  </a:moveTo>
                  <a:lnTo>
                    <a:pt x="0" y="1428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0" name="Google Shape;4070;p31"/>
            <p:cNvSpPr/>
            <p:nvPr/>
          </p:nvSpPr>
          <p:spPr>
            <a:xfrm>
              <a:off x="5052048" y="2974345"/>
              <a:ext cx="386027" cy="464080"/>
            </a:xfrm>
            <a:custGeom>
              <a:avLst/>
              <a:gdLst/>
              <a:ahLst/>
              <a:cxnLst/>
              <a:rect l="l" t="t" r="r" b="b"/>
              <a:pathLst>
                <a:path w="1667" h="2004" extrusionOk="0">
                  <a:moveTo>
                    <a:pt x="0" y="1"/>
                  </a:moveTo>
                  <a:lnTo>
                    <a:pt x="0" y="2003"/>
                  </a:lnTo>
                  <a:lnTo>
                    <a:pt x="987" y="2003"/>
                  </a:lnTo>
                  <a:lnTo>
                    <a:pt x="1666" y="795"/>
                  </a:lnTo>
                  <a:lnTo>
                    <a:pt x="1666" y="1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1" name="Google Shape;4071;p31"/>
            <p:cNvSpPr/>
            <p:nvPr/>
          </p:nvSpPr>
          <p:spPr>
            <a:xfrm>
              <a:off x="5052048" y="4052337"/>
              <a:ext cx="228560" cy="405723"/>
            </a:xfrm>
            <a:custGeom>
              <a:avLst/>
              <a:gdLst/>
              <a:ahLst/>
              <a:cxnLst/>
              <a:rect l="l" t="t" r="r" b="b"/>
              <a:pathLst>
                <a:path w="987" h="1752" extrusionOk="0">
                  <a:moveTo>
                    <a:pt x="0" y="0"/>
                  </a:moveTo>
                  <a:lnTo>
                    <a:pt x="0" y="1752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2" name="Google Shape;4072;p31"/>
            <p:cNvSpPr/>
            <p:nvPr/>
          </p:nvSpPr>
          <p:spPr>
            <a:xfrm>
              <a:off x="5052974" y="3513457"/>
              <a:ext cx="385101" cy="463616"/>
            </a:xfrm>
            <a:custGeom>
              <a:avLst/>
              <a:gdLst/>
              <a:ahLst/>
              <a:cxnLst/>
              <a:rect l="l" t="t" r="r" b="b"/>
              <a:pathLst>
                <a:path w="1663" h="2002" extrusionOk="0">
                  <a:moveTo>
                    <a:pt x="1126" y="0"/>
                  </a:moveTo>
                  <a:lnTo>
                    <a:pt x="1" y="2002"/>
                  </a:lnTo>
                  <a:lnTo>
                    <a:pt x="1166" y="2002"/>
                  </a:lnTo>
                  <a:lnTo>
                    <a:pt x="1662" y="1118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3" name="Google Shape;4073;p31"/>
            <p:cNvSpPr/>
            <p:nvPr/>
          </p:nvSpPr>
          <p:spPr>
            <a:xfrm>
              <a:off x="5052048" y="5129635"/>
              <a:ext cx="340176" cy="464080"/>
            </a:xfrm>
            <a:custGeom>
              <a:avLst/>
              <a:gdLst/>
              <a:ahLst/>
              <a:cxnLst/>
              <a:rect l="l" t="t" r="r" b="b"/>
              <a:pathLst>
                <a:path w="1469" h="2004" extrusionOk="0">
                  <a:moveTo>
                    <a:pt x="1007" y="1"/>
                  </a:moveTo>
                  <a:lnTo>
                    <a:pt x="0" y="1791"/>
                  </a:lnTo>
                  <a:lnTo>
                    <a:pt x="0" y="2004"/>
                  </a:lnTo>
                  <a:lnTo>
                    <a:pt x="343" y="2004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4" name="Google Shape;4074;p31"/>
            <p:cNvSpPr/>
            <p:nvPr/>
          </p:nvSpPr>
          <p:spPr>
            <a:xfrm>
              <a:off x="5052048" y="5668745"/>
              <a:ext cx="37283" cy="66000"/>
            </a:xfrm>
            <a:custGeom>
              <a:avLst/>
              <a:gdLst/>
              <a:ahLst/>
              <a:cxnLst/>
              <a:rect l="l" t="t" r="r" b="b"/>
              <a:pathLst>
                <a:path w="161" h="285" extrusionOk="0">
                  <a:moveTo>
                    <a:pt x="0" y="0"/>
                  </a:moveTo>
                  <a:lnTo>
                    <a:pt x="0" y="285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5" name="Google Shape;4075;p31"/>
            <p:cNvSpPr/>
            <p:nvPr/>
          </p:nvSpPr>
          <p:spPr>
            <a:xfrm>
              <a:off x="5347308" y="2974345"/>
              <a:ext cx="90544" cy="463848"/>
            </a:xfrm>
            <a:custGeom>
              <a:avLst/>
              <a:gdLst/>
              <a:ahLst/>
              <a:cxnLst/>
              <a:rect l="l" t="t" r="r" b="b"/>
              <a:pathLst>
                <a:path w="391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390" y="2002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6" name="Google Shape;4076;p31"/>
            <p:cNvSpPr/>
            <p:nvPr/>
          </p:nvSpPr>
          <p:spPr>
            <a:xfrm>
              <a:off x="5347308" y="3513457"/>
              <a:ext cx="90544" cy="463616"/>
            </a:xfrm>
            <a:custGeom>
              <a:avLst/>
              <a:gdLst/>
              <a:ahLst/>
              <a:cxnLst/>
              <a:rect l="l" t="t" r="r" b="b"/>
              <a:pathLst>
                <a:path w="391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90" y="2002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7" name="Google Shape;4077;p31"/>
            <p:cNvSpPr/>
            <p:nvPr/>
          </p:nvSpPr>
          <p:spPr>
            <a:xfrm>
              <a:off x="5347308" y="5129635"/>
              <a:ext cx="90544" cy="463616"/>
            </a:xfrm>
            <a:custGeom>
              <a:avLst/>
              <a:gdLst/>
              <a:ahLst/>
              <a:cxnLst/>
              <a:rect l="l" t="t" r="r" b="b"/>
              <a:pathLst>
                <a:path w="391" h="2002" extrusionOk="0">
                  <a:moveTo>
                    <a:pt x="0" y="1"/>
                  </a:moveTo>
                  <a:lnTo>
                    <a:pt x="0" y="2002"/>
                  </a:lnTo>
                  <a:lnTo>
                    <a:pt x="390" y="2002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8" name="Google Shape;4078;p31"/>
            <p:cNvSpPr/>
            <p:nvPr/>
          </p:nvSpPr>
          <p:spPr>
            <a:xfrm>
              <a:off x="6092523" y="2821505"/>
              <a:ext cx="1421608" cy="83368"/>
            </a:xfrm>
            <a:custGeom>
              <a:avLst/>
              <a:gdLst/>
              <a:ahLst/>
              <a:cxnLst/>
              <a:rect l="l" t="t" r="r" b="b"/>
              <a:pathLst>
                <a:path w="6139" h="360" extrusionOk="0">
                  <a:moveTo>
                    <a:pt x="0" y="1"/>
                  </a:moveTo>
                  <a:lnTo>
                    <a:pt x="0" y="360"/>
                  </a:lnTo>
                  <a:lnTo>
                    <a:pt x="6132" y="360"/>
                  </a:lnTo>
                  <a:cubicBezTo>
                    <a:pt x="6135" y="360"/>
                    <a:pt x="6138" y="358"/>
                    <a:pt x="6138" y="354"/>
                  </a:cubicBezTo>
                  <a:lnTo>
                    <a:pt x="61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79" name="Google Shape;4079;p31"/>
            <p:cNvSpPr/>
            <p:nvPr/>
          </p:nvSpPr>
          <p:spPr>
            <a:xfrm>
              <a:off x="4916113" y="2821505"/>
              <a:ext cx="588188" cy="83368"/>
            </a:xfrm>
            <a:custGeom>
              <a:avLst/>
              <a:gdLst/>
              <a:ahLst/>
              <a:cxnLst/>
              <a:rect l="l" t="t" r="r" b="b"/>
              <a:pathLst>
                <a:path w="2540" h="360" extrusionOk="0">
                  <a:moveTo>
                    <a:pt x="0" y="1"/>
                  </a:moveTo>
                  <a:lnTo>
                    <a:pt x="0" y="354"/>
                  </a:lnTo>
                  <a:cubicBezTo>
                    <a:pt x="0" y="358"/>
                    <a:pt x="3" y="360"/>
                    <a:pt x="7" y="360"/>
                  </a:cubicBezTo>
                  <a:lnTo>
                    <a:pt x="2540" y="360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rgbClr val="C8E6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80" name="Google Shape;4080;p31"/>
            <p:cNvSpPr/>
            <p:nvPr/>
          </p:nvSpPr>
          <p:spPr>
            <a:xfrm>
              <a:off x="5612695" y="2974345"/>
              <a:ext cx="370975" cy="463848"/>
            </a:xfrm>
            <a:custGeom>
              <a:avLst/>
              <a:gdLst/>
              <a:ahLst/>
              <a:cxnLst/>
              <a:rect l="l" t="t" r="r" b="b"/>
              <a:pathLst>
                <a:path w="1602" h="2003" extrusionOk="0">
                  <a:moveTo>
                    <a:pt x="0" y="1"/>
                  </a:moveTo>
                  <a:lnTo>
                    <a:pt x="0" y="2002"/>
                  </a:lnTo>
                  <a:lnTo>
                    <a:pt x="1602" y="2002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FFFFFF">
                <a:alpha val="231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81" name="Google Shape;4081;p31"/>
            <p:cNvSpPr/>
            <p:nvPr/>
          </p:nvSpPr>
          <p:spPr>
            <a:xfrm>
              <a:off x="5612695" y="3513457"/>
              <a:ext cx="370975" cy="463616"/>
            </a:xfrm>
            <a:custGeom>
              <a:avLst/>
              <a:gdLst/>
              <a:ahLst/>
              <a:cxnLst/>
              <a:rect l="l" t="t" r="r" b="b"/>
              <a:pathLst>
                <a:path w="16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602" y="2002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FFFFFF">
                <a:alpha val="231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82" name="Google Shape;4082;p31"/>
            <p:cNvSpPr/>
            <p:nvPr/>
          </p:nvSpPr>
          <p:spPr>
            <a:xfrm>
              <a:off x="5612695" y="4052337"/>
              <a:ext cx="370975" cy="463616"/>
            </a:xfrm>
            <a:custGeom>
              <a:avLst/>
              <a:gdLst/>
              <a:ahLst/>
              <a:cxnLst/>
              <a:rect l="l" t="t" r="r" b="b"/>
              <a:pathLst>
                <a:path w="16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602" y="2002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FFFFFF">
                <a:alpha val="231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83" name="Google Shape;4083;p31"/>
            <p:cNvSpPr/>
            <p:nvPr/>
          </p:nvSpPr>
          <p:spPr>
            <a:xfrm>
              <a:off x="5612695" y="4590755"/>
              <a:ext cx="370975" cy="464080"/>
            </a:xfrm>
            <a:custGeom>
              <a:avLst/>
              <a:gdLst/>
              <a:ahLst/>
              <a:cxnLst/>
              <a:rect l="l" t="t" r="r" b="b"/>
              <a:pathLst>
                <a:path w="1602" h="2004" extrusionOk="0">
                  <a:moveTo>
                    <a:pt x="0" y="1"/>
                  </a:moveTo>
                  <a:lnTo>
                    <a:pt x="0" y="2003"/>
                  </a:lnTo>
                  <a:lnTo>
                    <a:pt x="1602" y="2003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FFFFFF">
                <a:alpha val="231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84" name="Google Shape;4084;p31"/>
            <p:cNvSpPr/>
            <p:nvPr/>
          </p:nvSpPr>
          <p:spPr>
            <a:xfrm>
              <a:off x="5612695" y="5129635"/>
              <a:ext cx="370975" cy="463616"/>
            </a:xfrm>
            <a:custGeom>
              <a:avLst/>
              <a:gdLst/>
              <a:ahLst/>
              <a:cxnLst/>
              <a:rect l="l" t="t" r="r" b="b"/>
              <a:pathLst>
                <a:path w="1602" h="2002" extrusionOk="0">
                  <a:moveTo>
                    <a:pt x="0" y="1"/>
                  </a:moveTo>
                  <a:lnTo>
                    <a:pt x="0" y="2002"/>
                  </a:lnTo>
                  <a:lnTo>
                    <a:pt x="1602" y="2002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FFFFFF">
                <a:alpha val="231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85" name="Google Shape;4085;p31"/>
            <p:cNvSpPr/>
            <p:nvPr/>
          </p:nvSpPr>
          <p:spPr>
            <a:xfrm>
              <a:off x="5612695" y="5668745"/>
              <a:ext cx="370975" cy="463616"/>
            </a:xfrm>
            <a:custGeom>
              <a:avLst/>
              <a:gdLst/>
              <a:ahLst/>
              <a:cxnLst/>
              <a:rect l="l" t="t" r="r" b="b"/>
              <a:pathLst>
                <a:path w="1602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1602" y="2002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FFFFFF">
                <a:alpha val="2311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4086" name="Google Shape;4086;p31"/>
            <p:cNvSpPr/>
            <p:nvPr/>
          </p:nvSpPr>
          <p:spPr>
            <a:xfrm>
              <a:off x="4937185" y="6200215"/>
              <a:ext cx="2540323" cy="85452"/>
            </a:xfrm>
            <a:custGeom>
              <a:avLst/>
              <a:gdLst/>
              <a:ahLst/>
              <a:cxnLst/>
              <a:rect l="l" t="t" r="r" b="b"/>
              <a:pathLst>
                <a:path w="10970" h="369" extrusionOk="0">
                  <a:moveTo>
                    <a:pt x="0" y="0"/>
                  </a:moveTo>
                  <a:lnTo>
                    <a:pt x="0" y="369"/>
                  </a:lnTo>
                  <a:lnTo>
                    <a:pt x="10970" y="369"/>
                  </a:lnTo>
                  <a:lnTo>
                    <a:pt x="10970" y="0"/>
                  </a:lnTo>
                  <a:close/>
                </a:path>
              </a:pathLst>
            </a:custGeom>
            <a:solidFill>
              <a:srgbClr val="C8E6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4100" name="Google Shape;4100;p31"/>
          <p:cNvSpPr txBox="1"/>
          <p:nvPr/>
        </p:nvSpPr>
        <p:spPr>
          <a:xfrm>
            <a:off x="796667" y="2934867"/>
            <a:ext cx="31088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sz="1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Hardware Health und Integration von Gebäuden im System durch Facility Manager</a:t>
            </a:r>
            <a:endParaRPr sz="133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defTabSz="1219170">
              <a:lnSpc>
                <a:spcPct val="115000"/>
              </a:lnSpc>
              <a:spcAft>
                <a:spcPts val="2133"/>
              </a:spcAft>
            </a:pPr>
            <a:endParaRPr sz="133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1" name="Google Shape;4101;p31"/>
          <p:cNvSpPr txBox="1"/>
          <p:nvPr/>
        </p:nvSpPr>
        <p:spPr>
          <a:xfrm>
            <a:off x="796666" y="2604972"/>
            <a:ext cx="2422783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" sz="16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Systemkooperation</a:t>
            </a:r>
            <a:endParaRPr sz="1600"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4" name="Google Shape;4104;p31"/>
          <p:cNvSpPr txBox="1"/>
          <p:nvPr/>
        </p:nvSpPr>
        <p:spPr>
          <a:xfrm>
            <a:off x="8275125" y="5204730"/>
            <a:ext cx="3141567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/>
            <a:r>
              <a:rPr lang="en-US" sz="1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Datenüberführung von historischen Daten als Startpunkt der System-installation und -inbetriebnahme</a:t>
            </a:r>
            <a:endParaRPr sz="133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5" name="Google Shape;4105;p31"/>
          <p:cNvSpPr txBox="1"/>
          <p:nvPr/>
        </p:nvSpPr>
        <p:spPr>
          <a:xfrm>
            <a:off x="8275125" y="4874835"/>
            <a:ext cx="3141567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>
              <a:lnSpc>
                <a:spcPct val="115000"/>
              </a:lnSpc>
              <a:spcAft>
                <a:spcPts val="2133"/>
              </a:spcAft>
            </a:pPr>
            <a:r>
              <a:rPr lang="en" sz="1600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Integration historischer Daten</a:t>
            </a:r>
            <a:endParaRPr sz="1600"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075780212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7"/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Architekturentscheidung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E57CC1-FDC6-0940-8503-2B613D17B691}"/>
              </a:ext>
            </a:extLst>
          </p:cNvPr>
          <p:cNvGrpSpPr/>
          <p:nvPr/>
        </p:nvGrpSpPr>
        <p:grpSpPr>
          <a:xfrm>
            <a:off x="3888828" y="1435101"/>
            <a:ext cx="4414343" cy="3770132"/>
            <a:chOff x="3900102" y="2025734"/>
            <a:chExt cx="4414343" cy="3770132"/>
          </a:xfrm>
        </p:grpSpPr>
        <p:sp>
          <p:nvSpPr>
            <p:cNvPr id="987" name="Google Shape;987;p17"/>
            <p:cNvSpPr/>
            <p:nvPr/>
          </p:nvSpPr>
          <p:spPr>
            <a:xfrm>
              <a:off x="3900102" y="5690918"/>
              <a:ext cx="4414343" cy="104948"/>
            </a:xfrm>
            <a:custGeom>
              <a:avLst/>
              <a:gdLst/>
              <a:ahLst/>
              <a:cxnLst/>
              <a:rect l="l" t="t" r="r" b="b"/>
              <a:pathLst>
                <a:path w="46519" h="1106" extrusionOk="0">
                  <a:moveTo>
                    <a:pt x="1" y="1"/>
                  </a:moveTo>
                  <a:lnTo>
                    <a:pt x="1" y="1106"/>
                  </a:lnTo>
                  <a:lnTo>
                    <a:pt x="46519" y="1106"/>
                  </a:lnTo>
                  <a:lnTo>
                    <a:pt x="465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88" name="Google Shape;988;p17"/>
            <p:cNvSpPr/>
            <p:nvPr/>
          </p:nvSpPr>
          <p:spPr>
            <a:xfrm>
              <a:off x="3900102" y="5586063"/>
              <a:ext cx="4414343" cy="104948"/>
            </a:xfrm>
            <a:custGeom>
              <a:avLst/>
              <a:gdLst/>
              <a:ahLst/>
              <a:cxnLst/>
              <a:rect l="l" t="t" r="r" b="b"/>
              <a:pathLst>
                <a:path w="46519" h="1106" extrusionOk="0">
                  <a:moveTo>
                    <a:pt x="1" y="1"/>
                  </a:moveTo>
                  <a:lnTo>
                    <a:pt x="1" y="1106"/>
                  </a:lnTo>
                  <a:lnTo>
                    <a:pt x="46519" y="1106"/>
                  </a:lnTo>
                  <a:lnTo>
                    <a:pt x="465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89" name="Google Shape;989;p17"/>
            <p:cNvSpPr/>
            <p:nvPr/>
          </p:nvSpPr>
          <p:spPr>
            <a:xfrm>
              <a:off x="7420959" y="2235254"/>
              <a:ext cx="662925" cy="662807"/>
            </a:xfrm>
            <a:custGeom>
              <a:avLst/>
              <a:gdLst/>
              <a:ahLst/>
              <a:cxnLst/>
              <a:rect l="l" t="t" r="r" b="b"/>
              <a:pathLst>
                <a:path w="6986" h="6985" extrusionOk="0">
                  <a:moveTo>
                    <a:pt x="3495" y="0"/>
                  </a:moveTo>
                  <a:cubicBezTo>
                    <a:pt x="3495" y="0"/>
                    <a:pt x="3427" y="109"/>
                    <a:pt x="3340" y="300"/>
                  </a:cubicBezTo>
                  <a:cubicBezTo>
                    <a:pt x="3280" y="432"/>
                    <a:pt x="3209" y="602"/>
                    <a:pt x="3141" y="801"/>
                  </a:cubicBezTo>
                  <a:cubicBezTo>
                    <a:pt x="3023" y="626"/>
                    <a:pt x="2911" y="481"/>
                    <a:pt x="2818" y="370"/>
                  </a:cubicBezTo>
                  <a:cubicBezTo>
                    <a:pt x="2685" y="207"/>
                    <a:pt x="2590" y="120"/>
                    <a:pt x="2590" y="120"/>
                  </a:cubicBezTo>
                  <a:cubicBezTo>
                    <a:pt x="2590" y="120"/>
                    <a:pt x="2553" y="243"/>
                    <a:pt x="2519" y="450"/>
                  </a:cubicBezTo>
                  <a:cubicBezTo>
                    <a:pt x="2494" y="592"/>
                    <a:pt x="2472" y="775"/>
                    <a:pt x="2456" y="986"/>
                  </a:cubicBezTo>
                  <a:cubicBezTo>
                    <a:pt x="2297" y="847"/>
                    <a:pt x="2150" y="735"/>
                    <a:pt x="2033" y="651"/>
                  </a:cubicBezTo>
                  <a:cubicBezTo>
                    <a:pt x="1862" y="529"/>
                    <a:pt x="1748" y="468"/>
                    <a:pt x="1748" y="468"/>
                  </a:cubicBezTo>
                  <a:lnTo>
                    <a:pt x="1748" y="468"/>
                  </a:lnTo>
                  <a:cubicBezTo>
                    <a:pt x="1748" y="468"/>
                    <a:pt x="1745" y="596"/>
                    <a:pt x="1766" y="806"/>
                  </a:cubicBezTo>
                  <a:cubicBezTo>
                    <a:pt x="1778" y="949"/>
                    <a:pt x="1803" y="1132"/>
                    <a:pt x="1843" y="1341"/>
                  </a:cubicBezTo>
                  <a:cubicBezTo>
                    <a:pt x="1653" y="1249"/>
                    <a:pt x="1484" y="1177"/>
                    <a:pt x="1347" y="1127"/>
                  </a:cubicBezTo>
                  <a:cubicBezTo>
                    <a:pt x="1151" y="1052"/>
                    <a:pt x="1026" y="1025"/>
                    <a:pt x="1026" y="1025"/>
                  </a:cubicBezTo>
                  <a:lnTo>
                    <a:pt x="1026" y="1025"/>
                  </a:lnTo>
                  <a:cubicBezTo>
                    <a:pt x="1026" y="1025"/>
                    <a:pt x="1056" y="1149"/>
                    <a:pt x="1128" y="1347"/>
                  </a:cubicBezTo>
                  <a:cubicBezTo>
                    <a:pt x="1178" y="1482"/>
                    <a:pt x="1250" y="1653"/>
                    <a:pt x="1342" y="1843"/>
                  </a:cubicBezTo>
                  <a:cubicBezTo>
                    <a:pt x="1134" y="1803"/>
                    <a:pt x="952" y="1778"/>
                    <a:pt x="807" y="1765"/>
                  </a:cubicBezTo>
                  <a:cubicBezTo>
                    <a:pt x="647" y="1750"/>
                    <a:pt x="533" y="1748"/>
                    <a:pt x="489" y="1748"/>
                  </a:cubicBezTo>
                  <a:cubicBezTo>
                    <a:pt x="476" y="1748"/>
                    <a:pt x="469" y="1748"/>
                    <a:pt x="469" y="1748"/>
                  </a:cubicBezTo>
                  <a:cubicBezTo>
                    <a:pt x="469" y="1748"/>
                    <a:pt x="530" y="1862"/>
                    <a:pt x="652" y="2032"/>
                  </a:cubicBezTo>
                  <a:cubicBezTo>
                    <a:pt x="736" y="2150"/>
                    <a:pt x="849" y="2295"/>
                    <a:pt x="987" y="2456"/>
                  </a:cubicBezTo>
                  <a:cubicBezTo>
                    <a:pt x="775" y="2471"/>
                    <a:pt x="593" y="2494"/>
                    <a:pt x="451" y="2518"/>
                  </a:cubicBezTo>
                  <a:cubicBezTo>
                    <a:pt x="243" y="2553"/>
                    <a:pt x="120" y="2590"/>
                    <a:pt x="120" y="2590"/>
                  </a:cubicBezTo>
                  <a:cubicBezTo>
                    <a:pt x="120" y="2590"/>
                    <a:pt x="209" y="2683"/>
                    <a:pt x="370" y="2817"/>
                  </a:cubicBezTo>
                  <a:cubicBezTo>
                    <a:pt x="482" y="2909"/>
                    <a:pt x="627" y="3022"/>
                    <a:pt x="803" y="3139"/>
                  </a:cubicBezTo>
                  <a:cubicBezTo>
                    <a:pt x="603" y="3209"/>
                    <a:pt x="431" y="3280"/>
                    <a:pt x="301" y="3339"/>
                  </a:cubicBezTo>
                  <a:cubicBezTo>
                    <a:pt x="110" y="3426"/>
                    <a:pt x="1" y="3494"/>
                    <a:pt x="1" y="3494"/>
                  </a:cubicBezTo>
                  <a:cubicBezTo>
                    <a:pt x="1" y="3494"/>
                    <a:pt x="109" y="3562"/>
                    <a:pt x="301" y="3649"/>
                  </a:cubicBezTo>
                  <a:cubicBezTo>
                    <a:pt x="431" y="3709"/>
                    <a:pt x="603" y="3779"/>
                    <a:pt x="803" y="3849"/>
                  </a:cubicBezTo>
                  <a:cubicBezTo>
                    <a:pt x="627" y="3967"/>
                    <a:pt x="481" y="4079"/>
                    <a:pt x="370" y="4171"/>
                  </a:cubicBezTo>
                  <a:cubicBezTo>
                    <a:pt x="207" y="4304"/>
                    <a:pt x="120" y="4398"/>
                    <a:pt x="120" y="4398"/>
                  </a:cubicBezTo>
                  <a:cubicBezTo>
                    <a:pt x="120" y="4398"/>
                    <a:pt x="243" y="4436"/>
                    <a:pt x="451" y="4470"/>
                  </a:cubicBezTo>
                  <a:cubicBezTo>
                    <a:pt x="593" y="4494"/>
                    <a:pt x="775" y="4518"/>
                    <a:pt x="987" y="4533"/>
                  </a:cubicBezTo>
                  <a:cubicBezTo>
                    <a:pt x="849" y="4693"/>
                    <a:pt x="736" y="4838"/>
                    <a:pt x="651" y="4956"/>
                  </a:cubicBezTo>
                  <a:cubicBezTo>
                    <a:pt x="530" y="5126"/>
                    <a:pt x="468" y="5240"/>
                    <a:pt x="468" y="5240"/>
                  </a:cubicBezTo>
                  <a:cubicBezTo>
                    <a:pt x="468" y="5240"/>
                    <a:pt x="479" y="5240"/>
                    <a:pt x="499" y="5240"/>
                  </a:cubicBezTo>
                  <a:cubicBezTo>
                    <a:pt x="549" y="5240"/>
                    <a:pt x="658" y="5238"/>
                    <a:pt x="806" y="5224"/>
                  </a:cubicBezTo>
                  <a:cubicBezTo>
                    <a:pt x="951" y="5210"/>
                    <a:pt x="1132" y="5185"/>
                    <a:pt x="1341" y="5145"/>
                  </a:cubicBezTo>
                  <a:lnTo>
                    <a:pt x="1341" y="5145"/>
                  </a:lnTo>
                  <a:cubicBezTo>
                    <a:pt x="1249" y="5336"/>
                    <a:pt x="1177" y="5506"/>
                    <a:pt x="1127" y="5641"/>
                  </a:cubicBezTo>
                  <a:cubicBezTo>
                    <a:pt x="1055" y="5839"/>
                    <a:pt x="1025" y="5962"/>
                    <a:pt x="1025" y="5962"/>
                  </a:cubicBezTo>
                  <a:cubicBezTo>
                    <a:pt x="1025" y="5962"/>
                    <a:pt x="1151" y="5933"/>
                    <a:pt x="1347" y="5860"/>
                  </a:cubicBezTo>
                  <a:cubicBezTo>
                    <a:pt x="1483" y="5810"/>
                    <a:pt x="1653" y="5738"/>
                    <a:pt x="1842" y="5646"/>
                  </a:cubicBezTo>
                  <a:lnTo>
                    <a:pt x="1842" y="5646"/>
                  </a:lnTo>
                  <a:cubicBezTo>
                    <a:pt x="1802" y="5854"/>
                    <a:pt x="1777" y="6037"/>
                    <a:pt x="1764" y="6181"/>
                  </a:cubicBezTo>
                  <a:cubicBezTo>
                    <a:pt x="1743" y="6390"/>
                    <a:pt x="1747" y="6519"/>
                    <a:pt x="1747" y="6519"/>
                  </a:cubicBezTo>
                  <a:cubicBezTo>
                    <a:pt x="1747" y="6519"/>
                    <a:pt x="1861" y="6459"/>
                    <a:pt x="2032" y="6336"/>
                  </a:cubicBezTo>
                  <a:cubicBezTo>
                    <a:pt x="2149" y="6253"/>
                    <a:pt x="2295" y="6140"/>
                    <a:pt x="2454" y="6001"/>
                  </a:cubicBezTo>
                  <a:cubicBezTo>
                    <a:pt x="2470" y="6212"/>
                    <a:pt x="2493" y="6395"/>
                    <a:pt x="2518" y="6536"/>
                  </a:cubicBezTo>
                  <a:cubicBezTo>
                    <a:pt x="2551" y="6744"/>
                    <a:pt x="2589" y="6867"/>
                    <a:pt x="2589" y="6867"/>
                  </a:cubicBezTo>
                  <a:cubicBezTo>
                    <a:pt x="2589" y="6867"/>
                    <a:pt x="2682" y="6779"/>
                    <a:pt x="2815" y="6616"/>
                  </a:cubicBezTo>
                  <a:cubicBezTo>
                    <a:pt x="2908" y="6506"/>
                    <a:pt x="3019" y="6359"/>
                    <a:pt x="3137" y="6185"/>
                  </a:cubicBezTo>
                  <a:cubicBezTo>
                    <a:pt x="3155" y="6239"/>
                    <a:pt x="3174" y="6291"/>
                    <a:pt x="3193" y="6340"/>
                  </a:cubicBezTo>
                  <a:cubicBezTo>
                    <a:pt x="3244" y="6473"/>
                    <a:pt x="3292" y="6590"/>
                    <a:pt x="3336" y="6684"/>
                  </a:cubicBezTo>
                  <a:cubicBezTo>
                    <a:pt x="3423" y="6874"/>
                    <a:pt x="3492" y="6985"/>
                    <a:pt x="3492" y="6985"/>
                  </a:cubicBezTo>
                  <a:cubicBezTo>
                    <a:pt x="3492" y="6985"/>
                    <a:pt x="3559" y="6876"/>
                    <a:pt x="3648" y="6684"/>
                  </a:cubicBezTo>
                  <a:cubicBezTo>
                    <a:pt x="3692" y="6588"/>
                    <a:pt x="3741" y="6473"/>
                    <a:pt x="3792" y="6340"/>
                  </a:cubicBezTo>
                  <a:cubicBezTo>
                    <a:pt x="3809" y="6291"/>
                    <a:pt x="3828" y="6239"/>
                    <a:pt x="3846" y="6186"/>
                  </a:cubicBezTo>
                  <a:cubicBezTo>
                    <a:pt x="3879" y="6233"/>
                    <a:pt x="3909" y="6279"/>
                    <a:pt x="3940" y="6321"/>
                  </a:cubicBezTo>
                  <a:cubicBezTo>
                    <a:pt x="4023" y="6436"/>
                    <a:pt x="4100" y="6535"/>
                    <a:pt x="4167" y="6616"/>
                  </a:cubicBezTo>
                  <a:cubicBezTo>
                    <a:pt x="4301" y="6779"/>
                    <a:pt x="4395" y="6866"/>
                    <a:pt x="4395" y="6866"/>
                  </a:cubicBezTo>
                  <a:cubicBezTo>
                    <a:pt x="4395" y="6866"/>
                    <a:pt x="4432" y="6743"/>
                    <a:pt x="4468" y="6535"/>
                  </a:cubicBezTo>
                  <a:cubicBezTo>
                    <a:pt x="4485" y="6432"/>
                    <a:pt x="4504" y="6306"/>
                    <a:pt x="4518" y="6166"/>
                  </a:cubicBezTo>
                  <a:cubicBezTo>
                    <a:pt x="4523" y="6114"/>
                    <a:pt x="4528" y="6060"/>
                    <a:pt x="4531" y="6003"/>
                  </a:cubicBezTo>
                  <a:cubicBezTo>
                    <a:pt x="4574" y="6040"/>
                    <a:pt x="4616" y="6076"/>
                    <a:pt x="4656" y="6109"/>
                  </a:cubicBezTo>
                  <a:cubicBezTo>
                    <a:pt x="4766" y="6198"/>
                    <a:pt x="4866" y="6274"/>
                    <a:pt x="4953" y="6335"/>
                  </a:cubicBezTo>
                  <a:cubicBezTo>
                    <a:pt x="5124" y="6457"/>
                    <a:pt x="5237" y="6516"/>
                    <a:pt x="5237" y="6516"/>
                  </a:cubicBezTo>
                  <a:cubicBezTo>
                    <a:pt x="5237" y="6516"/>
                    <a:pt x="5242" y="6387"/>
                    <a:pt x="5222" y="6178"/>
                  </a:cubicBezTo>
                  <a:cubicBezTo>
                    <a:pt x="5214" y="6074"/>
                    <a:pt x="5196" y="5948"/>
                    <a:pt x="5175" y="5809"/>
                  </a:cubicBezTo>
                  <a:cubicBezTo>
                    <a:pt x="5166" y="5758"/>
                    <a:pt x="5157" y="5703"/>
                    <a:pt x="5145" y="5648"/>
                  </a:cubicBezTo>
                  <a:lnTo>
                    <a:pt x="5145" y="5648"/>
                  </a:lnTo>
                  <a:cubicBezTo>
                    <a:pt x="5195" y="5672"/>
                    <a:pt x="5247" y="5696"/>
                    <a:pt x="5294" y="5718"/>
                  </a:cubicBezTo>
                  <a:cubicBezTo>
                    <a:pt x="5424" y="5777"/>
                    <a:pt x="5539" y="5824"/>
                    <a:pt x="5639" y="5860"/>
                  </a:cubicBezTo>
                  <a:cubicBezTo>
                    <a:pt x="5836" y="5933"/>
                    <a:pt x="5962" y="5962"/>
                    <a:pt x="5962" y="5962"/>
                  </a:cubicBezTo>
                  <a:cubicBezTo>
                    <a:pt x="5962" y="5962"/>
                    <a:pt x="5932" y="5838"/>
                    <a:pt x="5859" y="5640"/>
                  </a:cubicBezTo>
                  <a:cubicBezTo>
                    <a:pt x="5824" y="5542"/>
                    <a:pt x="5777" y="5425"/>
                    <a:pt x="5717" y="5295"/>
                  </a:cubicBezTo>
                  <a:cubicBezTo>
                    <a:pt x="5696" y="5247"/>
                    <a:pt x="5671" y="5198"/>
                    <a:pt x="5647" y="5147"/>
                  </a:cubicBezTo>
                  <a:lnTo>
                    <a:pt x="5647" y="5147"/>
                  </a:lnTo>
                  <a:cubicBezTo>
                    <a:pt x="5702" y="5157"/>
                    <a:pt x="5757" y="5167"/>
                    <a:pt x="5808" y="5176"/>
                  </a:cubicBezTo>
                  <a:cubicBezTo>
                    <a:pt x="5948" y="5199"/>
                    <a:pt x="6073" y="5214"/>
                    <a:pt x="6178" y="5224"/>
                  </a:cubicBezTo>
                  <a:cubicBezTo>
                    <a:pt x="6335" y="5237"/>
                    <a:pt x="6446" y="5239"/>
                    <a:pt x="6492" y="5239"/>
                  </a:cubicBezTo>
                  <a:cubicBezTo>
                    <a:pt x="6507" y="5239"/>
                    <a:pt x="6515" y="5239"/>
                    <a:pt x="6515" y="5239"/>
                  </a:cubicBezTo>
                  <a:cubicBezTo>
                    <a:pt x="6515" y="5239"/>
                    <a:pt x="6455" y="5124"/>
                    <a:pt x="6334" y="4954"/>
                  </a:cubicBezTo>
                  <a:cubicBezTo>
                    <a:pt x="6274" y="4867"/>
                    <a:pt x="6197" y="4766"/>
                    <a:pt x="6107" y="4657"/>
                  </a:cubicBezTo>
                  <a:cubicBezTo>
                    <a:pt x="6074" y="4616"/>
                    <a:pt x="6038" y="4575"/>
                    <a:pt x="6003" y="4533"/>
                  </a:cubicBezTo>
                  <a:cubicBezTo>
                    <a:pt x="6059" y="4529"/>
                    <a:pt x="6114" y="4524"/>
                    <a:pt x="6165" y="4519"/>
                  </a:cubicBezTo>
                  <a:cubicBezTo>
                    <a:pt x="6307" y="4504"/>
                    <a:pt x="6431" y="4488"/>
                    <a:pt x="6535" y="4469"/>
                  </a:cubicBezTo>
                  <a:cubicBezTo>
                    <a:pt x="6741" y="4434"/>
                    <a:pt x="6864" y="4396"/>
                    <a:pt x="6864" y="4396"/>
                  </a:cubicBezTo>
                  <a:cubicBezTo>
                    <a:pt x="6864" y="4396"/>
                    <a:pt x="6779" y="4301"/>
                    <a:pt x="6618" y="4167"/>
                  </a:cubicBezTo>
                  <a:cubicBezTo>
                    <a:pt x="6538" y="4099"/>
                    <a:pt x="6438" y="4022"/>
                    <a:pt x="6323" y="3940"/>
                  </a:cubicBezTo>
                  <a:cubicBezTo>
                    <a:pt x="6280" y="3909"/>
                    <a:pt x="6236" y="3878"/>
                    <a:pt x="6188" y="3845"/>
                  </a:cubicBezTo>
                  <a:cubicBezTo>
                    <a:pt x="6242" y="3828"/>
                    <a:pt x="6293" y="3809"/>
                    <a:pt x="6341" y="3791"/>
                  </a:cubicBezTo>
                  <a:cubicBezTo>
                    <a:pt x="6474" y="3740"/>
                    <a:pt x="6591" y="3692"/>
                    <a:pt x="6685" y="3648"/>
                  </a:cubicBezTo>
                  <a:cubicBezTo>
                    <a:pt x="6876" y="3561"/>
                    <a:pt x="6986" y="3491"/>
                    <a:pt x="6986" y="3491"/>
                  </a:cubicBezTo>
                  <a:cubicBezTo>
                    <a:pt x="6986" y="3491"/>
                    <a:pt x="6877" y="3424"/>
                    <a:pt x="6685" y="3336"/>
                  </a:cubicBezTo>
                  <a:cubicBezTo>
                    <a:pt x="6590" y="3291"/>
                    <a:pt x="6474" y="3242"/>
                    <a:pt x="6341" y="3193"/>
                  </a:cubicBezTo>
                  <a:cubicBezTo>
                    <a:pt x="6293" y="3174"/>
                    <a:pt x="6241" y="3155"/>
                    <a:pt x="6188" y="3137"/>
                  </a:cubicBezTo>
                  <a:cubicBezTo>
                    <a:pt x="6234" y="3106"/>
                    <a:pt x="6280" y="3075"/>
                    <a:pt x="6323" y="3044"/>
                  </a:cubicBezTo>
                  <a:cubicBezTo>
                    <a:pt x="6438" y="2960"/>
                    <a:pt x="6538" y="2884"/>
                    <a:pt x="6618" y="2816"/>
                  </a:cubicBezTo>
                  <a:cubicBezTo>
                    <a:pt x="6780" y="2682"/>
                    <a:pt x="6867" y="2589"/>
                    <a:pt x="6867" y="2589"/>
                  </a:cubicBezTo>
                  <a:cubicBezTo>
                    <a:pt x="6867" y="2589"/>
                    <a:pt x="6744" y="2551"/>
                    <a:pt x="6538" y="2515"/>
                  </a:cubicBezTo>
                  <a:cubicBezTo>
                    <a:pt x="6433" y="2498"/>
                    <a:pt x="6310" y="2479"/>
                    <a:pt x="6167" y="2466"/>
                  </a:cubicBezTo>
                  <a:cubicBezTo>
                    <a:pt x="6115" y="2461"/>
                    <a:pt x="6062" y="2456"/>
                    <a:pt x="6006" y="2452"/>
                  </a:cubicBezTo>
                  <a:cubicBezTo>
                    <a:pt x="6043" y="2410"/>
                    <a:pt x="6078" y="2367"/>
                    <a:pt x="6111" y="2328"/>
                  </a:cubicBezTo>
                  <a:cubicBezTo>
                    <a:pt x="6201" y="2218"/>
                    <a:pt x="6278" y="2118"/>
                    <a:pt x="6338" y="2031"/>
                  </a:cubicBezTo>
                  <a:cubicBezTo>
                    <a:pt x="6459" y="1859"/>
                    <a:pt x="6519" y="1746"/>
                    <a:pt x="6519" y="1746"/>
                  </a:cubicBezTo>
                  <a:cubicBezTo>
                    <a:pt x="6519" y="1746"/>
                    <a:pt x="6505" y="1745"/>
                    <a:pt x="6478" y="1745"/>
                  </a:cubicBezTo>
                  <a:cubicBezTo>
                    <a:pt x="6425" y="1745"/>
                    <a:pt x="6321" y="1748"/>
                    <a:pt x="6182" y="1761"/>
                  </a:cubicBezTo>
                  <a:cubicBezTo>
                    <a:pt x="6077" y="1770"/>
                    <a:pt x="5951" y="1787"/>
                    <a:pt x="5812" y="1808"/>
                  </a:cubicBezTo>
                  <a:cubicBezTo>
                    <a:pt x="5761" y="1817"/>
                    <a:pt x="5706" y="1827"/>
                    <a:pt x="5651" y="1838"/>
                  </a:cubicBezTo>
                  <a:cubicBezTo>
                    <a:pt x="5675" y="1788"/>
                    <a:pt x="5700" y="1737"/>
                    <a:pt x="5721" y="1691"/>
                  </a:cubicBezTo>
                  <a:cubicBezTo>
                    <a:pt x="5781" y="1562"/>
                    <a:pt x="5828" y="1445"/>
                    <a:pt x="5863" y="1346"/>
                  </a:cubicBezTo>
                  <a:cubicBezTo>
                    <a:pt x="5936" y="1148"/>
                    <a:pt x="5966" y="1023"/>
                    <a:pt x="5966" y="1023"/>
                  </a:cubicBezTo>
                  <a:lnTo>
                    <a:pt x="5966" y="1023"/>
                  </a:lnTo>
                  <a:cubicBezTo>
                    <a:pt x="5966" y="1023"/>
                    <a:pt x="5840" y="1052"/>
                    <a:pt x="5644" y="1126"/>
                  </a:cubicBezTo>
                  <a:cubicBezTo>
                    <a:pt x="5543" y="1162"/>
                    <a:pt x="5429" y="1210"/>
                    <a:pt x="5298" y="1267"/>
                  </a:cubicBezTo>
                  <a:cubicBezTo>
                    <a:pt x="5251" y="1290"/>
                    <a:pt x="5200" y="1313"/>
                    <a:pt x="5149" y="1338"/>
                  </a:cubicBezTo>
                  <a:cubicBezTo>
                    <a:pt x="5160" y="1282"/>
                    <a:pt x="5170" y="1228"/>
                    <a:pt x="5179" y="1177"/>
                  </a:cubicBezTo>
                  <a:cubicBezTo>
                    <a:pt x="5203" y="1036"/>
                    <a:pt x="5218" y="912"/>
                    <a:pt x="5226" y="807"/>
                  </a:cubicBezTo>
                  <a:cubicBezTo>
                    <a:pt x="5245" y="597"/>
                    <a:pt x="5241" y="469"/>
                    <a:pt x="5241" y="469"/>
                  </a:cubicBezTo>
                  <a:lnTo>
                    <a:pt x="5241" y="469"/>
                  </a:lnTo>
                  <a:cubicBezTo>
                    <a:pt x="5241" y="469"/>
                    <a:pt x="5128" y="529"/>
                    <a:pt x="4957" y="651"/>
                  </a:cubicBezTo>
                  <a:cubicBezTo>
                    <a:pt x="4870" y="711"/>
                    <a:pt x="4770" y="788"/>
                    <a:pt x="4660" y="877"/>
                  </a:cubicBezTo>
                  <a:cubicBezTo>
                    <a:pt x="4620" y="911"/>
                    <a:pt x="4578" y="947"/>
                    <a:pt x="4535" y="983"/>
                  </a:cubicBezTo>
                  <a:cubicBezTo>
                    <a:pt x="4532" y="926"/>
                    <a:pt x="4527" y="871"/>
                    <a:pt x="4522" y="820"/>
                  </a:cubicBezTo>
                  <a:cubicBezTo>
                    <a:pt x="4508" y="678"/>
                    <a:pt x="4489" y="554"/>
                    <a:pt x="4472" y="450"/>
                  </a:cubicBezTo>
                  <a:cubicBezTo>
                    <a:pt x="4436" y="243"/>
                    <a:pt x="4399" y="120"/>
                    <a:pt x="4399" y="120"/>
                  </a:cubicBezTo>
                  <a:cubicBezTo>
                    <a:pt x="4399" y="120"/>
                    <a:pt x="4304" y="208"/>
                    <a:pt x="4171" y="370"/>
                  </a:cubicBezTo>
                  <a:cubicBezTo>
                    <a:pt x="4104" y="450"/>
                    <a:pt x="4027" y="550"/>
                    <a:pt x="3944" y="665"/>
                  </a:cubicBezTo>
                  <a:cubicBezTo>
                    <a:pt x="3913" y="707"/>
                    <a:pt x="3881" y="753"/>
                    <a:pt x="3849" y="800"/>
                  </a:cubicBezTo>
                  <a:cubicBezTo>
                    <a:pt x="3780" y="601"/>
                    <a:pt x="3711" y="432"/>
                    <a:pt x="3649" y="300"/>
                  </a:cubicBezTo>
                  <a:cubicBezTo>
                    <a:pt x="3562" y="110"/>
                    <a:pt x="3495" y="0"/>
                    <a:pt x="34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0" name="Google Shape;990;p17"/>
            <p:cNvSpPr/>
            <p:nvPr/>
          </p:nvSpPr>
          <p:spPr>
            <a:xfrm>
              <a:off x="7506076" y="2337737"/>
              <a:ext cx="492307" cy="457655"/>
            </a:xfrm>
            <a:custGeom>
              <a:avLst/>
              <a:gdLst/>
              <a:ahLst/>
              <a:cxnLst/>
              <a:rect l="l" t="t" r="r" b="b"/>
              <a:pathLst>
                <a:path w="5188" h="4823" extrusionOk="0">
                  <a:moveTo>
                    <a:pt x="2591" y="1"/>
                  </a:moveTo>
                  <a:cubicBezTo>
                    <a:pt x="1430" y="1"/>
                    <a:pt x="407" y="841"/>
                    <a:pt x="215" y="2025"/>
                  </a:cubicBezTo>
                  <a:cubicBezTo>
                    <a:pt x="1" y="3338"/>
                    <a:pt x="892" y="4577"/>
                    <a:pt x="2207" y="4791"/>
                  </a:cubicBezTo>
                  <a:cubicBezTo>
                    <a:pt x="2338" y="4813"/>
                    <a:pt x="2468" y="4823"/>
                    <a:pt x="2597" y="4823"/>
                  </a:cubicBezTo>
                  <a:cubicBezTo>
                    <a:pt x="3758" y="4823"/>
                    <a:pt x="4781" y="3982"/>
                    <a:pt x="4974" y="2799"/>
                  </a:cubicBezTo>
                  <a:cubicBezTo>
                    <a:pt x="5188" y="1484"/>
                    <a:pt x="4295" y="246"/>
                    <a:pt x="2982" y="32"/>
                  </a:cubicBezTo>
                  <a:cubicBezTo>
                    <a:pt x="2850" y="11"/>
                    <a:pt x="2720" y="1"/>
                    <a:pt x="25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1" name="Google Shape;991;p17"/>
            <p:cNvSpPr/>
            <p:nvPr/>
          </p:nvSpPr>
          <p:spPr>
            <a:xfrm>
              <a:off x="6942895" y="2500476"/>
              <a:ext cx="822820" cy="506333"/>
            </a:xfrm>
            <a:custGeom>
              <a:avLst/>
              <a:gdLst/>
              <a:ahLst/>
              <a:cxnLst/>
              <a:rect l="l" t="t" r="r" b="b"/>
              <a:pathLst>
                <a:path w="8671" h="5336" extrusionOk="0">
                  <a:moveTo>
                    <a:pt x="3954" y="1"/>
                  </a:moveTo>
                  <a:cubicBezTo>
                    <a:pt x="3214" y="1"/>
                    <a:pt x="2590" y="495"/>
                    <a:pt x="2392" y="1170"/>
                  </a:cubicBezTo>
                  <a:cubicBezTo>
                    <a:pt x="2370" y="1167"/>
                    <a:pt x="2349" y="1163"/>
                    <a:pt x="2325" y="1163"/>
                  </a:cubicBezTo>
                  <a:cubicBezTo>
                    <a:pt x="1959" y="1163"/>
                    <a:pt x="1662" y="1447"/>
                    <a:pt x="1633" y="1807"/>
                  </a:cubicBezTo>
                  <a:cubicBezTo>
                    <a:pt x="1526" y="1777"/>
                    <a:pt x="1412" y="1761"/>
                    <a:pt x="1296" y="1761"/>
                  </a:cubicBezTo>
                  <a:cubicBezTo>
                    <a:pt x="581" y="1761"/>
                    <a:pt x="0" y="2340"/>
                    <a:pt x="0" y="3056"/>
                  </a:cubicBezTo>
                  <a:cubicBezTo>
                    <a:pt x="0" y="3771"/>
                    <a:pt x="580" y="4351"/>
                    <a:pt x="1296" y="4351"/>
                  </a:cubicBezTo>
                  <a:cubicBezTo>
                    <a:pt x="1572" y="4351"/>
                    <a:pt x="1827" y="4264"/>
                    <a:pt x="2038" y="4118"/>
                  </a:cubicBezTo>
                  <a:cubicBezTo>
                    <a:pt x="2136" y="4208"/>
                    <a:pt x="2248" y="4283"/>
                    <a:pt x="2372" y="4338"/>
                  </a:cubicBezTo>
                  <a:cubicBezTo>
                    <a:pt x="2344" y="4416"/>
                    <a:pt x="2325" y="4501"/>
                    <a:pt x="2325" y="4589"/>
                  </a:cubicBezTo>
                  <a:cubicBezTo>
                    <a:pt x="2325" y="5001"/>
                    <a:pt x="2661" y="5336"/>
                    <a:pt x="3072" y="5336"/>
                  </a:cubicBezTo>
                  <a:cubicBezTo>
                    <a:pt x="3453" y="5336"/>
                    <a:pt x="3763" y="5050"/>
                    <a:pt x="3811" y="4682"/>
                  </a:cubicBezTo>
                  <a:cubicBezTo>
                    <a:pt x="3961" y="4757"/>
                    <a:pt x="4130" y="4800"/>
                    <a:pt x="4310" y="4800"/>
                  </a:cubicBezTo>
                  <a:cubicBezTo>
                    <a:pt x="4366" y="4800"/>
                    <a:pt x="4421" y="4795"/>
                    <a:pt x="4474" y="4788"/>
                  </a:cubicBezTo>
                  <a:cubicBezTo>
                    <a:pt x="4758" y="5111"/>
                    <a:pt x="5174" y="5316"/>
                    <a:pt x="5639" y="5316"/>
                  </a:cubicBezTo>
                  <a:cubicBezTo>
                    <a:pt x="6128" y="5316"/>
                    <a:pt x="6563" y="5090"/>
                    <a:pt x="6849" y="4738"/>
                  </a:cubicBezTo>
                  <a:cubicBezTo>
                    <a:pt x="6980" y="4779"/>
                    <a:pt x="7122" y="4801"/>
                    <a:pt x="7268" y="4801"/>
                  </a:cubicBezTo>
                  <a:cubicBezTo>
                    <a:pt x="8043" y="4801"/>
                    <a:pt x="8671" y="4174"/>
                    <a:pt x="8671" y="3399"/>
                  </a:cubicBezTo>
                  <a:cubicBezTo>
                    <a:pt x="8670" y="2621"/>
                    <a:pt x="8042" y="1994"/>
                    <a:pt x="7266" y="1994"/>
                  </a:cubicBezTo>
                  <a:cubicBezTo>
                    <a:pt x="7040" y="1994"/>
                    <a:pt x="6826" y="2048"/>
                    <a:pt x="6637" y="2144"/>
                  </a:cubicBezTo>
                  <a:cubicBezTo>
                    <a:pt x="6604" y="1744"/>
                    <a:pt x="6272" y="1429"/>
                    <a:pt x="5863" y="1429"/>
                  </a:cubicBezTo>
                  <a:cubicBezTo>
                    <a:pt x="5761" y="1429"/>
                    <a:pt x="5664" y="1449"/>
                    <a:pt x="5574" y="1485"/>
                  </a:cubicBezTo>
                  <a:cubicBezTo>
                    <a:pt x="5501" y="653"/>
                    <a:pt x="4804" y="1"/>
                    <a:pt x="39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2" name="Google Shape;992;p17"/>
            <p:cNvSpPr/>
            <p:nvPr/>
          </p:nvSpPr>
          <p:spPr>
            <a:xfrm>
              <a:off x="6835952" y="4058404"/>
              <a:ext cx="664728" cy="409165"/>
            </a:xfrm>
            <a:custGeom>
              <a:avLst/>
              <a:gdLst/>
              <a:ahLst/>
              <a:cxnLst/>
              <a:rect l="l" t="t" r="r" b="b"/>
              <a:pathLst>
                <a:path w="7005" h="4312" extrusionOk="0">
                  <a:moveTo>
                    <a:pt x="3193" y="1"/>
                  </a:moveTo>
                  <a:cubicBezTo>
                    <a:pt x="2596" y="1"/>
                    <a:pt x="2092" y="400"/>
                    <a:pt x="1932" y="946"/>
                  </a:cubicBezTo>
                  <a:cubicBezTo>
                    <a:pt x="1914" y="945"/>
                    <a:pt x="1896" y="941"/>
                    <a:pt x="1878" y="941"/>
                  </a:cubicBezTo>
                  <a:cubicBezTo>
                    <a:pt x="1582" y="941"/>
                    <a:pt x="1341" y="1170"/>
                    <a:pt x="1320" y="1462"/>
                  </a:cubicBezTo>
                  <a:cubicBezTo>
                    <a:pt x="1233" y="1438"/>
                    <a:pt x="1142" y="1425"/>
                    <a:pt x="1047" y="1425"/>
                  </a:cubicBezTo>
                  <a:cubicBezTo>
                    <a:pt x="469" y="1425"/>
                    <a:pt x="1" y="1893"/>
                    <a:pt x="1" y="2471"/>
                  </a:cubicBezTo>
                  <a:cubicBezTo>
                    <a:pt x="1" y="3049"/>
                    <a:pt x="469" y="3517"/>
                    <a:pt x="1047" y="3517"/>
                  </a:cubicBezTo>
                  <a:cubicBezTo>
                    <a:pt x="1270" y="3517"/>
                    <a:pt x="1476" y="3447"/>
                    <a:pt x="1645" y="3328"/>
                  </a:cubicBezTo>
                  <a:cubicBezTo>
                    <a:pt x="1725" y="3401"/>
                    <a:pt x="1816" y="3461"/>
                    <a:pt x="1915" y="3505"/>
                  </a:cubicBezTo>
                  <a:cubicBezTo>
                    <a:pt x="1893" y="3570"/>
                    <a:pt x="1878" y="3636"/>
                    <a:pt x="1878" y="3708"/>
                  </a:cubicBezTo>
                  <a:cubicBezTo>
                    <a:pt x="1878" y="4041"/>
                    <a:pt x="2149" y="4311"/>
                    <a:pt x="2482" y="4311"/>
                  </a:cubicBezTo>
                  <a:cubicBezTo>
                    <a:pt x="2789" y="4311"/>
                    <a:pt x="3041" y="4081"/>
                    <a:pt x="3078" y="3783"/>
                  </a:cubicBezTo>
                  <a:cubicBezTo>
                    <a:pt x="3199" y="3845"/>
                    <a:pt x="3337" y="3879"/>
                    <a:pt x="3482" y="3879"/>
                  </a:cubicBezTo>
                  <a:cubicBezTo>
                    <a:pt x="3527" y="3879"/>
                    <a:pt x="3572" y="3876"/>
                    <a:pt x="3615" y="3868"/>
                  </a:cubicBezTo>
                  <a:cubicBezTo>
                    <a:pt x="3845" y="4129"/>
                    <a:pt x="4181" y="4296"/>
                    <a:pt x="4556" y="4296"/>
                  </a:cubicBezTo>
                  <a:cubicBezTo>
                    <a:pt x="4952" y="4296"/>
                    <a:pt x="5303" y="4113"/>
                    <a:pt x="5532" y="3827"/>
                  </a:cubicBezTo>
                  <a:cubicBezTo>
                    <a:pt x="5640" y="3861"/>
                    <a:pt x="5753" y="3879"/>
                    <a:pt x="5871" y="3879"/>
                  </a:cubicBezTo>
                  <a:cubicBezTo>
                    <a:pt x="6498" y="3879"/>
                    <a:pt x="7005" y="3371"/>
                    <a:pt x="7005" y="2745"/>
                  </a:cubicBezTo>
                  <a:cubicBezTo>
                    <a:pt x="7005" y="2118"/>
                    <a:pt x="6498" y="1611"/>
                    <a:pt x="5871" y="1611"/>
                  </a:cubicBezTo>
                  <a:cubicBezTo>
                    <a:pt x="5688" y="1611"/>
                    <a:pt x="5516" y="1656"/>
                    <a:pt x="5362" y="1733"/>
                  </a:cubicBezTo>
                  <a:cubicBezTo>
                    <a:pt x="5335" y="1410"/>
                    <a:pt x="5067" y="1155"/>
                    <a:pt x="4737" y="1155"/>
                  </a:cubicBezTo>
                  <a:cubicBezTo>
                    <a:pt x="4653" y="1155"/>
                    <a:pt x="4576" y="1171"/>
                    <a:pt x="4503" y="1201"/>
                  </a:cubicBezTo>
                  <a:cubicBezTo>
                    <a:pt x="4444" y="528"/>
                    <a:pt x="3881" y="1"/>
                    <a:pt x="31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3" name="Google Shape;993;p17"/>
            <p:cNvSpPr/>
            <p:nvPr/>
          </p:nvSpPr>
          <p:spPr>
            <a:xfrm>
              <a:off x="3989680" y="2025734"/>
              <a:ext cx="664633" cy="409071"/>
            </a:xfrm>
            <a:custGeom>
              <a:avLst/>
              <a:gdLst/>
              <a:ahLst/>
              <a:cxnLst/>
              <a:rect l="l" t="t" r="r" b="b"/>
              <a:pathLst>
                <a:path w="7004" h="4311" extrusionOk="0">
                  <a:moveTo>
                    <a:pt x="3193" y="0"/>
                  </a:moveTo>
                  <a:cubicBezTo>
                    <a:pt x="2595" y="0"/>
                    <a:pt x="2091" y="399"/>
                    <a:pt x="1931" y="946"/>
                  </a:cubicBezTo>
                  <a:cubicBezTo>
                    <a:pt x="1914" y="945"/>
                    <a:pt x="1895" y="941"/>
                    <a:pt x="1878" y="941"/>
                  </a:cubicBezTo>
                  <a:cubicBezTo>
                    <a:pt x="1581" y="941"/>
                    <a:pt x="1341" y="1171"/>
                    <a:pt x="1318" y="1461"/>
                  </a:cubicBezTo>
                  <a:cubicBezTo>
                    <a:pt x="1231" y="1438"/>
                    <a:pt x="1141" y="1424"/>
                    <a:pt x="1046" y="1424"/>
                  </a:cubicBezTo>
                  <a:cubicBezTo>
                    <a:pt x="468" y="1424"/>
                    <a:pt x="0" y="1892"/>
                    <a:pt x="0" y="2470"/>
                  </a:cubicBezTo>
                  <a:cubicBezTo>
                    <a:pt x="0" y="3048"/>
                    <a:pt x="468" y="3516"/>
                    <a:pt x="1046" y="3516"/>
                  </a:cubicBezTo>
                  <a:cubicBezTo>
                    <a:pt x="1269" y="3516"/>
                    <a:pt x="1476" y="3446"/>
                    <a:pt x="1644" y="3327"/>
                  </a:cubicBezTo>
                  <a:cubicBezTo>
                    <a:pt x="1724" y="3400"/>
                    <a:pt x="1814" y="3460"/>
                    <a:pt x="1915" y="3505"/>
                  </a:cubicBezTo>
                  <a:cubicBezTo>
                    <a:pt x="1891" y="3569"/>
                    <a:pt x="1877" y="3636"/>
                    <a:pt x="1877" y="3707"/>
                  </a:cubicBezTo>
                  <a:cubicBezTo>
                    <a:pt x="1877" y="4041"/>
                    <a:pt x="2147" y="4311"/>
                    <a:pt x="2481" y="4311"/>
                  </a:cubicBezTo>
                  <a:cubicBezTo>
                    <a:pt x="2788" y="4311"/>
                    <a:pt x="3040" y="4081"/>
                    <a:pt x="3077" y="3782"/>
                  </a:cubicBezTo>
                  <a:cubicBezTo>
                    <a:pt x="3199" y="3843"/>
                    <a:pt x="3335" y="3878"/>
                    <a:pt x="3481" y="3878"/>
                  </a:cubicBezTo>
                  <a:cubicBezTo>
                    <a:pt x="3526" y="3878"/>
                    <a:pt x="3570" y="3874"/>
                    <a:pt x="3614" y="3868"/>
                  </a:cubicBezTo>
                  <a:cubicBezTo>
                    <a:pt x="3844" y="4129"/>
                    <a:pt x="4179" y="4296"/>
                    <a:pt x="4555" y="4296"/>
                  </a:cubicBezTo>
                  <a:cubicBezTo>
                    <a:pt x="4950" y="4296"/>
                    <a:pt x="5302" y="4112"/>
                    <a:pt x="5532" y="3827"/>
                  </a:cubicBezTo>
                  <a:cubicBezTo>
                    <a:pt x="5639" y="3861"/>
                    <a:pt x="5753" y="3878"/>
                    <a:pt x="5870" y="3878"/>
                  </a:cubicBezTo>
                  <a:cubicBezTo>
                    <a:pt x="6496" y="3878"/>
                    <a:pt x="7003" y="3371"/>
                    <a:pt x="7003" y="2743"/>
                  </a:cubicBezTo>
                  <a:cubicBezTo>
                    <a:pt x="7004" y="2118"/>
                    <a:pt x="6495" y="1611"/>
                    <a:pt x="5870" y="1611"/>
                  </a:cubicBezTo>
                  <a:cubicBezTo>
                    <a:pt x="5687" y="1611"/>
                    <a:pt x="5515" y="1656"/>
                    <a:pt x="5362" y="1733"/>
                  </a:cubicBezTo>
                  <a:cubicBezTo>
                    <a:pt x="5334" y="1408"/>
                    <a:pt x="5066" y="1154"/>
                    <a:pt x="4735" y="1154"/>
                  </a:cubicBezTo>
                  <a:cubicBezTo>
                    <a:pt x="4653" y="1154"/>
                    <a:pt x="4575" y="1171"/>
                    <a:pt x="4502" y="1200"/>
                  </a:cubicBezTo>
                  <a:cubicBezTo>
                    <a:pt x="4443" y="527"/>
                    <a:pt x="3880" y="0"/>
                    <a:pt x="31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4" name="Google Shape;994;p17"/>
            <p:cNvSpPr/>
            <p:nvPr/>
          </p:nvSpPr>
          <p:spPr>
            <a:xfrm>
              <a:off x="5121166" y="3187586"/>
              <a:ext cx="822820" cy="506333"/>
            </a:xfrm>
            <a:custGeom>
              <a:avLst/>
              <a:gdLst/>
              <a:ahLst/>
              <a:cxnLst/>
              <a:rect l="l" t="t" r="r" b="b"/>
              <a:pathLst>
                <a:path w="8671" h="5336" extrusionOk="0">
                  <a:moveTo>
                    <a:pt x="4717" y="1"/>
                  </a:moveTo>
                  <a:cubicBezTo>
                    <a:pt x="3867" y="1"/>
                    <a:pt x="3170" y="654"/>
                    <a:pt x="3098" y="1486"/>
                  </a:cubicBezTo>
                  <a:cubicBezTo>
                    <a:pt x="3008" y="1451"/>
                    <a:pt x="2910" y="1430"/>
                    <a:pt x="2808" y="1430"/>
                  </a:cubicBezTo>
                  <a:cubicBezTo>
                    <a:pt x="2400" y="1430"/>
                    <a:pt x="2067" y="1744"/>
                    <a:pt x="2034" y="2145"/>
                  </a:cubicBezTo>
                  <a:cubicBezTo>
                    <a:pt x="1845" y="2049"/>
                    <a:pt x="1631" y="1994"/>
                    <a:pt x="1405" y="1994"/>
                  </a:cubicBezTo>
                  <a:cubicBezTo>
                    <a:pt x="631" y="1994"/>
                    <a:pt x="1" y="2623"/>
                    <a:pt x="0" y="3400"/>
                  </a:cubicBezTo>
                  <a:cubicBezTo>
                    <a:pt x="0" y="4174"/>
                    <a:pt x="629" y="4803"/>
                    <a:pt x="1404" y="4803"/>
                  </a:cubicBezTo>
                  <a:cubicBezTo>
                    <a:pt x="1549" y="4803"/>
                    <a:pt x="1692" y="4779"/>
                    <a:pt x="1824" y="4738"/>
                  </a:cubicBezTo>
                  <a:cubicBezTo>
                    <a:pt x="2108" y="5090"/>
                    <a:pt x="2543" y="5316"/>
                    <a:pt x="3032" y="5316"/>
                  </a:cubicBezTo>
                  <a:cubicBezTo>
                    <a:pt x="3498" y="5316"/>
                    <a:pt x="3913" y="5112"/>
                    <a:pt x="4198" y="4788"/>
                  </a:cubicBezTo>
                  <a:cubicBezTo>
                    <a:pt x="4251" y="4796"/>
                    <a:pt x="4305" y="4802"/>
                    <a:pt x="4361" y="4802"/>
                  </a:cubicBezTo>
                  <a:cubicBezTo>
                    <a:pt x="4541" y="4802"/>
                    <a:pt x="4710" y="4758"/>
                    <a:pt x="4861" y="4682"/>
                  </a:cubicBezTo>
                  <a:cubicBezTo>
                    <a:pt x="4909" y="5050"/>
                    <a:pt x="5219" y="5336"/>
                    <a:pt x="5599" y="5336"/>
                  </a:cubicBezTo>
                  <a:cubicBezTo>
                    <a:pt x="6011" y="5336"/>
                    <a:pt x="6346" y="5002"/>
                    <a:pt x="6346" y="4589"/>
                  </a:cubicBezTo>
                  <a:cubicBezTo>
                    <a:pt x="6346" y="4501"/>
                    <a:pt x="6328" y="4416"/>
                    <a:pt x="6300" y="4338"/>
                  </a:cubicBezTo>
                  <a:cubicBezTo>
                    <a:pt x="6423" y="4283"/>
                    <a:pt x="6535" y="4209"/>
                    <a:pt x="6634" y="4118"/>
                  </a:cubicBezTo>
                  <a:cubicBezTo>
                    <a:pt x="6844" y="4265"/>
                    <a:pt x="7099" y="4352"/>
                    <a:pt x="7376" y="4352"/>
                  </a:cubicBezTo>
                  <a:cubicBezTo>
                    <a:pt x="8092" y="4352"/>
                    <a:pt x="8671" y="3771"/>
                    <a:pt x="8671" y="3057"/>
                  </a:cubicBezTo>
                  <a:cubicBezTo>
                    <a:pt x="8671" y="2341"/>
                    <a:pt x="8091" y="1761"/>
                    <a:pt x="7376" y="1761"/>
                  </a:cubicBezTo>
                  <a:cubicBezTo>
                    <a:pt x="7259" y="1761"/>
                    <a:pt x="7145" y="1778"/>
                    <a:pt x="7038" y="1807"/>
                  </a:cubicBezTo>
                  <a:cubicBezTo>
                    <a:pt x="7009" y="1448"/>
                    <a:pt x="6712" y="1164"/>
                    <a:pt x="6346" y="1164"/>
                  </a:cubicBezTo>
                  <a:cubicBezTo>
                    <a:pt x="6323" y="1164"/>
                    <a:pt x="6301" y="1167"/>
                    <a:pt x="6280" y="1170"/>
                  </a:cubicBezTo>
                  <a:cubicBezTo>
                    <a:pt x="6081" y="495"/>
                    <a:pt x="5457" y="1"/>
                    <a:pt x="47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5" name="Google Shape;995;p17"/>
            <p:cNvSpPr/>
            <p:nvPr/>
          </p:nvSpPr>
          <p:spPr>
            <a:xfrm>
              <a:off x="6636870" y="4735171"/>
              <a:ext cx="102769" cy="903448"/>
            </a:xfrm>
            <a:custGeom>
              <a:avLst/>
              <a:gdLst/>
              <a:ahLst/>
              <a:cxnLst/>
              <a:rect l="l" t="t" r="r" b="b"/>
              <a:pathLst>
                <a:path w="1083" h="9521" extrusionOk="0">
                  <a:moveTo>
                    <a:pt x="427" y="0"/>
                  </a:moveTo>
                  <a:lnTo>
                    <a:pt x="0" y="9520"/>
                  </a:lnTo>
                  <a:lnTo>
                    <a:pt x="1083" y="9520"/>
                  </a:lnTo>
                  <a:lnTo>
                    <a:pt x="655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6" name="Google Shape;996;p17"/>
            <p:cNvSpPr/>
            <p:nvPr/>
          </p:nvSpPr>
          <p:spPr>
            <a:xfrm>
              <a:off x="6678905" y="4421364"/>
              <a:ext cx="319411" cy="326232"/>
            </a:xfrm>
            <a:custGeom>
              <a:avLst/>
              <a:gdLst/>
              <a:ahLst/>
              <a:cxnLst/>
              <a:rect l="l" t="t" r="r" b="b"/>
              <a:pathLst>
                <a:path w="3366" h="3438" extrusionOk="0">
                  <a:moveTo>
                    <a:pt x="3235" y="1"/>
                  </a:moveTo>
                  <a:cubicBezTo>
                    <a:pt x="3060" y="1"/>
                    <a:pt x="2313" y="660"/>
                    <a:pt x="1496" y="1545"/>
                  </a:cubicBezTo>
                  <a:cubicBezTo>
                    <a:pt x="624" y="2489"/>
                    <a:pt x="0" y="3332"/>
                    <a:pt x="105" y="3428"/>
                  </a:cubicBezTo>
                  <a:cubicBezTo>
                    <a:pt x="111" y="3434"/>
                    <a:pt x="120" y="3437"/>
                    <a:pt x="132" y="3437"/>
                  </a:cubicBezTo>
                  <a:cubicBezTo>
                    <a:pt x="307" y="3437"/>
                    <a:pt x="1053" y="2777"/>
                    <a:pt x="1871" y="1892"/>
                  </a:cubicBezTo>
                  <a:cubicBezTo>
                    <a:pt x="2743" y="948"/>
                    <a:pt x="3366" y="105"/>
                    <a:pt x="3262" y="10"/>
                  </a:cubicBezTo>
                  <a:cubicBezTo>
                    <a:pt x="3256" y="4"/>
                    <a:pt x="3247" y="1"/>
                    <a:pt x="3235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7" name="Google Shape;997;p17"/>
            <p:cNvSpPr/>
            <p:nvPr/>
          </p:nvSpPr>
          <p:spPr>
            <a:xfrm>
              <a:off x="6255120" y="4643981"/>
              <a:ext cx="436795" cy="108175"/>
            </a:xfrm>
            <a:custGeom>
              <a:avLst/>
              <a:gdLst/>
              <a:ahLst/>
              <a:cxnLst/>
              <a:rect l="l" t="t" r="r" b="b"/>
              <a:pathLst>
                <a:path w="4603" h="1140" extrusionOk="0">
                  <a:moveTo>
                    <a:pt x="284" y="0"/>
                  </a:moveTo>
                  <a:cubicBezTo>
                    <a:pt x="130" y="0"/>
                    <a:pt x="40" y="19"/>
                    <a:pt x="31" y="58"/>
                  </a:cubicBezTo>
                  <a:cubicBezTo>
                    <a:pt x="0" y="194"/>
                    <a:pt x="992" y="536"/>
                    <a:pt x="2245" y="818"/>
                  </a:cubicBezTo>
                  <a:cubicBezTo>
                    <a:pt x="3144" y="1021"/>
                    <a:pt x="3934" y="1139"/>
                    <a:pt x="4321" y="1139"/>
                  </a:cubicBezTo>
                  <a:cubicBezTo>
                    <a:pt x="4473" y="1139"/>
                    <a:pt x="4563" y="1121"/>
                    <a:pt x="4572" y="1082"/>
                  </a:cubicBezTo>
                  <a:cubicBezTo>
                    <a:pt x="4602" y="945"/>
                    <a:pt x="3611" y="603"/>
                    <a:pt x="2358" y="321"/>
                  </a:cubicBezTo>
                  <a:cubicBezTo>
                    <a:pt x="1460" y="118"/>
                    <a:pt x="671" y="0"/>
                    <a:pt x="284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8" name="Google Shape;998;p17"/>
            <p:cNvSpPr/>
            <p:nvPr/>
          </p:nvSpPr>
          <p:spPr>
            <a:xfrm>
              <a:off x="6676154" y="4746557"/>
              <a:ext cx="156764" cy="421976"/>
            </a:xfrm>
            <a:custGeom>
              <a:avLst/>
              <a:gdLst/>
              <a:ahLst/>
              <a:cxnLst/>
              <a:rect l="l" t="t" r="r" b="b"/>
              <a:pathLst>
                <a:path w="1652" h="4447" extrusionOk="0">
                  <a:moveTo>
                    <a:pt x="144" y="1"/>
                  </a:moveTo>
                  <a:cubicBezTo>
                    <a:pt x="141" y="1"/>
                    <a:pt x="138" y="1"/>
                    <a:pt x="135" y="2"/>
                  </a:cubicBezTo>
                  <a:cubicBezTo>
                    <a:pt x="1" y="43"/>
                    <a:pt x="201" y="1072"/>
                    <a:pt x="582" y="2299"/>
                  </a:cubicBezTo>
                  <a:cubicBezTo>
                    <a:pt x="956" y="3500"/>
                    <a:pt x="1364" y="4446"/>
                    <a:pt x="1508" y="4446"/>
                  </a:cubicBezTo>
                  <a:cubicBezTo>
                    <a:pt x="1511" y="4446"/>
                    <a:pt x="1514" y="4446"/>
                    <a:pt x="1517" y="4445"/>
                  </a:cubicBezTo>
                  <a:cubicBezTo>
                    <a:pt x="1651" y="4404"/>
                    <a:pt x="1451" y="3375"/>
                    <a:pt x="1070" y="2148"/>
                  </a:cubicBezTo>
                  <a:cubicBezTo>
                    <a:pt x="695" y="948"/>
                    <a:pt x="286" y="1"/>
                    <a:pt x="14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999" name="Google Shape;999;p17"/>
            <p:cNvSpPr/>
            <p:nvPr/>
          </p:nvSpPr>
          <p:spPr>
            <a:xfrm>
              <a:off x="6661921" y="4722265"/>
              <a:ext cx="53900" cy="48584"/>
            </a:xfrm>
            <a:custGeom>
              <a:avLst/>
              <a:gdLst/>
              <a:ahLst/>
              <a:cxnLst/>
              <a:rect l="l" t="t" r="r" b="b"/>
              <a:pathLst>
                <a:path w="568" h="512" extrusionOk="0">
                  <a:moveTo>
                    <a:pt x="285" y="1"/>
                  </a:moveTo>
                  <a:cubicBezTo>
                    <a:pt x="216" y="1"/>
                    <a:pt x="147" y="29"/>
                    <a:pt x="97" y="83"/>
                  </a:cubicBezTo>
                  <a:cubicBezTo>
                    <a:pt x="0" y="186"/>
                    <a:pt x="8" y="348"/>
                    <a:pt x="111" y="443"/>
                  </a:cubicBezTo>
                  <a:cubicBezTo>
                    <a:pt x="160" y="489"/>
                    <a:pt x="222" y="512"/>
                    <a:pt x="284" y="512"/>
                  </a:cubicBezTo>
                  <a:cubicBezTo>
                    <a:pt x="353" y="512"/>
                    <a:pt x="421" y="484"/>
                    <a:pt x="471" y="430"/>
                  </a:cubicBezTo>
                  <a:cubicBezTo>
                    <a:pt x="567" y="328"/>
                    <a:pt x="561" y="165"/>
                    <a:pt x="458" y="69"/>
                  </a:cubicBezTo>
                  <a:cubicBezTo>
                    <a:pt x="408" y="23"/>
                    <a:pt x="346" y="1"/>
                    <a:pt x="285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6673307" y="4732609"/>
              <a:ext cx="31315" cy="28183"/>
            </a:xfrm>
            <a:custGeom>
              <a:avLst/>
              <a:gdLst/>
              <a:ahLst/>
              <a:cxnLst/>
              <a:rect l="l" t="t" r="r" b="b"/>
              <a:pathLst>
                <a:path w="330" h="297" extrusionOk="0">
                  <a:moveTo>
                    <a:pt x="164" y="1"/>
                  </a:moveTo>
                  <a:cubicBezTo>
                    <a:pt x="124" y="1"/>
                    <a:pt x="84" y="17"/>
                    <a:pt x="54" y="48"/>
                  </a:cubicBezTo>
                  <a:cubicBezTo>
                    <a:pt x="0" y="108"/>
                    <a:pt x="3" y="201"/>
                    <a:pt x="64" y="258"/>
                  </a:cubicBezTo>
                  <a:cubicBezTo>
                    <a:pt x="92" y="284"/>
                    <a:pt x="128" y="297"/>
                    <a:pt x="164" y="297"/>
                  </a:cubicBezTo>
                  <a:cubicBezTo>
                    <a:pt x="204" y="297"/>
                    <a:pt x="244" y="281"/>
                    <a:pt x="273" y="249"/>
                  </a:cubicBezTo>
                  <a:cubicBezTo>
                    <a:pt x="330" y="189"/>
                    <a:pt x="325" y="94"/>
                    <a:pt x="264" y="40"/>
                  </a:cubicBezTo>
                  <a:cubicBezTo>
                    <a:pt x="236" y="13"/>
                    <a:pt x="200" y="1"/>
                    <a:pt x="164" y="1"/>
                  </a:cubicBez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6623869" y="5587107"/>
              <a:ext cx="128960" cy="51525"/>
            </a:xfrm>
            <a:custGeom>
              <a:avLst/>
              <a:gdLst/>
              <a:ahLst/>
              <a:cxnLst/>
              <a:rect l="l" t="t" r="r" b="b"/>
              <a:pathLst>
                <a:path w="1359" h="543" extrusionOk="0">
                  <a:moveTo>
                    <a:pt x="0" y="1"/>
                  </a:moveTo>
                  <a:lnTo>
                    <a:pt x="0" y="542"/>
                  </a:lnTo>
                  <a:lnTo>
                    <a:pt x="1358" y="542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6634593" y="5544501"/>
              <a:ext cx="107324" cy="42700"/>
            </a:xfrm>
            <a:custGeom>
              <a:avLst/>
              <a:gdLst/>
              <a:ahLst/>
              <a:cxnLst/>
              <a:rect l="l" t="t" r="r" b="b"/>
              <a:pathLst>
                <a:path w="1131" h="450" extrusionOk="0">
                  <a:moveTo>
                    <a:pt x="1" y="1"/>
                  </a:moveTo>
                  <a:lnTo>
                    <a:pt x="1" y="450"/>
                  </a:lnTo>
                  <a:lnTo>
                    <a:pt x="1130" y="450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6353429" y="4411021"/>
              <a:ext cx="139873" cy="1227592"/>
            </a:xfrm>
            <a:custGeom>
              <a:avLst/>
              <a:gdLst/>
              <a:ahLst/>
              <a:cxnLst/>
              <a:rect l="l" t="t" r="r" b="b"/>
              <a:pathLst>
                <a:path w="1474" h="12937" extrusionOk="0">
                  <a:moveTo>
                    <a:pt x="581" y="1"/>
                  </a:moveTo>
                  <a:lnTo>
                    <a:pt x="1" y="12936"/>
                  </a:lnTo>
                  <a:lnTo>
                    <a:pt x="1473" y="12936"/>
                  </a:lnTo>
                  <a:lnTo>
                    <a:pt x="892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6390340" y="3845563"/>
              <a:ext cx="65856" cy="600179"/>
            </a:xfrm>
            <a:custGeom>
              <a:avLst/>
              <a:gdLst/>
              <a:ahLst/>
              <a:cxnLst/>
              <a:rect l="l" t="t" r="r" b="b"/>
              <a:pathLst>
                <a:path w="694" h="6325" extrusionOk="0">
                  <a:moveTo>
                    <a:pt x="347" y="1"/>
                  </a:moveTo>
                  <a:cubicBezTo>
                    <a:pt x="155" y="1"/>
                    <a:pt x="0" y="1417"/>
                    <a:pt x="0" y="3163"/>
                  </a:cubicBezTo>
                  <a:cubicBezTo>
                    <a:pt x="0" y="4908"/>
                    <a:pt x="155" y="6324"/>
                    <a:pt x="347" y="6324"/>
                  </a:cubicBezTo>
                  <a:cubicBezTo>
                    <a:pt x="539" y="6324"/>
                    <a:pt x="693" y="4908"/>
                    <a:pt x="693" y="3163"/>
                  </a:cubicBezTo>
                  <a:cubicBezTo>
                    <a:pt x="693" y="1417"/>
                    <a:pt x="539" y="1"/>
                    <a:pt x="347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5894627" y="4442904"/>
              <a:ext cx="537760" cy="305451"/>
            </a:xfrm>
            <a:custGeom>
              <a:avLst/>
              <a:gdLst/>
              <a:ahLst/>
              <a:cxnLst/>
              <a:rect l="l" t="t" r="r" b="b"/>
              <a:pathLst>
                <a:path w="5667" h="3219" extrusionOk="0">
                  <a:moveTo>
                    <a:pt x="5490" y="0"/>
                  </a:moveTo>
                  <a:cubicBezTo>
                    <a:pt x="5169" y="0"/>
                    <a:pt x="3996" y="539"/>
                    <a:pt x="2660" y="1309"/>
                  </a:cubicBezTo>
                  <a:cubicBezTo>
                    <a:pt x="1148" y="2183"/>
                    <a:pt x="0" y="3026"/>
                    <a:pt x="94" y="3190"/>
                  </a:cubicBezTo>
                  <a:cubicBezTo>
                    <a:pt x="105" y="3209"/>
                    <a:pt x="133" y="3218"/>
                    <a:pt x="175" y="3218"/>
                  </a:cubicBezTo>
                  <a:cubicBezTo>
                    <a:pt x="496" y="3218"/>
                    <a:pt x="1670" y="2681"/>
                    <a:pt x="3005" y="1909"/>
                  </a:cubicBezTo>
                  <a:cubicBezTo>
                    <a:pt x="4518" y="1037"/>
                    <a:pt x="5667" y="194"/>
                    <a:pt x="5571" y="29"/>
                  </a:cubicBezTo>
                  <a:cubicBezTo>
                    <a:pt x="5560" y="10"/>
                    <a:pt x="5533" y="0"/>
                    <a:pt x="549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6414253" y="4443001"/>
              <a:ext cx="537856" cy="305545"/>
            </a:xfrm>
            <a:custGeom>
              <a:avLst/>
              <a:gdLst/>
              <a:ahLst/>
              <a:cxnLst/>
              <a:rect l="l" t="t" r="r" b="b"/>
              <a:pathLst>
                <a:path w="5668" h="3220" extrusionOk="0">
                  <a:moveTo>
                    <a:pt x="177" y="1"/>
                  </a:moveTo>
                  <a:cubicBezTo>
                    <a:pt x="135" y="1"/>
                    <a:pt x="108" y="10"/>
                    <a:pt x="96" y="29"/>
                  </a:cubicBezTo>
                  <a:cubicBezTo>
                    <a:pt x="0" y="194"/>
                    <a:pt x="1149" y="1037"/>
                    <a:pt x="2660" y="1910"/>
                  </a:cubicBezTo>
                  <a:cubicBezTo>
                    <a:pt x="3998" y="2681"/>
                    <a:pt x="5172" y="3219"/>
                    <a:pt x="5491" y="3219"/>
                  </a:cubicBezTo>
                  <a:cubicBezTo>
                    <a:pt x="5533" y="3219"/>
                    <a:pt x="5560" y="3210"/>
                    <a:pt x="5571" y="3191"/>
                  </a:cubicBezTo>
                  <a:cubicBezTo>
                    <a:pt x="5668" y="3025"/>
                    <a:pt x="4519" y="2183"/>
                    <a:pt x="3007" y="1309"/>
                  </a:cubicBezTo>
                  <a:cubicBezTo>
                    <a:pt x="1671" y="539"/>
                    <a:pt x="498" y="1"/>
                    <a:pt x="177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6390340" y="4412730"/>
              <a:ext cx="65856" cy="65948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0"/>
                  </a:moveTo>
                  <a:cubicBezTo>
                    <a:pt x="155" y="0"/>
                    <a:pt x="0" y="155"/>
                    <a:pt x="0" y="347"/>
                  </a:cubicBezTo>
                  <a:cubicBezTo>
                    <a:pt x="0" y="539"/>
                    <a:pt x="155" y="694"/>
                    <a:pt x="347" y="694"/>
                  </a:cubicBezTo>
                  <a:cubicBezTo>
                    <a:pt x="539" y="694"/>
                    <a:pt x="693" y="539"/>
                    <a:pt x="693" y="347"/>
                  </a:cubicBezTo>
                  <a:cubicBezTo>
                    <a:pt x="693" y="155"/>
                    <a:pt x="539" y="0"/>
                    <a:pt x="347" y="0"/>
                  </a:cubicBez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6404005" y="4426394"/>
              <a:ext cx="38432" cy="38431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3" y="1"/>
                  </a:moveTo>
                  <a:cubicBezTo>
                    <a:pt x="92" y="1"/>
                    <a:pt x="1" y="92"/>
                    <a:pt x="1" y="203"/>
                  </a:cubicBezTo>
                  <a:cubicBezTo>
                    <a:pt x="1" y="315"/>
                    <a:pt x="92" y="405"/>
                    <a:pt x="203" y="405"/>
                  </a:cubicBezTo>
                  <a:cubicBezTo>
                    <a:pt x="314" y="405"/>
                    <a:pt x="405" y="315"/>
                    <a:pt x="405" y="203"/>
                  </a:cubicBezTo>
                  <a:cubicBezTo>
                    <a:pt x="405" y="92"/>
                    <a:pt x="316" y="1"/>
                    <a:pt x="203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6335683" y="5568793"/>
              <a:ext cx="175173" cy="69839"/>
            </a:xfrm>
            <a:custGeom>
              <a:avLst/>
              <a:gdLst/>
              <a:ahLst/>
              <a:cxnLst/>
              <a:rect l="l" t="t" r="r" b="b"/>
              <a:pathLst>
                <a:path w="1846" h="736" extrusionOk="0">
                  <a:moveTo>
                    <a:pt x="0" y="0"/>
                  </a:moveTo>
                  <a:lnTo>
                    <a:pt x="0" y="735"/>
                  </a:lnTo>
                  <a:lnTo>
                    <a:pt x="1845" y="735"/>
                  </a:lnTo>
                  <a:lnTo>
                    <a:pt x="18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6350487" y="5510814"/>
              <a:ext cx="145567" cy="58073"/>
            </a:xfrm>
            <a:custGeom>
              <a:avLst/>
              <a:gdLst/>
              <a:ahLst/>
              <a:cxnLst/>
              <a:rect l="l" t="t" r="r" b="b"/>
              <a:pathLst>
                <a:path w="1534" h="612" extrusionOk="0">
                  <a:moveTo>
                    <a:pt x="1" y="1"/>
                  </a:moveTo>
                  <a:lnTo>
                    <a:pt x="1" y="611"/>
                  </a:lnTo>
                  <a:lnTo>
                    <a:pt x="1534" y="61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6937012" y="4411021"/>
              <a:ext cx="139873" cy="1227592"/>
            </a:xfrm>
            <a:custGeom>
              <a:avLst/>
              <a:gdLst/>
              <a:ahLst/>
              <a:cxnLst/>
              <a:rect l="l" t="t" r="r" b="b"/>
              <a:pathLst>
                <a:path w="1474" h="12937" extrusionOk="0">
                  <a:moveTo>
                    <a:pt x="582" y="1"/>
                  </a:moveTo>
                  <a:lnTo>
                    <a:pt x="0" y="12936"/>
                  </a:lnTo>
                  <a:lnTo>
                    <a:pt x="1473" y="12936"/>
                  </a:lnTo>
                  <a:lnTo>
                    <a:pt x="89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7005997" y="4398591"/>
              <a:ext cx="600675" cy="91095"/>
            </a:xfrm>
            <a:custGeom>
              <a:avLst/>
              <a:gdLst/>
              <a:ahLst/>
              <a:cxnLst/>
              <a:rect l="l" t="t" r="r" b="b"/>
              <a:pathLst>
                <a:path w="6330" h="960" extrusionOk="0">
                  <a:moveTo>
                    <a:pt x="1008" y="0"/>
                  </a:moveTo>
                  <a:cubicBezTo>
                    <a:pt x="409" y="0"/>
                    <a:pt x="31" y="49"/>
                    <a:pt x="21" y="147"/>
                  </a:cubicBezTo>
                  <a:cubicBezTo>
                    <a:pt x="1" y="338"/>
                    <a:pt x="1392" y="640"/>
                    <a:pt x="3128" y="825"/>
                  </a:cubicBezTo>
                  <a:cubicBezTo>
                    <a:pt x="3978" y="915"/>
                    <a:pt x="4753" y="960"/>
                    <a:pt x="5325" y="960"/>
                  </a:cubicBezTo>
                  <a:cubicBezTo>
                    <a:pt x="5922" y="960"/>
                    <a:pt x="6299" y="911"/>
                    <a:pt x="6310" y="813"/>
                  </a:cubicBezTo>
                  <a:cubicBezTo>
                    <a:pt x="6330" y="623"/>
                    <a:pt x="4938" y="319"/>
                    <a:pt x="3202" y="135"/>
                  </a:cubicBezTo>
                  <a:cubicBezTo>
                    <a:pt x="2354" y="45"/>
                    <a:pt x="1580" y="0"/>
                    <a:pt x="1008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6747703" y="3863781"/>
              <a:ext cx="276899" cy="549128"/>
            </a:xfrm>
            <a:custGeom>
              <a:avLst/>
              <a:gdLst/>
              <a:ahLst/>
              <a:cxnLst/>
              <a:rect l="l" t="t" r="r" b="b"/>
              <a:pathLst>
                <a:path w="2918" h="5787" extrusionOk="0">
                  <a:moveTo>
                    <a:pt x="193" y="1"/>
                  </a:moveTo>
                  <a:cubicBezTo>
                    <a:pt x="187" y="1"/>
                    <a:pt x="181" y="2"/>
                    <a:pt x="176" y="4"/>
                  </a:cubicBezTo>
                  <a:cubicBezTo>
                    <a:pt x="1" y="82"/>
                    <a:pt x="435" y="1438"/>
                    <a:pt x="1143" y="3034"/>
                  </a:cubicBezTo>
                  <a:cubicBezTo>
                    <a:pt x="1831" y="4581"/>
                    <a:pt x="2526" y="5787"/>
                    <a:pt x="2726" y="5787"/>
                  </a:cubicBezTo>
                  <a:cubicBezTo>
                    <a:pt x="2732" y="5787"/>
                    <a:pt x="2738" y="5786"/>
                    <a:pt x="2743" y="5783"/>
                  </a:cubicBezTo>
                  <a:cubicBezTo>
                    <a:pt x="2918" y="5705"/>
                    <a:pt x="2485" y="4349"/>
                    <a:pt x="1776" y="2753"/>
                  </a:cubicBezTo>
                  <a:cubicBezTo>
                    <a:pt x="1089" y="1206"/>
                    <a:pt x="395" y="1"/>
                    <a:pt x="193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6640286" y="4411875"/>
              <a:ext cx="382420" cy="486691"/>
            </a:xfrm>
            <a:custGeom>
              <a:avLst/>
              <a:gdLst/>
              <a:ahLst/>
              <a:cxnLst/>
              <a:rect l="l" t="t" r="r" b="b"/>
              <a:pathLst>
                <a:path w="4030" h="5129" extrusionOk="0">
                  <a:moveTo>
                    <a:pt x="3847" y="0"/>
                  </a:moveTo>
                  <a:cubicBezTo>
                    <a:pt x="3627" y="0"/>
                    <a:pt x="2712" y="1018"/>
                    <a:pt x="1736" y="2361"/>
                  </a:cubicBezTo>
                  <a:cubicBezTo>
                    <a:pt x="707" y="3773"/>
                    <a:pt x="0" y="5008"/>
                    <a:pt x="155" y="5120"/>
                  </a:cubicBezTo>
                  <a:cubicBezTo>
                    <a:pt x="162" y="5126"/>
                    <a:pt x="172" y="5128"/>
                    <a:pt x="183" y="5128"/>
                  </a:cubicBezTo>
                  <a:cubicBezTo>
                    <a:pt x="404" y="5128"/>
                    <a:pt x="1319" y="4110"/>
                    <a:pt x="2295" y="2768"/>
                  </a:cubicBezTo>
                  <a:cubicBezTo>
                    <a:pt x="3322" y="1356"/>
                    <a:pt x="4029" y="121"/>
                    <a:pt x="3875" y="8"/>
                  </a:cubicBezTo>
                  <a:cubicBezTo>
                    <a:pt x="3867" y="3"/>
                    <a:pt x="3858" y="0"/>
                    <a:pt x="384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6973355" y="4379612"/>
              <a:ext cx="69461" cy="65853"/>
            </a:xfrm>
            <a:custGeom>
              <a:avLst/>
              <a:gdLst/>
              <a:ahLst/>
              <a:cxnLst/>
              <a:rect l="l" t="t" r="r" b="b"/>
              <a:pathLst>
                <a:path w="732" h="694" extrusionOk="0">
                  <a:moveTo>
                    <a:pt x="364" y="0"/>
                  </a:moveTo>
                  <a:cubicBezTo>
                    <a:pt x="190" y="0"/>
                    <a:pt x="40" y="133"/>
                    <a:pt x="21" y="311"/>
                  </a:cubicBezTo>
                  <a:cubicBezTo>
                    <a:pt x="1" y="502"/>
                    <a:pt x="139" y="672"/>
                    <a:pt x="329" y="692"/>
                  </a:cubicBezTo>
                  <a:cubicBezTo>
                    <a:pt x="341" y="693"/>
                    <a:pt x="353" y="694"/>
                    <a:pt x="365" y="694"/>
                  </a:cubicBezTo>
                  <a:cubicBezTo>
                    <a:pt x="541" y="694"/>
                    <a:pt x="692" y="562"/>
                    <a:pt x="711" y="384"/>
                  </a:cubicBezTo>
                  <a:cubicBezTo>
                    <a:pt x="731" y="194"/>
                    <a:pt x="593" y="23"/>
                    <a:pt x="402" y="2"/>
                  </a:cubicBezTo>
                  <a:cubicBezTo>
                    <a:pt x="389" y="1"/>
                    <a:pt x="377" y="0"/>
                    <a:pt x="364" y="0"/>
                  </a:cubicBez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6" name="Google Shape;1016;p17"/>
            <p:cNvSpPr/>
            <p:nvPr/>
          </p:nvSpPr>
          <p:spPr>
            <a:xfrm>
              <a:off x="6987873" y="4393182"/>
              <a:ext cx="40520" cy="38620"/>
            </a:xfrm>
            <a:custGeom>
              <a:avLst/>
              <a:gdLst/>
              <a:ahLst/>
              <a:cxnLst/>
              <a:rect l="l" t="t" r="r" b="b"/>
              <a:pathLst>
                <a:path w="427" h="407" extrusionOk="0">
                  <a:moveTo>
                    <a:pt x="215" y="1"/>
                  </a:moveTo>
                  <a:cubicBezTo>
                    <a:pt x="112" y="1"/>
                    <a:pt x="23" y="78"/>
                    <a:pt x="12" y="182"/>
                  </a:cubicBezTo>
                  <a:cubicBezTo>
                    <a:pt x="0" y="293"/>
                    <a:pt x="80" y="394"/>
                    <a:pt x="192" y="405"/>
                  </a:cubicBezTo>
                  <a:cubicBezTo>
                    <a:pt x="199" y="406"/>
                    <a:pt x="207" y="406"/>
                    <a:pt x="214" y="406"/>
                  </a:cubicBezTo>
                  <a:cubicBezTo>
                    <a:pt x="316" y="406"/>
                    <a:pt x="402" y="330"/>
                    <a:pt x="416" y="225"/>
                  </a:cubicBezTo>
                  <a:cubicBezTo>
                    <a:pt x="427" y="113"/>
                    <a:pt x="346" y="13"/>
                    <a:pt x="236" y="2"/>
                  </a:cubicBezTo>
                  <a:cubicBezTo>
                    <a:pt x="229" y="1"/>
                    <a:pt x="222" y="1"/>
                    <a:pt x="215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7" name="Google Shape;1017;p17"/>
            <p:cNvSpPr/>
            <p:nvPr/>
          </p:nvSpPr>
          <p:spPr>
            <a:xfrm>
              <a:off x="6919267" y="5568793"/>
              <a:ext cx="175173" cy="69839"/>
            </a:xfrm>
            <a:custGeom>
              <a:avLst/>
              <a:gdLst/>
              <a:ahLst/>
              <a:cxnLst/>
              <a:rect l="l" t="t" r="r" b="b"/>
              <a:pathLst>
                <a:path w="1846" h="736" extrusionOk="0">
                  <a:moveTo>
                    <a:pt x="1" y="0"/>
                  </a:moveTo>
                  <a:lnTo>
                    <a:pt x="1" y="735"/>
                  </a:lnTo>
                  <a:lnTo>
                    <a:pt x="1846" y="735"/>
                  </a:lnTo>
                  <a:lnTo>
                    <a:pt x="18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8" name="Google Shape;1018;p17"/>
            <p:cNvSpPr/>
            <p:nvPr/>
          </p:nvSpPr>
          <p:spPr>
            <a:xfrm>
              <a:off x="6934164" y="5510814"/>
              <a:ext cx="145661" cy="58073"/>
            </a:xfrm>
            <a:custGeom>
              <a:avLst/>
              <a:gdLst/>
              <a:ahLst/>
              <a:cxnLst/>
              <a:rect l="l" t="t" r="r" b="b"/>
              <a:pathLst>
                <a:path w="1535" h="612" extrusionOk="0">
                  <a:moveTo>
                    <a:pt x="0" y="1"/>
                  </a:moveTo>
                  <a:lnTo>
                    <a:pt x="0" y="611"/>
                  </a:lnTo>
                  <a:lnTo>
                    <a:pt x="1534" y="61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19" name="Google Shape;1019;p17"/>
            <p:cNvSpPr/>
            <p:nvPr/>
          </p:nvSpPr>
          <p:spPr>
            <a:xfrm>
              <a:off x="5726574" y="4576796"/>
              <a:ext cx="532257" cy="248707"/>
            </a:xfrm>
            <a:custGeom>
              <a:avLst/>
              <a:gdLst/>
              <a:ahLst/>
              <a:cxnLst/>
              <a:rect l="l" t="t" r="r" b="b"/>
              <a:pathLst>
                <a:path w="5609" h="2621" extrusionOk="0">
                  <a:moveTo>
                    <a:pt x="1198" y="1"/>
                  </a:moveTo>
                  <a:lnTo>
                    <a:pt x="1" y="2620"/>
                  </a:lnTo>
                  <a:lnTo>
                    <a:pt x="4411" y="2621"/>
                  </a:lnTo>
                  <a:lnTo>
                    <a:pt x="5608" y="2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0" name="Google Shape;1020;p17"/>
            <p:cNvSpPr/>
            <p:nvPr/>
          </p:nvSpPr>
          <p:spPr>
            <a:xfrm>
              <a:off x="5754568" y="4710404"/>
              <a:ext cx="95273" cy="97357"/>
            </a:xfrm>
            <a:custGeom>
              <a:avLst/>
              <a:gdLst/>
              <a:ahLst/>
              <a:cxnLst/>
              <a:rect l="l" t="t" r="r" b="b"/>
              <a:pathLst>
                <a:path w="1004" h="1026" extrusionOk="0">
                  <a:moveTo>
                    <a:pt x="469" y="0"/>
                  </a:moveTo>
                  <a:lnTo>
                    <a:pt x="1" y="1024"/>
                  </a:lnTo>
                  <a:lnTo>
                    <a:pt x="537" y="1026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1" name="Google Shape;1021;p17"/>
            <p:cNvSpPr/>
            <p:nvPr/>
          </p:nvSpPr>
          <p:spPr>
            <a:xfrm>
              <a:off x="5820138" y="4710404"/>
              <a:ext cx="95463" cy="97357"/>
            </a:xfrm>
            <a:custGeom>
              <a:avLst/>
              <a:gdLst/>
              <a:ahLst/>
              <a:cxnLst/>
              <a:rect l="l" t="t" r="r" b="b"/>
              <a:pathLst>
                <a:path w="1006" h="1026" extrusionOk="0">
                  <a:moveTo>
                    <a:pt x="469" y="0"/>
                  </a:moveTo>
                  <a:lnTo>
                    <a:pt x="0" y="1026"/>
                  </a:lnTo>
                  <a:lnTo>
                    <a:pt x="536" y="1026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2" name="Google Shape;1022;p17"/>
            <p:cNvSpPr/>
            <p:nvPr/>
          </p:nvSpPr>
          <p:spPr>
            <a:xfrm>
              <a:off x="5885613" y="4710404"/>
              <a:ext cx="95463" cy="97357"/>
            </a:xfrm>
            <a:custGeom>
              <a:avLst/>
              <a:gdLst/>
              <a:ahLst/>
              <a:cxnLst/>
              <a:rect l="l" t="t" r="r" b="b"/>
              <a:pathLst>
                <a:path w="1006" h="1026" extrusionOk="0">
                  <a:moveTo>
                    <a:pt x="470" y="0"/>
                  </a:moveTo>
                  <a:lnTo>
                    <a:pt x="1" y="1026"/>
                  </a:lnTo>
                  <a:lnTo>
                    <a:pt x="537" y="1026"/>
                  </a:lnTo>
                  <a:lnTo>
                    <a:pt x="10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3" name="Google Shape;1023;p17"/>
            <p:cNvSpPr/>
            <p:nvPr/>
          </p:nvSpPr>
          <p:spPr>
            <a:xfrm>
              <a:off x="5951373" y="4710404"/>
              <a:ext cx="95273" cy="97357"/>
            </a:xfrm>
            <a:custGeom>
              <a:avLst/>
              <a:gdLst/>
              <a:ahLst/>
              <a:cxnLst/>
              <a:rect l="l" t="t" r="r" b="b"/>
              <a:pathLst>
                <a:path w="1004" h="1026" extrusionOk="0">
                  <a:moveTo>
                    <a:pt x="468" y="0"/>
                  </a:moveTo>
                  <a:lnTo>
                    <a:pt x="1" y="1026"/>
                  </a:lnTo>
                  <a:lnTo>
                    <a:pt x="535" y="1026"/>
                  </a:lnTo>
                  <a:lnTo>
                    <a:pt x="1003" y="2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4" name="Google Shape;1024;p17"/>
            <p:cNvSpPr/>
            <p:nvPr/>
          </p:nvSpPr>
          <p:spPr>
            <a:xfrm>
              <a:off x="6016943" y="4710594"/>
              <a:ext cx="95368" cy="97263"/>
            </a:xfrm>
            <a:custGeom>
              <a:avLst/>
              <a:gdLst/>
              <a:ahLst/>
              <a:cxnLst/>
              <a:rect l="l" t="t" r="r" b="b"/>
              <a:pathLst>
                <a:path w="1005" h="1025" extrusionOk="0">
                  <a:moveTo>
                    <a:pt x="468" y="0"/>
                  </a:moveTo>
                  <a:lnTo>
                    <a:pt x="0" y="1024"/>
                  </a:lnTo>
                  <a:lnTo>
                    <a:pt x="535" y="1025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5" name="Google Shape;1025;p17"/>
            <p:cNvSpPr/>
            <p:nvPr/>
          </p:nvSpPr>
          <p:spPr>
            <a:xfrm>
              <a:off x="6082417" y="4710594"/>
              <a:ext cx="95368" cy="97263"/>
            </a:xfrm>
            <a:custGeom>
              <a:avLst/>
              <a:gdLst/>
              <a:ahLst/>
              <a:cxnLst/>
              <a:rect l="l" t="t" r="r" b="b"/>
              <a:pathLst>
                <a:path w="1005" h="1025" extrusionOk="0">
                  <a:moveTo>
                    <a:pt x="469" y="0"/>
                  </a:moveTo>
                  <a:lnTo>
                    <a:pt x="1" y="1025"/>
                  </a:lnTo>
                  <a:lnTo>
                    <a:pt x="536" y="1025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6" name="Google Shape;1026;p17"/>
            <p:cNvSpPr/>
            <p:nvPr/>
          </p:nvSpPr>
          <p:spPr>
            <a:xfrm>
              <a:off x="5807517" y="4594542"/>
              <a:ext cx="95463" cy="97263"/>
            </a:xfrm>
            <a:custGeom>
              <a:avLst/>
              <a:gdLst/>
              <a:ahLst/>
              <a:cxnLst/>
              <a:rect l="l" t="t" r="r" b="b"/>
              <a:pathLst>
                <a:path w="1006" h="1025" extrusionOk="0">
                  <a:moveTo>
                    <a:pt x="469" y="1"/>
                  </a:moveTo>
                  <a:lnTo>
                    <a:pt x="0" y="1025"/>
                  </a:lnTo>
                  <a:lnTo>
                    <a:pt x="536" y="1025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7" name="Google Shape;1027;p17"/>
            <p:cNvSpPr/>
            <p:nvPr/>
          </p:nvSpPr>
          <p:spPr>
            <a:xfrm>
              <a:off x="5872993" y="4594542"/>
              <a:ext cx="95463" cy="97263"/>
            </a:xfrm>
            <a:custGeom>
              <a:avLst/>
              <a:gdLst/>
              <a:ahLst/>
              <a:cxnLst/>
              <a:rect l="l" t="t" r="r" b="b"/>
              <a:pathLst>
                <a:path w="1006" h="1025" extrusionOk="0">
                  <a:moveTo>
                    <a:pt x="470" y="1"/>
                  </a:moveTo>
                  <a:lnTo>
                    <a:pt x="1" y="1025"/>
                  </a:lnTo>
                  <a:lnTo>
                    <a:pt x="537" y="1025"/>
                  </a:lnTo>
                  <a:lnTo>
                    <a:pt x="10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8" name="Google Shape;1028;p17"/>
            <p:cNvSpPr/>
            <p:nvPr/>
          </p:nvSpPr>
          <p:spPr>
            <a:xfrm>
              <a:off x="5938753" y="4594542"/>
              <a:ext cx="95273" cy="97263"/>
            </a:xfrm>
            <a:custGeom>
              <a:avLst/>
              <a:gdLst/>
              <a:ahLst/>
              <a:cxnLst/>
              <a:rect l="l" t="t" r="r" b="b"/>
              <a:pathLst>
                <a:path w="1004" h="1025" extrusionOk="0">
                  <a:moveTo>
                    <a:pt x="468" y="1"/>
                  </a:moveTo>
                  <a:lnTo>
                    <a:pt x="1" y="1025"/>
                  </a:lnTo>
                  <a:lnTo>
                    <a:pt x="535" y="1025"/>
                  </a:lnTo>
                  <a:lnTo>
                    <a:pt x="1003" y="2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29" name="Google Shape;1029;p17"/>
            <p:cNvSpPr/>
            <p:nvPr/>
          </p:nvSpPr>
          <p:spPr>
            <a:xfrm>
              <a:off x="6004321" y="4594637"/>
              <a:ext cx="95368" cy="97263"/>
            </a:xfrm>
            <a:custGeom>
              <a:avLst/>
              <a:gdLst/>
              <a:ahLst/>
              <a:cxnLst/>
              <a:rect l="l" t="t" r="r" b="b"/>
              <a:pathLst>
                <a:path w="1005" h="1025" extrusionOk="0">
                  <a:moveTo>
                    <a:pt x="468" y="1"/>
                  </a:moveTo>
                  <a:lnTo>
                    <a:pt x="0" y="1024"/>
                  </a:lnTo>
                  <a:lnTo>
                    <a:pt x="535" y="1025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0" name="Google Shape;1030;p17"/>
            <p:cNvSpPr/>
            <p:nvPr/>
          </p:nvSpPr>
          <p:spPr>
            <a:xfrm>
              <a:off x="6069797" y="4594637"/>
              <a:ext cx="95368" cy="97263"/>
            </a:xfrm>
            <a:custGeom>
              <a:avLst/>
              <a:gdLst/>
              <a:ahLst/>
              <a:cxnLst/>
              <a:rect l="l" t="t" r="r" b="b"/>
              <a:pathLst>
                <a:path w="1005" h="1025" extrusionOk="0">
                  <a:moveTo>
                    <a:pt x="469" y="1"/>
                  </a:moveTo>
                  <a:lnTo>
                    <a:pt x="1" y="1025"/>
                  </a:lnTo>
                  <a:lnTo>
                    <a:pt x="536" y="1025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1" name="Google Shape;1031;p17"/>
            <p:cNvSpPr/>
            <p:nvPr/>
          </p:nvSpPr>
          <p:spPr>
            <a:xfrm>
              <a:off x="6135367" y="4594637"/>
              <a:ext cx="95368" cy="97263"/>
            </a:xfrm>
            <a:custGeom>
              <a:avLst/>
              <a:gdLst/>
              <a:ahLst/>
              <a:cxnLst/>
              <a:rect l="l" t="t" r="r" b="b"/>
              <a:pathLst>
                <a:path w="1005" h="1025" extrusionOk="0">
                  <a:moveTo>
                    <a:pt x="468" y="1"/>
                  </a:moveTo>
                  <a:lnTo>
                    <a:pt x="1" y="1025"/>
                  </a:lnTo>
                  <a:lnTo>
                    <a:pt x="536" y="1025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2" name="Google Shape;1032;p17"/>
            <p:cNvSpPr/>
            <p:nvPr/>
          </p:nvSpPr>
          <p:spPr>
            <a:xfrm>
              <a:off x="5726574" y="4825318"/>
              <a:ext cx="418575" cy="29796"/>
            </a:xfrm>
            <a:custGeom>
              <a:avLst/>
              <a:gdLst/>
              <a:ahLst/>
              <a:cxnLst/>
              <a:rect l="l" t="t" r="r" b="b"/>
              <a:pathLst>
                <a:path w="4411" h="314" extrusionOk="0">
                  <a:moveTo>
                    <a:pt x="1" y="1"/>
                  </a:moveTo>
                  <a:lnTo>
                    <a:pt x="1" y="314"/>
                  </a:lnTo>
                  <a:lnTo>
                    <a:pt x="4411" y="314"/>
                  </a:lnTo>
                  <a:lnTo>
                    <a:pt x="4411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3" name="Google Shape;1033;p17"/>
            <p:cNvSpPr/>
            <p:nvPr/>
          </p:nvSpPr>
          <p:spPr>
            <a:xfrm>
              <a:off x="6144857" y="4576893"/>
              <a:ext cx="113967" cy="278217"/>
            </a:xfrm>
            <a:custGeom>
              <a:avLst/>
              <a:gdLst/>
              <a:ahLst/>
              <a:cxnLst/>
              <a:rect l="l" t="t" r="r" b="b"/>
              <a:pathLst>
                <a:path w="1201" h="2932" extrusionOk="0">
                  <a:moveTo>
                    <a:pt x="1200" y="1"/>
                  </a:moveTo>
                  <a:lnTo>
                    <a:pt x="1" y="2619"/>
                  </a:lnTo>
                  <a:lnTo>
                    <a:pt x="1" y="2932"/>
                  </a:lnTo>
                  <a:lnTo>
                    <a:pt x="1200" y="315"/>
                  </a:lnTo>
                  <a:lnTo>
                    <a:pt x="1200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4" name="Google Shape;1034;p17"/>
            <p:cNvSpPr/>
            <p:nvPr/>
          </p:nvSpPr>
          <p:spPr>
            <a:xfrm>
              <a:off x="5778195" y="4840215"/>
              <a:ext cx="20212" cy="190349"/>
            </a:xfrm>
            <a:custGeom>
              <a:avLst/>
              <a:gdLst/>
              <a:ahLst/>
              <a:cxnLst/>
              <a:rect l="l" t="t" r="r" b="b"/>
              <a:pathLst>
                <a:path w="213" h="2006" extrusionOk="0">
                  <a:moveTo>
                    <a:pt x="0" y="0"/>
                  </a:moveTo>
                  <a:lnTo>
                    <a:pt x="0" y="2006"/>
                  </a:lnTo>
                  <a:lnTo>
                    <a:pt x="212" y="2006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5" name="Google Shape;1035;p17"/>
            <p:cNvSpPr/>
            <p:nvPr/>
          </p:nvSpPr>
          <p:spPr>
            <a:xfrm>
              <a:off x="6073117" y="4840215"/>
              <a:ext cx="20307" cy="190349"/>
            </a:xfrm>
            <a:custGeom>
              <a:avLst/>
              <a:gdLst/>
              <a:ahLst/>
              <a:cxnLst/>
              <a:rect l="l" t="t" r="r" b="b"/>
              <a:pathLst>
                <a:path w="214" h="2006" extrusionOk="0">
                  <a:moveTo>
                    <a:pt x="1" y="0"/>
                  </a:moveTo>
                  <a:lnTo>
                    <a:pt x="1" y="2006"/>
                  </a:lnTo>
                  <a:lnTo>
                    <a:pt x="214" y="2006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6" name="Google Shape;1036;p17"/>
            <p:cNvSpPr/>
            <p:nvPr/>
          </p:nvSpPr>
          <p:spPr>
            <a:xfrm>
              <a:off x="5677231" y="5083327"/>
              <a:ext cx="524571" cy="555391"/>
            </a:xfrm>
            <a:custGeom>
              <a:avLst/>
              <a:gdLst/>
              <a:ahLst/>
              <a:cxnLst/>
              <a:rect l="l" t="t" r="r" b="b"/>
              <a:pathLst>
                <a:path w="5528" h="5853" extrusionOk="0">
                  <a:moveTo>
                    <a:pt x="0" y="0"/>
                  </a:moveTo>
                  <a:lnTo>
                    <a:pt x="0" y="5852"/>
                  </a:lnTo>
                  <a:lnTo>
                    <a:pt x="5527" y="5852"/>
                  </a:lnTo>
                  <a:lnTo>
                    <a:pt x="55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7" name="Google Shape;1037;p17"/>
            <p:cNvSpPr/>
            <p:nvPr/>
          </p:nvSpPr>
          <p:spPr>
            <a:xfrm>
              <a:off x="5653128" y="5061882"/>
              <a:ext cx="572776" cy="41561"/>
            </a:xfrm>
            <a:custGeom>
              <a:avLst/>
              <a:gdLst/>
              <a:ahLst/>
              <a:cxnLst/>
              <a:rect l="l" t="t" r="r" b="b"/>
              <a:pathLst>
                <a:path w="6036" h="438" extrusionOk="0">
                  <a:moveTo>
                    <a:pt x="0" y="0"/>
                  </a:moveTo>
                  <a:lnTo>
                    <a:pt x="0" y="437"/>
                  </a:lnTo>
                  <a:lnTo>
                    <a:pt x="6035" y="437"/>
                  </a:lnTo>
                  <a:lnTo>
                    <a:pt x="6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5620105" y="5009882"/>
              <a:ext cx="638632" cy="52095"/>
            </a:xfrm>
            <a:custGeom>
              <a:avLst/>
              <a:gdLst/>
              <a:ahLst/>
              <a:cxnLst/>
              <a:rect l="l" t="t" r="r" b="b"/>
              <a:pathLst>
                <a:path w="6730" h="549" extrusionOk="0">
                  <a:moveTo>
                    <a:pt x="1" y="1"/>
                  </a:moveTo>
                  <a:lnTo>
                    <a:pt x="1" y="548"/>
                  </a:lnTo>
                  <a:lnTo>
                    <a:pt x="6729" y="548"/>
                  </a:lnTo>
                  <a:lnTo>
                    <a:pt x="67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5828868" y="5168446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5828868" y="535557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5731983" y="5168446"/>
              <a:ext cx="65667" cy="155335"/>
            </a:xfrm>
            <a:custGeom>
              <a:avLst/>
              <a:gdLst/>
              <a:ahLst/>
              <a:cxnLst/>
              <a:rect l="l" t="t" r="r" b="b"/>
              <a:pathLst>
                <a:path w="692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5731983" y="5355571"/>
              <a:ext cx="65667" cy="155335"/>
            </a:xfrm>
            <a:custGeom>
              <a:avLst/>
              <a:gdLst/>
              <a:ahLst/>
              <a:cxnLst/>
              <a:rect l="l" t="t" r="r" b="b"/>
              <a:pathLst>
                <a:path w="692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3" name="Google Shape;1043;p17"/>
            <p:cNvSpPr/>
            <p:nvPr/>
          </p:nvSpPr>
          <p:spPr>
            <a:xfrm>
              <a:off x="6089536" y="5168446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4" name="Google Shape;1044;p17"/>
            <p:cNvSpPr/>
            <p:nvPr/>
          </p:nvSpPr>
          <p:spPr>
            <a:xfrm>
              <a:off x="6089536" y="535557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5" name="Google Shape;1045;p17"/>
            <p:cNvSpPr/>
            <p:nvPr/>
          </p:nvSpPr>
          <p:spPr>
            <a:xfrm>
              <a:off x="5992650" y="5168446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6" name="Google Shape;1046;p17"/>
            <p:cNvSpPr/>
            <p:nvPr/>
          </p:nvSpPr>
          <p:spPr>
            <a:xfrm>
              <a:off x="5992650" y="535557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7" name="Google Shape;1047;p17"/>
            <p:cNvSpPr/>
            <p:nvPr/>
          </p:nvSpPr>
          <p:spPr>
            <a:xfrm>
              <a:off x="5202489" y="4136880"/>
              <a:ext cx="532257" cy="248707"/>
            </a:xfrm>
            <a:custGeom>
              <a:avLst/>
              <a:gdLst/>
              <a:ahLst/>
              <a:cxnLst/>
              <a:rect l="l" t="t" r="r" b="b"/>
              <a:pathLst>
                <a:path w="5609" h="2621" extrusionOk="0">
                  <a:moveTo>
                    <a:pt x="1198" y="0"/>
                  </a:moveTo>
                  <a:lnTo>
                    <a:pt x="1" y="2620"/>
                  </a:lnTo>
                  <a:lnTo>
                    <a:pt x="4412" y="2621"/>
                  </a:lnTo>
                  <a:lnTo>
                    <a:pt x="5609" y="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8" name="Google Shape;1048;p17"/>
            <p:cNvSpPr/>
            <p:nvPr/>
          </p:nvSpPr>
          <p:spPr>
            <a:xfrm>
              <a:off x="5230576" y="4270487"/>
              <a:ext cx="95368" cy="97263"/>
            </a:xfrm>
            <a:custGeom>
              <a:avLst/>
              <a:gdLst/>
              <a:ahLst/>
              <a:cxnLst/>
              <a:rect l="l" t="t" r="r" b="b"/>
              <a:pathLst>
                <a:path w="1005" h="1025" extrusionOk="0">
                  <a:moveTo>
                    <a:pt x="468" y="0"/>
                  </a:moveTo>
                  <a:lnTo>
                    <a:pt x="1" y="1024"/>
                  </a:lnTo>
                  <a:lnTo>
                    <a:pt x="537" y="1025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49" name="Google Shape;1049;p17"/>
            <p:cNvSpPr/>
            <p:nvPr/>
          </p:nvSpPr>
          <p:spPr>
            <a:xfrm>
              <a:off x="5296146" y="4270487"/>
              <a:ext cx="95273" cy="97263"/>
            </a:xfrm>
            <a:custGeom>
              <a:avLst/>
              <a:gdLst/>
              <a:ahLst/>
              <a:cxnLst/>
              <a:rect l="l" t="t" r="r" b="b"/>
              <a:pathLst>
                <a:path w="1004" h="1025" extrusionOk="0">
                  <a:moveTo>
                    <a:pt x="468" y="0"/>
                  </a:moveTo>
                  <a:lnTo>
                    <a:pt x="0" y="1025"/>
                  </a:lnTo>
                  <a:lnTo>
                    <a:pt x="536" y="1025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0" name="Google Shape;1050;p17"/>
            <p:cNvSpPr/>
            <p:nvPr/>
          </p:nvSpPr>
          <p:spPr>
            <a:xfrm>
              <a:off x="5361717" y="4270487"/>
              <a:ext cx="95273" cy="97263"/>
            </a:xfrm>
            <a:custGeom>
              <a:avLst/>
              <a:gdLst/>
              <a:ahLst/>
              <a:cxnLst/>
              <a:rect l="l" t="t" r="r" b="b"/>
              <a:pathLst>
                <a:path w="1004" h="1025" extrusionOk="0">
                  <a:moveTo>
                    <a:pt x="469" y="0"/>
                  </a:moveTo>
                  <a:lnTo>
                    <a:pt x="1" y="1025"/>
                  </a:lnTo>
                  <a:lnTo>
                    <a:pt x="536" y="1025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1" name="Google Shape;1051;p17"/>
            <p:cNvSpPr/>
            <p:nvPr/>
          </p:nvSpPr>
          <p:spPr>
            <a:xfrm>
              <a:off x="5427285" y="4270487"/>
              <a:ext cx="95368" cy="97263"/>
            </a:xfrm>
            <a:custGeom>
              <a:avLst/>
              <a:gdLst/>
              <a:ahLst/>
              <a:cxnLst/>
              <a:rect l="l" t="t" r="r" b="b"/>
              <a:pathLst>
                <a:path w="1005" h="1025" extrusionOk="0">
                  <a:moveTo>
                    <a:pt x="469" y="0"/>
                  </a:moveTo>
                  <a:lnTo>
                    <a:pt x="0" y="1025"/>
                  </a:lnTo>
                  <a:lnTo>
                    <a:pt x="537" y="1025"/>
                  </a:lnTo>
                  <a:lnTo>
                    <a:pt x="1004" y="1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2" name="Google Shape;1052;p17"/>
            <p:cNvSpPr/>
            <p:nvPr/>
          </p:nvSpPr>
          <p:spPr>
            <a:xfrm>
              <a:off x="5492857" y="4270582"/>
              <a:ext cx="95273" cy="97357"/>
            </a:xfrm>
            <a:custGeom>
              <a:avLst/>
              <a:gdLst/>
              <a:ahLst/>
              <a:cxnLst/>
              <a:rect l="l" t="t" r="r" b="b"/>
              <a:pathLst>
                <a:path w="1004" h="1026" extrusionOk="0">
                  <a:moveTo>
                    <a:pt x="469" y="0"/>
                  </a:moveTo>
                  <a:lnTo>
                    <a:pt x="0" y="1024"/>
                  </a:lnTo>
                  <a:lnTo>
                    <a:pt x="536" y="1026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5558428" y="4270582"/>
              <a:ext cx="95273" cy="97357"/>
            </a:xfrm>
            <a:custGeom>
              <a:avLst/>
              <a:gdLst/>
              <a:ahLst/>
              <a:cxnLst/>
              <a:rect l="l" t="t" r="r" b="b"/>
              <a:pathLst>
                <a:path w="1004" h="1026" extrusionOk="0">
                  <a:moveTo>
                    <a:pt x="468" y="0"/>
                  </a:moveTo>
                  <a:lnTo>
                    <a:pt x="1" y="1026"/>
                  </a:lnTo>
                  <a:lnTo>
                    <a:pt x="536" y="1026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4" name="Google Shape;1054;p17"/>
            <p:cNvSpPr/>
            <p:nvPr/>
          </p:nvSpPr>
          <p:spPr>
            <a:xfrm>
              <a:off x="5283526" y="4154530"/>
              <a:ext cx="95273" cy="97357"/>
            </a:xfrm>
            <a:custGeom>
              <a:avLst/>
              <a:gdLst/>
              <a:ahLst/>
              <a:cxnLst/>
              <a:rect l="l" t="t" r="r" b="b"/>
              <a:pathLst>
                <a:path w="1004" h="1026" extrusionOk="0">
                  <a:moveTo>
                    <a:pt x="468" y="1"/>
                  </a:moveTo>
                  <a:lnTo>
                    <a:pt x="0" y="1026"/>
                  </a:lnTo>
                  <a:lnTo>
                    <a:pt x="536" y="1026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5" name="Google Shape;1055;p17"/>
            <p:cNvSpPr/>
            <p:nvPr/>
          </p:nvSpPr>
          <p:spPr>
            <a:xfrm>
              <a:off x="5349096" y="4154530"/>
              <a:ext cx="95273" cy="97357"/>
            </a:xfrm>
            <a:custGeom>
              <a:avLst/>
              <a:gdLst/>
              <a:ahLst/>
              <a:cxnLst/>
              <a:rect l="l" t="t" r="r" b="b"/>
              <a:pathLst>
                <a:path w="1004" h="1026" extrusionOk="0">
                  <a:moveTo>
                    <a:pt x="469" y="1"/>
                  </a:moveTo>
                  <a:lnTo>
                    <a:pt x="1" y="1026"/>
                  </a:lnTo>
                  <a:lnTo>
                    <a:pt x="536" y="1026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6" name="Google Shape;1056;p17"/>
            <p:cNvSpPr/>
            <p:nvPr/>
          </p:nvSpPr>
          <p:spPr>
            <a:xfrm>
              <a:off x="5414665" y="4154530"/>
              <a:ext cx="95368" cy="97357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469" y="1"/>
                  </a:moveTo>
                  <a:lnTo>
                    <a:pt x="0" y="1026"/>
                  </a:lnTo>
                  <a:lnTo>
                    <a:pt x="537" y="1026"/>
                  </a:lnTo>
                  <a:lnTo>
                    <a:pt x="1004" y="3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7" name="Google Shape;1057;p17"/>
            <p:cNvSpPr/>
            <p:nvPr/>
          </p:nvSpPr>
          <p:spPr>
            <a:xfrm>
              <a:off x="5480237" y="4154719"/>
              <a:ext cx="95273" cy="97263"/>
            </a:xfrm>
            <a:custGeom>
              <a:avLst/>
              <a:gdLst/>
              <a:ahLst/>
              <a:cxnLst/>
              <a:rect l="l" t="t" r="r" b="b"/>
              <a:pathLst>
                <a:path w="1004" h="1025" extrusionOk="0">
                  <a:moveTo>
                    <a:pt x="469" y="1"/>
                  </a:moveTo>
                  <a:lnTo>
                    <a:pt x="0" y="1024"/>
                  </a:lnTo>
                  <a:lnTo>
                    <a:pt x="536" y="1025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8" name="Google Shape;1058;p17"/>
            <p:cNvSpPr/>
            <p:nvPr/>
          </p:nvSpPr>
          <p:spPr>
            <a:xfrm>
              <a:off x="5545806" y="4154719"/>
              <a:ext cx="95273" cy="97263"/>
            </a:xfrm>
            <a:custGeom>
              <a:avLst/>
              <a:gdLst/>
              <a:ahLst/>
              <a:cxnLst/>
              <a:rect l="l" t="t" r="r" b="b"/>
              <a:pathLst>
                <a:path w="1004" h="1025" extrusionOk="0">
                  <a:moveTo>
                    <a:pt x="469" y="1"/>
                  </a:moveTo>
                  <a:lnTo>
                    <a:pt x="1" y="1025"/>
                  </a:lnTo>
                  <a:lnTo>
                    <a:pt x="536" y="1025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59" name="Google Shape;1059;p17"/>
            <p:cNvSpPr/>
            <p:nvPr/>
          </p:nvSpPr>
          <p:spPr>
            <a:xfrm>
              <a:off x="5611377" y="4154719"/>
              <a:ext cx="95463" cy="97263"/>
            </a:xfrm>
            <a:custGeom>
              <a:avLst/>
              <a:gdLst/>
              <a:ahLst/>
              <a:cxnLst/>
              <a:rect l="l" t="t" r="r" b="b"/>
              <a:pathLst>
                <a:path w="1006" h="1025" extrusionOk="0">
                  <a:moveTo>
                    <a:pt x="469" y="1"/>
                  </a:moveTo>
                  <a:lnTo>
                    <a:pt x="0" y="1025"/>
                  </a:lnTo>
                  <a:lnTo>
                    <a:pt x="537" y="1025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0" name="Google Shape;1060;p17"/>
            <p:cNvSpPr/>
            <p:nvPr/>
          </p:nvSpPr>
          <p:spPr>
            <a:xfrm>
              <a:off x="5202489" y="4385401"/>
              <a:ext cx="418575" cy="29796"/>
            </a:xfrm>
            <a:custGeom>
              <a:avLst/>
              <a:gdLst/>
              <a:ahLst/>
              <a:cxnLst/>
              <a:rect l="l" t="t" r="r" b="b"/>
              <a:pathLst>
                <a:path w="4411" h="314" extrusionOk="0">
                  <a:moveTo>
                    <a:pt x="1" y="1"/>
                  </a:moveTo>
                  <a:lnTo>
                    <a:pt x="1" y="314"/>
                  </a:lnTo>
                  <a:lnTo>
                    <a:pt x="4411" y="314"/>
                  </a:lnTo>
                  <a:lnTo>
                    <a:pt x="4411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1" name="Google Shape;1061;p17"/>
            <p:cNvSpPr/>
            <p:nvPr/>
          </p:nvSpPr>
          <p:spPr>
            <a:xfrm>
              <a:off x="5620961" y="4136976"/>
              <a:ext cx="113777" cy="278217"/>
            </a:xfrm>
            <a:custGeom>
              <a:avLst/>
              <a:gdLst/>
              <a:ahLst/>
              <a:cxnLst/>
              <a:rect l="l" t="t" r="r" b="b"/>
              <a:pathLst>
                <a:path w="1199" h="2932" extrusionOk="0">
                  <a:moveTo>
                    <a:pt x="1199" y="0"/>
                  </a:moveTo>
                  <a:lnTo>
                    <a:pt x="1" y="2619"/>
                  </a:lnTo>
                  <a:lnTo>
                    <a:pt x="1" y="2932"/>
                  </a:lnTo>
                  <a:lnTo>
                    <a:pt x="1199" y="314"/>
                  </a:lnTo>
                  <a:lnTo>
                    <a:pt x="1199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2" name="Google Shape;1062;p17"/>
            <p:cNvSpPr/>
            <p:nvPr/>
          </p:nvSpPr>
          <p:spPr>
            <a:xfrm>
              <a:off x="5254110" y="4400204"/>
              <a:ext cx="20212" cy="190349"/>
            </a:xfrm>
            <a:custGeom>
              <a:avLst/>
              <a:gdLst/>
              <a:ahLst/>
              <a:cxnLst/>
              <a:rect l="l" t="t" r="r" b="b"/>
              <a:pathLst>
                <a:path w="213" h="2006" extrusionOk="0">
                  <a:moveTo>
                    <a:pt x="0" y="0"/>
                  </a:moveTo>
                  <a:lnTo>
                    <a:pt x="0" y="2006"/>
                  </a:lnTo>
                  <a:lnTo>
                    <a:pt x="213" y="2006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3" name="Google Shape;1063;p17"/>
            <p:cNvSpPr/>
            <p:nvPr/>
          </p:nvSpPr>
          <p:spPr>
            <a:xfrm>
              <a:off x="5549127" y="4400204"/>
              <a:ext cx="20212" cy="190349"/>
            </a:xfrm>
            <a:custGeom>
              <a:avLst/>
              <a:gdLst/>
              <a:ahLst/>
              <a:cxnLst/>
              <a:rect l="l" t="t" r="r" b="b"/>
              <a:pathLst>
                <a:path w="213" h="2006" extrusionOk="0">
                  <a:moveTo>
                    <a:pt x="1" y="0"/>
                  </a:moveTo>
                  <a:lnTo>
                    <a:pt x="1" y="2006"/>
                  </a:lnTo>
                  <a:lnTo>
                    <a:pt x="212" y="2006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4" name="Google Shape;1064;p17"/>
            <p:cNvSpPr/>
            <p:nvPr/>
          </p:nvSpPr>
          <p:spPr>
            <a:xfrm>
              <a:off x="5153145" y="4496519"/>
              <a:ext cx="524665" cy="1142096"/>
            </a:xfrm>
            <a:custGeom>
              <a:avLst/>
              <a:gdLst/>
              <a:ahLst/>
              <a:cxnLst/>
              <a:rect l="l" t="t" r="r" b="b"/>
              <a:pathLst>
                <a:path w="5529" h="12036" extrusionOk="0">
                  <a:moveTo>
                    <a:pt x="2765" y="0"/>
                  </a:moveTo>
                  <a:lnTo>
                    <a:pt x="0" y="2114"/>
                  </a:lnTo>
                  <a:lnTo>
                    <a:pt x="0" y="12035"/>
                  </a:lnTo>
                  <a:lnTo>
                    <a:pt x="5528" y="12035"/>
                  </a:lnTo>
                  <a:lnTo>
                    <a:pt x="5528" y="2114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5" name="Google Shape;1065;p17"/>
            <p:cNvSpPr/>
            <p:nvPr/>
          </p:nvSpPr>
          <p:spPr>
            <a:xfrm>
              <a:off x="5129137" y="4455051"/>
              <a:ext cx="572681" cy="261896"/>
            </a:xfrm>
            <a:custGeom>
              <a:avLst/>
              <a:gdLst/>
              <a:ahLst/>
              <a:cxnLst/>
              <a:rect l="l" t="t" r="r" b="b"/>
              <a:pathLst>
                <a:path w="6035" h="2760" extrusionOk="0">
                  <a:moveTo>
                    <a:pt x="3018" y="0"/>
                  </a:moveTo>
                  <a:lnTo>
                    <a:pt x="0" y="2325"/>
                  </a:lnTo>
                  <a:lnTo>
                    <a:pt x="0" y="2760"/>
                  </a:lnTo>
                  <a:lnTo>
                    <a:pt x="3018" y="437"/>
                  </a:lnTo>
                  <a:lnTo>
                    <a:pt x="6034" y="2760"/>
                  </a:lnTo>
                  <a:lnTo>
                    <a:pt x="6034" y="2325"/>
                  </a:lnTo>
                  <a:lnTo>
                    <a:pt x="3018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6" name="Google Shape;1066;p17"/>
            <p:cNvSpPr/>
            <p:nvPr/>
          </p:nvSpPr>
          <p:spPr>
            <a:xfrm>
              <a:off x="5304876" y="4716762"/>
              <a:ext cx="65667" cy="155429"/>
            </a:xfrm>
            <a:custGeom>
              <a:avLst/>
              <a:gdLst/>
              <a:ahLst/>
              <a:cxnLst/>
              <a:rect l="l" t="t" r="r" b="b"/>
              <a:pathLst>
                <a:path w="692" h="1638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7" name="Google Shape;1067;p17"/>
            <p:cNvSpPr/>
            <p:nvPr/>
          </p:nvSpPr>
          <p:spPr>
            <a:xfrm>
              <a:off x="5304876" y="4904078"/>
              <a:ext cx="65667" cy="155335"/>
            </a:xfrm>
            <a:custGeom>
              <a:avLst/>
              <a:gdLst/>
              <a:ahLst/>
              <a:cxnLst/>
              <a:rect l="l" t="t" r="r" b="b"/>
              <a:pathLst>
                <a:path w="692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8" name="Google Shape;1068;p17"/>
            <p:cNvSpPr/>
            <p:nvPr/>
          </p:nvSpPr>
          <p:spPr>
            <a:xfrm>
              <a:off x="5207896" y="4716762"/>
              <a:ext cx="65667" cy="155429"/>
            </a:xfrm>
            <a:custGeom>
              <a:avLst/>
              <a:gdLst/>
              <a:ahLst/>
              <a:cxnLst/>
              <a:rect l="l" t="t" r="r" b="b"/>
              <a:pathLst>
                <a:path w="692" h="1638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69" name="Google Shape;1069;p17"/>
            <p:cNvSpPr/>
            <p:nvPr/>
          </p:nvSpPr>
          <p:spPr>
            <a:xfrm>
              <a:off x="5207896" y="4904078"/>
              <a:ext cx="65667" cy="155335"/>
            </a:xfrm>
            <a:custGeom>
              <a:avLst/>
              <a:gdLst/>
              <a:ahLst/>
              <a:cxnLst/>
              <a:rect l="l" t="t" r="r" b="b"/>
              <a:pathLst>
                <a:path w="692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0" name="Google Shape;1070;p17"/>
            <p:cNvSpPr/>
            <p:nvPr/>
          </p:nvSpPr>
          <p:spPr>
            <a:xfrm>
              <a:off x="5565638" y="4716762"/>
              <a:ext cx="65761" cy="155429"/>
            </a:xfrm>
            <a:custGeom>
              <a:avLst/>
              <a:gdLst/>
              <a:ahLst/>
              <a:cxnLst/>
              <a:rect l="l" t="t" r="r" b="b"/>
              <a:pathLst>
                <a:path w="693" h="1638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1" name="Google Shape;1071;p17"/>
            <p:cNvSpPr/>
            <p:nvPr/>
          </p:nvSpPr>
          <p:spPr>
            <a:xfrm>
              <a:off x="5565638" y="4904078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2" name="Google Shape;1072;p17"/>
            <p:cNvSpPr/>
            <p:nvPr/>
          </p:nvSpPr>
          <p:spPr>
            <a:xfrm>
              <a:off x="5468565" y="4716762"/>
              <a:ext cx="65761" cy="155429"/>
            </a:xfrm>
            <a:custGeom>
              <a:avLst/>
              <a:gdLst/>
              <a:ahLst/>
              <a:cxnLst/>
              <a:rect l="l" t="t" r="r" b="b"/>
              <a:pathLst>
                <a:path w="693" h="1638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3" name="Google Shape;1073;p17"/>
            <p:cNvSpPr/>
            <p:nvPr/>
          </p:nvSpPr>
          <p:spPr>
            <a:xfrm>
              <a:off x="5468565" y="4904078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4" name="Google Shape;1074;p17"/>
            <p:cNvSpPr/>
            <p:nvPr/>
          </p:nvSpPr>
          <p:spPr>
            <a:xfrm>
              <a:off x="5304876" y="5168161"/>
              <a:ext cx="65667" cy="155335"/>
            </a:xfrm>
            <a:custGeom>
              <a:avLst/>
              <a:gdLst/>
              <a:ahLst/>
              <a:cxnLst/>
              <a:rect l="l" t="t" r="r" b="b"/>
              <a:pathLst>
                <a:path w="692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5" name="Google Shape;1075;p17"/>
            <p:cNvSpPr/>
            <p:nvPr/>
          </p:nvSpPr>
          <p:spPr>
            <a:xfrm>
              <a:off x="5304876" y="5355477"/>
              <a:ext cx="65667" cy="155335"/>
            </a:xfrm>
            <a:custGeom>
              <a:avLst/>
              <a:gdLst/>
              <a:ahLst/>
              <a:cxnLst/>
              <a:rect l="l" t="t" r="r" b="b"/>
              <a:pathLst>
                <a:path w="692" h="1637" extrusionOk="0">
                  <a:moveTo>
                    <a:pt x="0" y="0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6" name="Google Shape;1076;p17"/>
            <p:cNvSpPr/>
            <p:nvPr/>
          </p:nvSpPr>
          <p:spPr>
            <a:xfrm>
              <a:off x="5207896" y="5168161"/>
              <a:ext cx="65667" cy="155335"/>
            </a:xfrm>
            <a:custGeom>
              <a:avLst/>
              <a:gdLst/>
              <a:ahLst/>
              <a:cxnLst/>
              <a:rect l="l" t="t" r="r" b="b"/>
              <a:pathLst>
                <a:path w="692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7" name="Google Shape;1077;p17"/>
            <p:cNvSpPr/>
            <p:nvPr/>
          </p:nvSpPr>
          <p:spPr>
            <a:xfrm>
              <a:off x="5207896" y="5355477"/>
              <a:ext cx="65667" cy="155335"/>
            </a:xfrm>
            <a:custGeom>
              <a:avLst/>
              <a:gdLst/>
              <a:ahLst/>
              <a:cxnLst/>
              <a:rect l="l" t="t" r="r" b="b"/>
              <a:pathLst>
                <a:path w="692" h="1637" extrusionOk="0">
                  <a:moveTo>
                    <a:pt x="0" y="0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8" name="Google Shape;1078;p17"/>
            <p:cNvSpPr/>
            <p:nvPr/>
          </p:nvSpPr>
          <p:spPr>
            <a:xfrm>
              <a:off x="5565638" y="516816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79" name="Google Shape;1079;p17"/>
            <p:cNvSpPr/>
            <p:nvPr/>
          </p:nvSpPr>
          <p:spPr>
            <a:xfrm>
              <a:off x="5565638" y="5355477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0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0" name="Google Shape;1080;p17"/>
            <p:cNvSpPr/>
            <p:nvPr/>
          </p:nvSpPr>
          <p:spPr>
            <a:xfrm>
              <a:off x="5468565" y="516816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1" name="Google Shape;1081;p17"/>
            <p:cNvSpPr/>
            <p:nvPr/>
          </p:nvSpPr>
          <p:spPr>
            <a:xfrm>
              <a:off x="5468565" y="5355477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0" y="0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2" name="Google Shape;1082;p17"/>
            <p:cNvSpPr/>
            <p:nvPr/>
          </p:nvSpPr>
          <p:spPr>
            <a:xfrm>
              <a:off x="3951627" y="4883581"/>
              <a:ext cx="1150392" cy="755040"/>
            </a:xfrm>
            <a:custGeom>
              <a:avLst/>
              <a:gdLst/>
              <a:ahLst/>
              <a:cxnLst/>
              <a:rect l="l" t="t" r="r" b="b"/>
              <a:pathLst>
                <a:path w="12123" h="7957" extrusionOk="0">
                  <a:moveTo>
                    <a:pt x="4098" y="1"/>
                  </a:moveTo>
                  <a:lnTo>
                    <a:pt x="4098" y="3618"/>
                  </a:lnTo>
                  <a:lnTo>
                    <a:pt x="0" y="3618"/>
                  </a:lnTo>
                  <a:lnTo>
                    <a:pt x="0" y="7956"/>
                  </a:lnTo>
                  <a:lnTo>
                    <a:pt x="12123" y="7956"/>
                  </a:lnTo>
                  <a:lnTo>
                    <a:pt x="12123" y="3928"/>
                  </a:lnTo>
                  <a:lnTo>
                    <a:pt x="8128" y="1"/>
                  </a:lnTo>
                  <a:lnTo>
                    <a:pt x="8128" y="3928"/>
                  </a:lnTo>
                  <a:lnTo>
                    <a:pt x="40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3" name="Google Shape;1083;p17"/>
            <p:cNvSpPr/>
            <p:nvPr/>
          </p:nvSpPr>
          <p:spPr>
            <a:xfrm>
              <a:off x="3997460" y="4393562"/>
              <a:ext cx="294075" cy="833324"/>
            </a:xfrm>
            <a:custGeom>
              <a:avLst/>
              <a:gdLst/>
              <a:ahLst/>
              <a:cxnLst/>
              <a:rect l="l" t="t" r="r" b="b"/>
              <a:pathLst>
                <a:path w="3099" h="8782" extrusionOk="0">
                  <a:moveTo>
                    <a:pt x="897" y="1"/>
                  </a:moveTo>
                  <a:lnTo>
                    <a:pt x="0" y="8782"/>
                  </a:lnTo>
                  <a:lnTo>
                    <a:pt x="3098" y="8782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4" name="Google Shape;1084;p17"/>
            <p:cNvSpPr/>
            <p:nvPr/>
          </p:nvSpPr>
          <p:spPr>
            <a:xfrm>
              <a:off x="4014446" y="5009407"/>
              <a:ext cx="260292" cy="52095"/>
            </a:xfrm>
            <a:custGeom>
              <a:avLst/>
              <a:gdLst/>
              <a:ahLst/>
              <a:cxnLst/>
              <a:rect l="l" t="t" r="r" b="b"/>
              <a:pathLst>
                <a:path w="2743" h="549" extrusionOk="0">
                  <a:moveTo>
                    <a:pt x="54" y="1"/>
                  </a:moveTo>
                  <a:lnTo>
                    <a:pt x="0" y="548"/>
                  </a:lnTo>
                  <a:lnTo>
                    <a:pt x="2742" y="548"/>
                  </a:lnTo>
                  <a:lnTo>
                    <a:pt x="26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5" name="Google Shape;1085;p17"/>
            <p:cNvSpPr/>
            <p:nvPr/>
          </p:nvSpPr>
          <p:spPr>
            <a:xfrm>
              <a:off x="4000782" y="5107810"/>
              <a:ext cx="287527" cy="86729"/>
            </a:xfrm>
            <a:custGeom>
              <a:avLst/>
              <a:gdLst/>
              <a:ahLst/>
              <a:cxnLst/>
              <a:rect l="l" t="t" r="r" b="b"/>
              <a:pathLst>
                <a:path w="3030" h="914" extrusionOk="0">
                  <a:moveTo>
                    <a:pt x="94" y="0"/>
                  </a:moveTo>
                  <a:lnTo>
                    <a:pt x="1" y="913"/>
                  </a:lnTo>
                  <a:lnTo>
                    <a:pt x="3029" y="913"/>
                  </a:lnTo>
                  <a:lnTo>
                    <a:pt x="29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6" name="Google Shape;1086;p17"/>
            <p:cNvSpPr/>
            <p:nvPr/>
          </p:nvSpPr>
          <p:spPr>
            <a:xfrm>
              <a:off x="4056768" y="4361678"/>
              <a:ext cx="175553" cy="63861"/>
            </a:xfrm>
            <a:custGeom>
              <a:avLst/>
              <a:gdLst/>
              <a:ahLst/>
              <a:cxnLst/>
              <a:rect l="l" t="t" r="r" b="b"/>
              <a:pathLst>
                <a:path w="1850" h="673" extrusionOk="0">
                  <a:moveTo>
                    <a:pt x="122" y="0"/>
                  </a:moveTo>
                  <a:cubicBezTo>
                    <a:pt x="55" y="0"/>
                    <a:pt x="0" y="53"/>
                    <a:pt x="0" y="122"/>
                  </a:cubicBezTo>
                  <a:lnTo>
                    <a:pt x="0" y="552"/>
                  </a:lnTo>
                  <a:cubicBezTo>
                    <a:pt x="0" y="618"/>
                    <a:pt x="53" y="672"/>
                    <a:pt x="122" y="672"/>
                  </a:cubicBezTo>
                  <a:lnTo>
                    <a:pt x="1728" y="672"/>
                  </a:lnTo>
                  <a:cubicBezTo>
                    <a:pt x="1795" y="672"/>
                    <a:pt x="1849" y="619"/>
                    <a:pt x="1849" y="552"/>
                  </a:cubicBezTo>
                  <a:lnTo>
                    <a:pt x="1849" y="122"/>
                  </a:lnTo>
                  <a:cubicBezTo>
                    <a:pt x="1849" y="55"/>
                    <a:pt x="1796" y="0"/>
                    <a:pt x="1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7" name="Google Shape;1087;p17"/>
            <p:cNvSpPr/>
            <p:nvPr/>
          </p:nvSpPr>
          <p:spPr>
            <a:xfrm>
              <a:off x="4340398" y="4832055"/>
              <a:ext cx="382609" cy="424348"/>
            </a:xfrm>
            <a:custGeom>
              <a:avLst/>
              <a:gdLst/>
              <a:ahLst/>
              <a:cxnLst/>
              <a:rect l="l" t="t" r="r" b="b"/>
              <a:pathLst>
                <a:path w="4032" h="4472" extrusionOk="0">
                  <a:moveTo>
                    <a:pt x="1" y="0"/>
                  </a:moveTo>
                  <a:lnTo>
                    <a:pt x="1" y="544"/>
                  </a:lnTo>
                  <a:lnTo>
                    <a:pt x="4031" y="4472"/>
                  </a:lnTo>
                  <a:lnTo>
                    <a:pt x="4031" y="392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8" name="Google Shape;1088;p17"/>
            <p:cNvSpPr/>
            <p:nvPr/>
          </p:nvSpPr>
          <p:spPr>
            <a:xfrm>
              <a:off x="4722906" y="4836895"/>
              <a:ext cx="382420" cy="424253"/>
            </a:xfrm>
            <a:custGeom>
              <a:avLst/>
              <a:gdLst/>
              <a:ahLst/>
              <a:cxnLst/>
              <a:rect l="l" t="t" r="r" b="b"/>
              <a:pathLst>
                <a:path w="4030" h="4471" extrusionOk="0">
                  <a:moveTo>
                    <a:pt x="0" y="1"/>
                  </a:moveTo>
                  <a:lnTo>
                    <a:pt x="0" y="544"/>
                  </a:lnTo>
                  <a:lnTo>
                    <a:pt x="4030" y="4471"/>
                  </a:lnTo>
                  <a:lnTo>
                    <a:pt x="4030" y="39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89" name="Google Shape;1089;p17"/>
            <p:cNvSpPr/>
            <p:nvPr/>
          </p:nvSpPr>
          <p:spPr>
            <a:xfrm>
              <a:off x="4402077" y="5200897"/>
              <a:ext cx="85499" cy="28088"/>
            </a:xfrm>
            <a:custGeom>
              <a:avLst/>
              <a:gdLst/>
              <a:ahLst/>
              <a:cxnLst/>
              <a:rect l="l" t="t" r="r" b="b"/>
              <a:pathLst>
                <a:path w="901" h="296" extrusionOk="0">
                  <a:moveTo>
                    <a:pt x="1" y="1"/>
                  </a:moveTo>
                  <a:lnTo>
                    <a:pt x="1" y="295"/>
                  </a:lnTo>
                  <a:lnTo>
                    <a:pt x="900" y="295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0" name="Google Shape;1090;p17"/>
            <p:cNvSpPr/>
            <p:nvPr/>
          </p:nvSpPr>
          <p:spPr>
            <a:xfrm>
              <a:off x="4505130" y="5200897"/>
              <a:ext cx="85404" cy="28088"/>
            </a:xfrm>
            <a:custGeom>
              <a:avLst/>
              <a:gdLst/>
              <a:ahLst/>
              <a:cxnLst/>
              <a:rect l="l" t="t" r="r" b="b"/>
              <a:pathLst>
                <a:path w="900" h="296" extrusionOk="0">
                  <a:moveTo>
                    <a:pt x="0" y="1"/>
                  </a:moveTo>
                  <a:lnTo>
                    <a:pt x="0" y="295"/>
                  </a:lnTo>
                  <a:lnTo>
                    <a:pt x="900" y="295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1" name="Google Shape;1091;p17"/>
            <p:cNvSpPr/>
            <p:nvPr/>
          </p:nvSpPr>
          <p:spPr>
            <a:xfrm>
              <a:off x="4402077" y="5242271"/>
              <a:ext cx="85499" cy="28183"/>
            </a:xfrm>
            <a:custGeom>
              <a:avLst/>
              <a:gdLst/>
              <a:ahLst/>
              <a:cxnLst/>
              <a:rect l="l" t="t" r="r" b="b"/>
              <a:pathLst>
                <a:path w="901" h="297" extrusionOk="0">
                  <a:moveTo>
                    <a:pt x="1" y="0"/>
                  </a:moveTo>
                  <a:lnTo>
                    <a:pt x="1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2" name="Google Shape;1092;p17"/>
            <p:cNvSpPr/>
            <p:nvPr/>
          </p:nvSpPr>
          <p:spPr>
            <a:xfrm>
              <a:off x="4505130" y="5242271"/>
              <a:ext cx="85404" cy="28183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0" y="0"/>
                  </a:moveTo>
                  <a:lnTo>
                    <a:pt x="0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3" name="Google Shape;1093;p17"/>
            <p:cNvSpPr/>
            <p:nvPr/>
          </p:nvSpPr>
          <p:spPr>
            <a:xfrm>
              <a:off x="4780790" y="5200897"/>
              <a:ext cx="85404" cy="28088"/>
            </a:xfrm>
            <a:custGeom>
              <a:avLst/>
              <a:gdLst/>
              <a:ahLst/>
              <a:cxnLst/>
              <a:rect l="l" t="t" r="r" b="b"/>
              <a:pathLst>
                <a:path w="900" h="296" extrusionOk="0">
                  <a:moveTo>
                    <a:pt x="0" y="1"/>
                  </a:moveTo>
                  <a:lnTo>
                    <a:pt x="0" y="295"/>
                  </a:lnTo>
                  <a:lnTo>
                    <a:pt x="899" y="295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4" name="Google Shape;1094;p17"/>
            <p:cNvSpPr/>
            <p:nvPr/>
          </p:nvSpPr>
          <p:spPr>
            <a:xfrm>
              <a:off x="4883747" y="5200897"/>
              <a:ext cx="85499" cy="28088"/>
            </a:xfrm>
            <a:custGeom>
              <a:avLst/>
              <a:gdLst/>
              <a:ahLst/>
              <a:cxnLst/>
              <a:rect l="l" t="t" r="r" b="b"/>
              <a:pathLst>
                <a:path w="901" h="296" extrusionOk="0">
                  <a:moveTo>
                    <a:pt x="1" y="1"/>
                  </a:moveTo>
                  <a:lnTo>
                    <a:pt x="1" y="295"/>
                  </a:lnTo>
                  <a:lnTo>
                    <a:pt x="900" y="295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5" name="Google Shape;1095;p17"/>
            <p:cNvSpPr/>
            <p:nvPr/>
          </p:nvSpPr>
          <p:spPr>
            <a:xfrm>
              <a:off x="4780790" y="5242271"/>
              <a:ext cx="85404" cy="28183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0" y="0"/>
                  </a:moveTo>
                  <a:lnTo>
                    <a:pt x="0" y="296"/>
                  </a:lnTo>
                  <a:lnTo>
                    <a:pt x="899" y="296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6" name="Google Shape;1096;p17"/>
            <p:cNvSpPr/>
            <p:nvPr/>
          </p:nvSpPr>
          <p:spPr>
            <a:xfrm>
              <a:off x="4883747" y="5242271"/>
              <a:ext cx="85499" cy="28183"/>
            </a:xfrm>
            <a:custGeom>
              <a:avLst/>
              <a:gdLst/>
              <a:ahLst/>
              <a:cxnLst/>
              <a:rect l="l" t="t" r="r" b="b"/>
              <a:pathLst>
                <a:path w="901" h="297" extrusionOk="0">
                  <a:moveTo>
                    <a:pt x="1" y="0"/>
                  </a:moveTo>
                  <a:lnTo>
                    <a:pt x="1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7" name="Google Shape;1097;p17"/>
            <p:cNvSpPr/>
            <p:nvPr/>
          </p:nvSpPr>
          <p:spPr>
            <a:xfrm>
              <a:off x="4402077" y="5329571"/>
              <a:ext cx="85499" cy="27992"/>
            </a:xfrm>
            <a:custGeom>
              <a:avLst/>
              <a:gdLst/>
              <a:ahLst/>
              <a:cxnLst/>
              <a:rect l="l" t="t" r="r" b="b"/>
              <a:pathLst>
                <a:path w="901" h="295" extrusionOk="0">
                  <a:moveTo>
                    <a:pt x="1" y="0"/>
                  </a:moveTo>
                  <a:lnTo>
                    <a:pt x="1" y="295"/>
                  </a:lnTo>
                  <a:lnTo>
                    <a:pt x="900" y="295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8" name="Google Shape;1098;p17"/>
            <p:cNvSpPr/>
            <p:nvPr/>
          </p:nvSpPr>
          <p:spPr>
            <a:xfrm>
              <a:off x="4505130" y="5329571"/>
              <a:ext cx="85404" cy="27992"/>
            </a:xfrm>
            <a:custGeom>
              <a:avLst/>
              <a:gdLst/>
              <a:ahLst/>
              <a:cxnLst/>
              <a:rect l="l" t="t" r="r" b="b"/>
              <a:pathLst>
                <a:path w="900" h="295" extrusionOk="0">
                  <a:moveTo>
                    <a:pt x="0" y="0"/>
                  </a:moveTo>
                  <a:lnTo>
                    <a:pt x="0" y="295"/>
                  </a:lnTo>
                  <a:lnTo>
                    <a:pt x="900" y="295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099" name="Google Shape;1099;p17"/>
            <p:cNvSpPr/>
            <p:nvPr/>
          </p:nvSpPr>
          <p:spPr>
            <a:xfrm>
              <a:off x="4402077" y="5371039"/>
              <a:ext cx="85499" cy="28088"/>
            </a:xfrm>
            <a:custGeom>
              <a:avLst/>
              <a:gdLst/>
              <a:ahLst/>
              <a:cxnLst/>
              <a:rect l="l" t="t" r="r" b="b"/>
              <a:pathLst>
                <a:path w="901" h="296" extrusionOk="0">
                  <a:moveTo>
                    <a:pt x="1" y="0"/>
                  </a:moveTo>
                  <a:lnTo>
                    <a:pt x="1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0" name="Google Shape;1100;p17"/>
            <p:cNvSpPr/>
            <p:nvPr/>
          </p:nvSpPr>
          <p:spPr>
            <a:xfrm>
              <a:off x="4505130" y="5371039"/>
              <a:ext cx="85404" cy="28088"/>
            </a:xfrm>
            <a:custGeom>
              <a:avLst/>
              <a:gdLst/>
              <a:ahLst/>
              <a:cxnLst/>
              <a:rect l="l" t="t" r="r" b="b"/>
              <a:pathLst>
                <a:path w="900" h="296" extrusionOk="0">
                  <a:moveTo>
                    <a:pt x="0" y="0"/>
                  </a:moveTo>
                  <a:lnTo>
                    <a:pt x="0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1" name="Google Shape;1101;p17"/>
            <p:cNvSpPr/>
            <p:nvPr/>
          </p:nvSpPr>
          <p:spPr>
            <a:xfrm>
              <a:off x="4780790" y="5329571"/>
              <a:ext cx="85404" cy="27992"/>
            </a:xfrm>
            <a:custGeom>
              <a:avLst/>
              <a:gdLst/>
              <a:ahLst/>
              <a:cxnLst/>
              <a:rect l="l" t="t" r="r" b="b"/>
              <a:pathLst>
                <a:path w="900" h="295" extrusionOk="0">
                  <a:moveTo>
                    <a:pt x="0" y="0"/>
                  </a:moveTo>
                  <a:lnTo>
                    <a:pt x="0" y="295"/>
                  </a:lnTo>
                  <a:lnTo>
                    <a:pt x="899" y="295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2" name="Google Shape;1102;p17"/>
            <p:cNvSpPr/>
            <p:nvPr/>
          </p:nvSpPr>
          <p:spPr>
            <a:xfrm>
              <a:off x="4883747" y="5329571"/>
              <a:ext cx="85499" cy="27992"/>
            </a:xfrm>
            <a:custGeom>
              <a:avLst/>
              <a:gdLst/>
              <a:ahLst/>
              <a:cxnLst/>
              <a:rect l="l" t="t" r="r" b="b"/>
              <a:pathLst>
                <a:path w="901" h="295" extrusionOk="0">
                  <a:moveTo>
                    <a:pt x="1" y="0"/>
                  </a:moveTo>
                  <a:lnTo>
                    <a:pt x="1" y="295"/>
                  </a:lnTo>
                  <a:lnTo>
                    <a:pt x="900" y="295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3" name="Google Shape;1103;p17"/>
            <p:cNvSpPr/>
            <p:nvPr/>
          </p:nvSpPr>
          <p:spPr>
            <a:xfrm>
              <a:off x="4780790" y="5371039"/>
              <a:ext cx="85404" cy="28088"/>
            </a:xfrm>
            <a:custGeom>
              <a:avLst/>
              <a:gdLst/>
              <a:ahLst/>
              <a:cxnLst/>
              <a:rect l="l" t="t" r="r" b="b"/>
              <a:pathLst>
                <a:path w="900" h="296" extrusionOk="0">
                  <a:moveTo>
                    <a:pt x="0" y="0"/>
                  </a:moveTo>
                  <a:lnTo>
                    <a:pt x="0" y="296"/>
                  </a:lnTo>
                  <a:lnTo>
                    <a:pt x="899" y="296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4" name="Google Shape;1104;p17"/>
            <p:cNvSpPr/>
            <p:nvPr/>
          </p:nvSpPr>
          <p:spPr>
            <a:xfrm>
              <a:off x="4883747" y="5371039"/>
              <a:ext cx="85499" cy="28088"/>
            </a:xfrm>
            <a:custGeom>
              <a:avLst/>
              <a:gdLst/>
              <a:ahLst/>
              <a:cxnLst/>
              <a:rect l="l" t="t" r="r" b="b"/>
              <a:pathLst>
                <a:path w="901" h="296" extrusionOk="0">
                  <a:moveTo>
                    <a:pt x="1" y="0"/>
                  </a:moveTo>
                  <a:lnTo>
                    <a:pt x="1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5" name="Google Shape;1105;p17"/>
            <p:cNvSpPr/>
            <p:nvPr/>
          </p:nvSpPr>
          <p:spPr>
            <a:xfrm>
              <a:off x="4402077" y="5458339"/>
              <a:ext cx="85499" cy="28088"/>
            </a:xfrm>
            <a:custGeom>
              <a:avLst/>
              <a:gdLst/>
              <a:ahLst/>
              <a:cxnLst/>
              <a:rect l="l" t="t" r="r" b="b"/>
              <a:pathLst>
                <a:path w="901" h="296" extrusionOk="0">
                  <a:moveTo>
                    <a:pt x="1" y="0"/>
                  </a:moveTo>
                  <a:lnTo>
                    <a:pt x="1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6" name="Google Shape;1106;p17"/>
            <p:cNvSpPr/>
            <p:nvPr/>
          </p:nvSpPr>
          <p:spPr>
            <a:xfrm>
              <a:off x="4505130" y="5458339"/>
              <a:ext cx="85404" cy="28088"/>
            </a:xfrm>
            <a:custGeom>
              <a:avLst/>
              <a:gdLst/>
              <a:ahLst/>
              <a:cxnLst/>
              <a:rect l="l" t="t" r="r" b="b"/>
              <a:pathLst>
                <a:path w="900" h="296" extrusionOk="0">
                  <a:moveTo>
                    <a:pt x="0" y="0"/>
                  </a:moveTo>
                  <a:lnTo>
                    <a:pt x="0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7" name="Google Shape;1107;p17"/>
            <p:cNvSpPr/>
            <p:nvPr/>
          </p:nvSpPr>
          <p:spPr>
            <a:xfrm>
              <a:off x="4402077" y="5499711"/>
              <a:ext cx="85499" cy="28183"/>
            </a:xfrm>
            <a:custGeom>
              <a:avLst/>
              <a:gdLst/>
              <a:ahLst/>
              <a:cxnLst/>
              <a:rect l="l" t="t" r="r" b="b"/>
              <a:pathLst>
                <a:path w="901" h="297" extrusionOk="0">
                  <a:moveTo>
                    <a:pt x="1" y="1"/>
                  </a:moveTo>
                  <a:lnTo>
                    <a:pt x="1" y="297"/>
                  </a:lnTo>
                  <a:lnTo>
                    <a:pt x="900" y="297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8" name="Google Shape;1108;p17"/>
            <p:cNvSpPr/>
            <p:nvPr/>
          </p:nvSpPr>
          <p:spPr>
            <a:xfrm>
              <a:off x="4505130" y="5499711"/>
              <a:ext cx="85404" cy="28183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0" y="1"/>
                  </a:moveTo>
                  <a:lnTo>
                    <a:pt x="0" y="297"/>
                  </a:lnTo>
                  <a:lnTo>
                    <a:pt x="900" y="297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09" name="Google Shape;1109;p17"/>
            <p:cNvSpPr/>
            <p:nvPr/>
          </p:nvSpPr>
          <p:spPr>
            <a:xfrm>
              <a:off x="4780790" y="5458339"/>
              <a:ext cx="85404" cy="28088"/>
            </a:xfrm>
            <a:custGeom>
              <a:avLst/>
              <a:gdLst/>
              <a:ahLst/>
              <a:cxnLst/>
              <a:rect l="l" t="t" r="r" b="b"/>
              <a:pathLst>
                <a:path w="900" h="296" extrusionOk="0">
                  <a:moveTo>
                    <a:pt x="0" y="0"/>
                  </a:moveTo>
                  <a:lnTo>
                    <a:pt x="0" y="296"/>
                  </a:lnTo>
                  <a:lnTo>
                    <a:pt x="899" y="296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0" name="Google Shape;1110;p17"/>
            <p:cNvSpPr/>
            <p:nvPr/>
          </p:nvSpPr>
          <p:spPr>
            <a:xfrm>
              <a:off x="4883747" y="5458339"/>
              <a:ext cx="85499" cy="28088"/>
            </a:xfrm>
            <a:custGeom>
              <a:avLst/>
              <a:gdLst/>
              <a:ahLst/>
              <a:cxnLst/>
              <a:rect l="l" t="t" r="r" b="b"/>
              <a:pathLst>
                <a:path w="901" h="296" extrusionOk="0">
                  <a:moveTo>
                    <a:pt x="1" y="0"/>
                  </a:moveTo>
                  <a:lnTo>
                    <a:pt x="1" y="296"/>
                  </a:lnTo>
                  <a:lnTo>
                    <a:pt x="900" y="296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1" name="Google Shape;1111;p17"/>
            <p:cNvSpPr/>
            <p:nvPr/>
          </p:nvSpPr>
          <p:spPr>
            <a:xfrm>
              <a:off x="4780790" y="5499711"/>
              <a:ext cx="85404" cy="28183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0" y="1"/>
                  </a:moveTo>
                  <a:lnTo>
                    <a:pt x="0" y="297"/>
                  </a:lnTo>
                  <a:lnTo>
                    <a:pt x="899" y="29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2" name="Google Shape;1112;p17"/>
            <p:cNvSpPr/>
            <p:nvPr/>
          </p:nvSpPr>
          <p:spPr>
            <a:xfrm>
              <a:off x="4883747" y="5499711"/>
              <a:ext cx="85499" cy="28183"/>
            </a:xfrm>
            <a:custGeom>
              <a:avLst/>
              <a:gdLst/>
              <a:ahLst/>
              <a:cxnLst/>
              <a:rect l="l" t="t" r="r" b="b"/>
              <a:pathLst>
                <a:path w="901" h="297" extrusionOk="0">
                  <a:moveTo>
                    <a:pt x="1" y="1"/>
                  </a:moveTo>
                  <a:lnTo>
                    <a:pt x="1" y="297"/>
                  </a:lnTo>
                  <a:lnTo>
                    <a:pt x="900" y="297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3" name="Google Shape;1113;p17"/>
            <p:cNvSpPr/>
            <p:nvPr/>
          </p:nvSpPr>
          <p:spPr>
            <a:xfrm>
              <a:off x="8060907" y="4444139"/>
              <a:ext cx="97076" cy="143284"/>
            </a:xfrm>
            <a:custGeom>
              <a:avLst/>
              <a:gdLst/>
              <a:ahLst/>
              <a:cxnLst/>
              <a:rect l="l" t="t" r="r" b="b"/>
              <a:pathLst>
                <a:path w="1023" h="1510" extrusionOk="0">
                  <a:moveTo>
                    <a:pt x="0" y="1"/>
                  </a:moveTo>
                  <a:lnTo>
                    <a:pt x="0" y="1509"/>
                  </a:lnTo>
                  <a:lnTo>
                    <a:pt x="1023" y="1509"/>
                  </a:lnTo>
                  <a:lnTo>
                    <a:pt x="10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4" name="Google Shape;1114;p17"/>
            <p:cNvSpPr/>
            <p:nvPr/>
          </p:nvSpPr>
          <p:spPr>
            <a:xfrm>
              <a:off x="7164087" y="5083327"/>
              <a:ext cx="524571" cy="555391"/>
            </a:xfrm>
            <a:custGeom>
              <a:avLst/>
              <a:gdLst/>
              <a:ahLst/>
              <a:cxnLst/>
              <a:rect l="l" t="t" r="r" b="b"/>
              <a:pathLst>
                <a:path w="5528" h="5853" extrusionOk="0">
                  <a:moveTo>
                    <a:pt x="0" y="0"/>
                  </a:moveTo>
                  <a:lnTo>
                    <a:pt x="0" y="5852"/>
                  </a:lnTo>
                  <a:lnTo>
                    <a:pt x="5528" y="5852"/>
                  </a:lnTo>
                  <a:lnTo>
                    <a:pt x="55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5" name="Google Shape;1115;p17"/>
            <p:cNvSpPr/>
            <p:nvPr/>
          </p:nvSpPr>
          <p:spPr>
            <a:xfrm>
              <a:off x="7139984" y="5061882"/>
              <a:ext cx="572776" cy="41561"/>
            </a:xfrm>
            <a:custGeom>
              <a:avLst/>
              <a:gdLst/>
              <a:ahLst/>
              <a:cxnLst/>
              <a:rect l="l" t="t" r="r" b="b"/>
              <a:pathLst>
                <a:path w="6036" h="438" extrusionOk="0">
                  <a:moveTo>
                    <a:pt x="1" y="0"/>
                  </a:moveTo>
                  <a:lnTo>
                    <a:pt x="1" y="437"/>
                  </a:lnTo>
                  <a:lnTo>
                    <a:pt x="6035" y="437"/>
                  </a:lnTo>
                  <a:lnTo>
                    <a:pt x="6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6" name="Google Shape;1116;p17"/>
            <p:cNvSpPr/>
            <p:nvPr/>
          </p:nvSpPr>
          <p:spPr>
            <a:xfrm>
              <a:off x="7107058" y="5009882"/>
              <a:ext cx="638727" cy="52095"/>
            </a:xfrm>
            <a:custGeom>
              <a:avLst/>
              <a:gdLst/>
              <a:ahLst/>
              <a:cxnLst/>
              <a:rect l="l" t="t" r="r" b="b"/>
              <a:pathLst>
                <a:path w="6731" h="549" extrusionOk="0">
                  <a:moveTo>
                    <a:pt x="1" y="1"/>
                  </a:moveTo>
                  <a:lnTo>
                    <a:pt x="1" y="548"/>
                  </a:lnTo>
                  <a:lnTo>
                    <a:pt x="6730" y="548"/>
                  </a:lnTo>
                  <a:lnTo>
                    <a:pt x="67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7" name="Google Shape;1117;p17"/>
            <p:cNvSpPr/>
            <p:nvPr/>
          </p:nvSpPr>
          <p:spPr>
            <a:xfrm>
              <a:off x="7471156" y="5168446"/>
              <a:ext cx="65856" cy="155335"/>
            </a:xfrm>
            <a:custGeom>
              <a:avLst/>
              <a:gdLst/>
              <a:ahLst/>
              <a:cxnLst/>
              <a:rect l="l" t="t" r="r" b="b"/>
              <a:pathLst>
                <a:path w="694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3" y="1637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8" name="Google Shape;1118;p17"/>
            <p:cNvSpPr/>
            <p:nvPr/>
          </p:nvSpPr>
          <p:spPr>
            <a:xfrm>
              <a:off x="7471156" y="5355571"/>
              <a:ext cx="65856" cy="155335"/>
            </a:xfrm>
            <a:custGeom>
              <a:avLst/>
              <a:gdLst/>
              <a:ahLst/>
              <a:cxnLst/>
              <a:rect l="l" t="t" r="r" b="b"/>
              <a:pathLst>
                <a:path w="694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3" y="1637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19" name="Google Shape;1119;p17"/>
            <p:cNvSpPr/>
            <p:nvPr/>
          </p:nvSpPr>
          <p:spPr>
            <a:xfrm>
              <a:off x="7568136" y="5168446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0" name="Google Shape;1120;p17"/>
            <p:cNvSpPr/>
            <p:nvPr/>
          </p:nvSpPr>
          <p:spPr>
            <a:xfrm>
              <a:off x="7568136" y="535557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1" name="Google Shape;1121;p17"/>
            <p:cNvSpPr/>
            <p:nvPr/>
          </p:nvSpPr>
          <p:spPr>
            <a:xfrm>
              <a:off x="7210489" y="5168446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2" name="Google Shape;1122;p17"/>
            <p:cNvSpPr/>
            <p:nvPr/>
          </p:nvSpPr>
          <p:spPr>
            <a:xfrm>
              <a:off x="7210489" y="535557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0" y="1"/>
                  </a:moveTo>
                  <a:lnTo>
                    <a:pt x="0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3" name="Google Shape;1123;p17"/>
            <p:cNvSpPr/>
            <p:nvPr/>
          </p:nvSpPr>
          <p:spPr>
            <a:xfrm>
              <a:off x="7307469" y="5168446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4" name="Google Shape;1124;p17"/>
            <p:cNvSpPr/>
            <p:nvPr/>
          </p:nvSpPr>
          <p:spPr>
            <a:xfrm>
              <a:off x="7307469" y="535557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5" name="Google Shape;1125;p17"/>
            <p:cNvSpPr/>
            <p:nvPr/>
          </p:nvSpPr>
          <p:spPr>
            <a:xfrm>
              <a:off x="7688077" y="4656125"/>
              <a:ext cx="524571" cy="982491"/>
            </a:xfrm>
            <a:custGeom>
              <a:avLst/>
              <a:gdLst/>
              <a:ahLst/>
              <a:cxnLst/>
              <a:rect l="l" t="t" r="r" b="b"/>
              <a:pathLst>
                <a:path w="5528" h="10354" extrusionOk="0">
                  <a:moveTo>
                    <a:pt x="0" y="0"/>
                  </a:moveTo>
                  <a:lnTo>
                    <a:pt x="0" y="10353"/>
                  </a:lnTo>
                  <a:lnTo>
                    <a:pt x="5528" y="10353"/>
                  </a:lnTo>
                  <a:lnTo>
                    <a:pt x="55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6" name="Google Shape;1126;p17"/>
            <p:cNvSpPr/>
            <p:nvPr/>
          </p:nvSpPr>
          <p:spPr>
            <a:xfrm>
              <a:off x="7995242" y="4716762"/>
              <a:ext cx="65761" cy="155429"/>
            </a:xfrm>
            <a:custGeom>
              <a:avLst/>
              <a:gdLst/>
              <a:ahLst/>
              <a:cxnLst/>
              <a:rect l="l" t="t" r="r" b="b"/>
              <a:pathLst>
                <a:path w="693" h="1638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7" name="Google Shape;1127;p17"/>
            <p:cNvSpPr/>
            <p:nvPr/>
          </p:nvSpPr>
          <p:spPr>
            <a:xfrm>
              <a:off x="7995242" y="4904078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8" name="Google Shape;1128;p17"/>
            <p:cNvSpPr/>
            <p:nvPr/>
          </p:nvSpPr>
          <p:spPr>
            <a:xfrm>
              <a:off x="8092127" y="4716762"/>
              <a:ext cx="65856" cy="155429"/>
            </a:xfrm>
            <a:custGeom>
              <a:avLst/>
              <a:gdLst/>
              <a:ahLst/>
              <a:cxnLst/>
              <a:rect l="l" t="t" r="r" b="b"/>
              <a:pathLst>
                <a:path w="694" h="1638" extrusionOk="0">
                  <a:moveTo>
                    <a:pt x="1" y="1"/>
                  </a:moveTo>
                  <a:lnTo>
                    <a:pt x="1" y="1637"/>
                  </a:lnTo>
                  <a:lnTo>
                    <a:pt x="694" y="1637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29" name="Google Shape;1129;p17"/>
            <p:cNvSpPr/>
            <p:nvPr/>
          </p:nvSpPr>
          <p:spPr>
            <a:xfrm>
              <a:off x="8092127" y="4904078"/>
              <a:ext cx="65856" cy="155335"/>
            </a:xfrm>
            <a:custGeom>
              <a:avLst/>
              <a:gdLst/>
              <a:ahLst/>
              <a:cxnLst/>
              <a:rect l="l" t="t" r="r" b="b"/>
              <a:pathLst>
                <a:path w="694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4" y="1637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0" name="Google Shape;1130;p17"/>
            <p:cNvSpPr/>
            <p:nvPr/>
          </p:nvSpPr>
          <p:spPr>
            <a:xfrm>
              <a:off x="7734481" y="4716762"/>
              <a:ext cx="65761" cy="155429"/>
            </a:xfrm>
            <a:custGeom>
              <a:avLst/>
              <a:gdLst/>
              <a:ahLst/>
              <a:cxnLst/>
              <a:rect l="l" t="t" r="r" b="b"/>
              <a:pathLst>
                <a:path w="693" h="1638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1" name="Google Shape;1131;p17"/>
            <p:cNvSpPr/>
            <p:nvPr/>
          </p:nvSpPr>
          <p:spPr>
            <a:xfrm>
              <a:off x="7734481" y="4904078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2" name="Google Shape;1132;p17"/>
            <p:cNvSpPr/>
            <p:nvPr/>
          </p:nvSpPr>
          <p:spPr>
            <a:xfrm>
              <a:off x="7831554" y="4716762"/>
              <a:ext cx="65761" cy="155429"/>
            </a:xfrm>
            <a:custGeom>
              <a:avLst/>
              <a:gdLst/>
              <a:ahLst/>
              <a:cxnLst/>
              <a:rect l="l" t="t" r="r" b="b"/>
              <a:pathLst>
                <a:path w="693" h="1638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3" name="Google Shape;1133;p17"/>
            <p:cNvSpPr/>
            <p:nvPr/>
          </p:nvSpPr>
          <p:spPr>
            <a:xfrm>
              <a:off x="7831554" y="4904078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4" name="Google Shape;1134;p17"/>
            <p:cNvSpPr/>
            <p:nvPr/>
          </p:nvSpPr>
          <p:spPr>
            <a:xfrm>
              <a:off x="7995242" y="516816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5" name="Google Shape;1135;p17"/>
            <p:cNvSpPr/>
            <p:nvPr/>
          </p:nvSpPr>
          <p:spPr>
            <a:xfrm>
              <a:off x="7995242" y="5355477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0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6" name="Google Shape;1136;p17"/>
            <p:cNvSpPr/>
            <p:nvPr/>
          </p:nvSpPr>
          <p:spPr>
            <a:xfrm>
              <a:off x="8092127" y="5168161"/>
              <a:ext cx="65856" cy="155335"/>
            </a:xfrm>
            <a:custGeom>
              <a:avLst/>
              <a:gdLst/>
              <a:ahLst/>
              <a:cxnLst/>
              <a:rect l="l" t="t" r="r" b="b"/>
              <a:pathLst>
                <a:path w="694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4" y="1637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7" name="Google Shape;1137;p17"/>
            <p:cNvSpPr/>
            <p:nvPr/>
          </p:nvSpPr>
          <p:spPr>
            <a:xfrm>
              <a:off x="8092127" y="5355477"/>
              <a:ext cx="65856" cy="155335"/>
            </a:xfrm>
            <a:custGeom>
              <a:avLst/>
              <a:gdLst/>
              <a:ahLst/>
              <a:cxnLst/>
              <a:rect l="l" t="t" r="r" b="b"/>
              <a:pathLst>
                <a:path w="694" h="1637" extrusionOk="0">
                  <a:moveTo>
                    <a:pt x="1" y="0"/>
                  </a:moveTo>
                  <a:lnTo>
                    <a:pt x="1" y="1637"/>
                  </a:lnTo>
                  <a:lnTo>
                    <a:pt x="694" y="1637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8" name="Google Shape;1138;p17"/>
            <p:cNvSpPr/>
            <p:nvPr/>
          </p:nvSpPr>
          <p:spPr>
            <a:xfrm>
              <a:off x="7734481" y="516816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39" name="Google Shape;1139;p17"/>
            <p:cNvSpPr/>
            <p:nvPr/>
          </p:nvSpPr>
          <p:spPr>
            <a:xfrm>
              <a:off x="7734481" y="5355477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0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0" name="Google Shape;1140;p17"/>
            <p:cNvSpPr/>
            <p:nvPr/>
          </p:nvSpPr>
          <p:spPr>
            <a:xfrm>
              <a:off x="7831554" y="5168161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1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1" name="Google Shape;1141;p17"/>
            <p:cNvSpPr/>
            <p:nvPr/>
          </p:nvSpPr>
          <p:spPr>
            <a:xfrm>
              <a:off x="7831554" y="5355477"/>
              <a:ext cx="65761" cy="155335"/>
            </a:xfrm>
            <a:custGeom>
              <a:avLst/>
              <a:gdLst/>
              <a:ahLst/>
              <a:cxnLst/>
              <a:rect l="l" t="t" r="r" b="b"/>
              <a:pathLst>
                <a:path w="693" h="1637" extrusionOk="0">
                  <a:moveTo>
                    <a:pt x="1" y="0"/>
                  </a:moveTo>
                  <a:lnTo>
                    <a:pt x="1" y="1637"/>
                  </a:lnTo>
                  <a:lnTo>
                    <a:pt x="692" y="1637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2" name="Google Shape;1142;p17"/>
            <p:cNvSpPr/>
            <p:nvPr/>
          </p:nvSpPr>
          <p:spPr>
            <a:xfrm>
              <a:off x="7661984" y="4622156"/>
              <a:ext cx="572681" cy="41561"/>
            </a:xfrm>
            <a:custGeom>
              <a:avLst/>
              <a:gdLst/>
              <a:ahLst/>
              <a:cxnLst/>
              <a:rect l="l" t="t" r="r" b="b"/>
              <a:pathLst>
                <a:path w="6035" h="438" extrusionOk="0">
                  <a:moveTo>
                    <a:pt x="0" y="0"/>
                  </a:moveTo>
                  <a:lnTo>
                    <a:pt x="0" y="437"/>
                  </a:lnTo>
                  <a:lnTo>
                    <a:pt x="6035" y="437"/>
                  </a:lnTo>
                  <a:lnTo>
                    <a:pt x="6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3" name="Google Shape;1143;p17"/>
            <p:cNvSpPr/>
            <p:nvPr/>
          </p:nvSpPr>
          <p:spPr>
            <a:xfrm>
              <a:off x="7628960" y="4570155"/>
              <a:ext cx="638632" cy="52095"/>
            </a:xfrm>
            <a:custGeom>
              <a:avLst/>
              <a:gdLst/>
              <a:ahLst/>
              <a:cxnLst/>
              <a:rect l="l" t="t" r="r" b="b"/>
              <a:pathLst>
                <a:path w="6730" h="549" extrusionOk="0">
                  <a:moveTo>
                    <a:pt x="0" y="1"/>
                  </a:moveTo>
                  <a:lnTo>
                    <a:pt x="0" y="548"/>
                  </a:lnTo>
                  <a:lnTo>
                    <a:pt x="6730" y="548"/>
                  </a:lnTo>
                  <a:lnTo>
                    <a:pt x="67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4" name="Google Shape;1144;p17"/>
            <p:cNvSpPr/>
            <p:nvPr/>
          </p:nvSpPr>
          <p:spPr>
            <a:xfrm>
              <a:off x="8039936" y="4399255"/>
              <a:ext cx="139019" cy="53708"/>
            </a:xfrm>
            <a:custGeom>
              <a:avLst/>
              <a:gdLst/>
              <a:ahLst/>
              <a:cxnLst/>
              <a:rect l="l" t="t" r="r" b="b"/>
              <a:pathLst>
                <a:path w="1465" h="566" extrusionOk="0">
                  <a:moveTo>
                    <a:pt x="0" y="0"/>
                  </a:moveTo>
                  <a:lnTo>
                    <a:pt x="0" y="566"/>
                  </a:lnTo>
                  <a:lnTo>
                    <a:pt x="1465" y="566"/>
                  </a:lnTo>
                  <a:lnTo>
                    <a:pt x="14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5" name="Google Shape;1145;p17"/>
            <p:cNvSpPr/>
            <p:nvPr/>
          </p:nvSpPr>
          <p:spPr>
            <a:xfrm>
              <a:off x="6544444" y="4070929"/>
              <a:ext cx="240365" cy="312568"/>
            </a:xfrm>
            <a:custGeom>
              <a:avLst/>
              <a:gdLst/>
              <a:ahLst/>
              <a:cxnLst/>
              <a:rect l="l" t="t" r="r" b="b"/>
              <a:pathLst>
                <a:path w="2533" h="3294" extrusionOk="0">
                  <a:moveTo>
                    <a:pt x="1267" y="1"/>
                  </a:moveTo>
                  <a:cubicBezTo>
                    <a:pt x="567" y="1"/>
                    <a:pt x="0" y="569"/>
                    <a:pt x="0" y="1267"/>
                  </a:cubicBezTo>
                  <a:cubicBezTo>
                    <a:pt x="0" y="1965"/>
                    <a:pt x="1006" y="3293"/>
                    <a:pt x="1267" y="3293"/>
                  </a:cubicBezTo>
                  <a:cubicBezTo>
                    <a:pt x="1528" y="3293"/>
                    <a:pt x="2533" y="1966"/>
                    <a:pt x="2533" y="1267"/>
                  </a:cubicBezTo>
                  <a:cubicBezTo>
                    <a:pt x="2533" y="568"/>
                    <a:pt x="1967" y="1"/>
                    <a:pt x="1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6" name="Google Shape;1146;p17"/>
            <p:cNvSpPr/>
            <p:nvPr/>
          </p:nvSpPr>
          <p:spPr>
            <a:xfrm>
              <a:off x="6573387" y="4099873"/>
              <a:ext cx="182575" cy="182663"/>
            </a:xfrm>
            <a:custGeom>
              <a:avLst/>
              <a:gdLst/>
              <a:ahLst/>
              <a:cxnLst/>
              <a:rect l="l" t="t" r="r" b="b"/>
              <a:pathLst>
                <a:path w="1924" h="1925" extrusionOk="0">
                  <a:moveTo>
                    <a:pt x="962" y="1"/>
                  </a:moveTo>
                  <a:cubicBezTo>
                    <a:pt x="431" y="1"/>
                    <a:pt x="0" y="431"/>
                    <a:pt x="0" y="962"/>
                  </a:cubicBezTo>
                  <a:cubicBezTo>
                    <a:pt x="0" y="1492"/>
                    <a:pt x="431" y="1924"/>
                    <a:pt x="962" y="1924"/>
                  </a:cubicBezTo>
                  <a:cubicBezTo>
                    <a:pt x="1493" y="1924"/>
                    <a:pt x="1924" y="1492"/>
                    <a:pt x="1924" y="962"/>
                  </a:cubicBezTo>
                  <a:cubicBezTo>
                    <a:pt x="1924" y="430"/>
                    <a:pt x="1494" y="1"/>
                    <a:pt x="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7" name="Google Shape;1147;p17"/>
            <p:cNvSpPr/>
            <p:nvPr/>
          </p:nvSpPr>
          <p:spPr>
            <a:xfrm>
              <a:off x="6601570" y="4142858"/>
              <a:ext cx="133895" cy="112255"/>
            </a:xfrm>
            <a:custGeom>
              <a:avLst/>
              <a:gdLst/>
              <a:ahLst/>
              <a:cxnLst/>
              <a:rect l="l" t="t" r="r" b="b"/>
              <a:pathLst>
                <a:path w="1411" h="1183" extrusionOk="0">
                  <a:moveTo>
                    <a:pt x="1238" y="1"/>
                  </a:moveTo>
                  <a:lnTo>
                    <a:pt x="526" y="835"/>
                  </a:lnTo>
                  <a:lnTo>
                    <a:pt x="173" y="434"/>
                  </a:lnTo>
                  <a:lnTo>
                    <a:pt x="1" y="583"/>
                  </a:lnTo>
                  <a:lnTo>
                    <a:pt x="527" y="1183"/>
                  </a:lnTo>
                  <a:lnTo>
                    <a:pt x="1411" y="149"/>
                  </a:lnTo>
                  <a:lnTo>
                    <a:pt x="1238" y="1"/>
                  </a:lnTo>
                  <a:close/>
                </a:path>
              </a:pathLst>
            </a:custGeom>
            <a:solidFill>
              <a:srgbClr val="8CC6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8" name="Google Shape;1148;p17"/>
            <p:cNvSpPr/>
            <p:nvPr/>
          </p:nvSpPr>
          <p:spPr>
            <a:xfrm>
              <a:off x="5387433" y="3770408"/>
              <a:ext cx="240460" cy="312568"/>
            </a:xfrm>
            <a:custGeom>
              <a:avLst/>
              <a:gdLst/>
              <a:ahLst/>
              <a:cxnLst/>
              <a:rect l="l" t="t" r="r" b="b"/>
              <a:pathLst>
                <a:path w="2534" h="3294" extrusionOk="0">
                  <a:moveTo>
                    <a:pt x="1268" y="1"/>
                  </a:moveTo>
                  <a:cubicBezTo>
                    <a:pt x="568" y="1"/>
                    <a:pt x="1" y="568"/>
                    <a:pt x="1" y="1268"/>
                  </a:cubicBezTo>
                  <a:cubicBezTo>
                    <a:pt x="1" y="1966"/>
                    <a:pt x="1007" y="3294"/>
                    <a:pt x="1268" y="3294"/>
                  </a:cubicBezTo>
                  <a:cubicBezTo>
                    <a:pt x="1529" y="3294"/>
                    <a:pt x="2533" y="1966"/>
                    <a:pt x="2533" y="1268"/>
                  </a:cubicBezTo>
                  <a:cubicBezTo>
                    <a:pt x="2533" y="568"/>
                    <a:pt x="1967" y="1"/>
                    <a:pt x="12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49" name="Google Shape;1149;p17"/>
            <p:cNvSpPr/>
            <p:nvPr/>
          </p:nvSpPr>
          <p:spPr>
            <a:xfrm>
              <a:off x="5416184" y="3799257"/>
              <a:ext cx="182669" cy="182759"/>
            </a:xfrm>
            <a:custGeom>
              <a:avLst/>
              <a:gdLst/>
              <a:ahLst/>
              <a:cxnLst/>
              <a:rect l="l" t="t" r="r" b="b"/>
              <a:pathLst>
                <a:path w="1925" h="1926" extrusionOk="0">
                  <a:moveTo>
                    <a:pt x="963" y="1"/>
                  </a:moveTo>
                  <a:cubicBezTo>
                    <a:pt x="433" y="1"/>
                    <a:pt x="1" y="433"/>
                    <a:pt x="1" y="964"/>
                  </a:cubicBezTo>
                  <a:cubicBezTo>
                    <a:pt x="1" y="1494"/>
                    <a:pt x="433" y="1925"/>
                    <a:pt x="963" y="1925"/>
                  </a:cubicBezTo>
                  <a:cubicBezTo>
                    <a:pt x="1494" y="1925"/>
                    <a:pt x="1924" y="1494"/>
                    <a:pt x="1924" y="964"/>
                  </a:cubicBezTo>
                  <a:cubicBezTo>
                    <a:pt x="1924" y="432"/>
                    <a:pt x="1495" y="2"/>
                    <a:pt x="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0" name="Google Shape;1150;p17"/>
            <p:cNvSpPr/>
            <p:nvPr/>
          </p:nvSpPr>
          <p:spPr>
            <a:xfrm>
              <a:off x="5444556" y="3842431"/>
              <a:ext cx="133800" cy="112160"/>
            </a:xfrm>
            <a:custGeom>
              <a:avLst/>
              <a:gdLst/>
              <a:ahLst/>
              <a:cxnLst/>
              <a:rect l="l" t="t" r="r" b="b"/>
              <a:pathLst>
                <a:path w="1410" h="1182" extrusionOk="0">
                  <a:moveTo>
                    <a:pt x="1237" y="0"/>
                  </a:moveTo>
                  <a:lnTo>
                    <a:pt x="524" y="834"/>
                  </a:lnTo>
                  <a:lnTo>
                    <a:pt x="171" y="433"/>
                  </a:lnTo>
                  <a:lnTo>
                    <a:pt x="1" y="582"/>
                  </a:lnTo>
                  <a:lnTo>
                    <a:pt x="526" y="1182"/>
                  </a:lnTo>
                  <a:lnTo>
                    <a:pt x="1410" y="148"/>
                  </a:lnTo>
                  <a:lnTo>
                    <a:pt x="1237" y="0"/>
                  </a:lnTo>
                  <a:close/>
                </a:path>
              </a:pathLst>
            </a:custGeom>
            <a:solidFill>
              <a:srgbClr val="8CC63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1" name="Google Shape;1151;p17"/>
            <p:cNvSpPr/>
            <p:nvPr/>
          </p:nvSpPr>
          <p:spPr>
            <a:xfrm>
              <a:off x="4384998" y="4428292"/>
              <a:ext cx="240365" cy="312473"/>
            </a:xfrm>
            <a:custGeom>
              <a:avLst/>
              <a:gdLst/>
              <a:ahLst/>
              <a:cxnLst/>
              <a:rect l="l" t="t" r="r" b="b"/>
              <a:pathLst>
                <a:path w="2533" h="3293" extrusionOk="0">
                  <a:moveTo>
                    <a:pt x="1266" y="0"/>
                  </a:moveTo>
                  <a:cubicBezTo>
                    <a:pt x="567" y="0"/>
                    <a:pt x="1" y="567"/>
                    <a:pt x="1" y="1267"/>
                  </a:cubicBezTo>
                  <a:cubicBezTo>
                    <a:pt x="1" y="1966"/>
                    <a:pt x="1005" y="3293"/>
                    <a:pt x="1266" y="3293"/>
                  </a:cubicBezTo>
                  <a:cubicBezTo>
                    <a:pt x="1528" y="3293"/>
                    <a:pt x="2533" y="1966"/>
                    <a:pt x="2533" y="1267"/>
                  </a:cubicBezTo>
                  <a:cubicBezTo>
                    <a:pt x="2533" y="567"/>
                    <a:pt x="1966" y="0"/>
                    <a:pt x="12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2" name="Google Shape;1152;p17"/>
            <p:cNvSpPr/>
            <p:nvPr/>
          </p:nvSpPr>
          <p:spPr>
            <a:xfrm>
              <a:off x="4413939" y="4457045"/>
              <a:ext cx="182669" cy="182759"/>
            </a:xfrm>
            <a:custGeom>
              <a:avLst/>
              <a:gdLst/>
              <a:ahLst/>
              <a:cxnLst/>
              <a:rect l="l" t="t" r="r" b="b"/>
              <a:pathLst>
                <a:path w="1925" h="1926" extrusionOk="0">
                  <a:moveTo>
                    <a:pt x="962" y="1"/>
                  </a:moveTo>
                  <a:cubicBezTo>
                    <a:pt x="431" y="1"/>
                    <a:pt x="0" y="433"/>
                    <a:pt x="0" y="964"/>
                  </a:cubicBezTo>
                  <a:cubicBezTo>
                    <a:pt x="0" y="1494"/>
                    <a:pt x="431" y="1926"/>
                    <a:pt x="962" y="1926"/>
                  </a:cubicBezTo>
                  <a:cubicBezTo>
                    <a:pt x="1492" y="1926"/>
                    <a:pt x="1924" y="1494"/>
                    <a:pt x="1924" y="964"/>
                  </a:cubicBezTo>
                  <a:cubicBezTo>
                    <a:pt x="1924" y="432"/>
                    <a:pt x="1492" y="2"/>
                    <a:pt x="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3" name="Google Shape;1153;p17"/>
            <p:cNvSpPr/>
            <p:nvPr/>
          </p:nvSpPr>
          <p:spPr>
            <a:xfrm>
              <a:off x="4451895" y="4494812"/>
              <a:ext cx="106471" cy="10656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955" y="1"/>
                  </a:moveTo>
                  <a:lnTo>
                    <a:pt x="1" y="955"/>
                  </a:lnTo>
                  <a:lnTo>
                    <a:pt x="168" y="1122"/>
                  </a:lnTo>
                  <a:lnTo>
                    <a:pt x="1122" y="168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4" name="Google Shape;1154;p17"/>
            <p:cNvSpPr/>
            <p:nvPr/>
          </p:nvSpPr>
          <p:spPr>
            <a:xfrm>
              <a:off x="4451801" y="4494906"/>
              <a:ext cx="106471" cy="10656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168" y="1"/>
                  </a:moveTo>
                  <a:lnTo>
                    <a:pt x="1" y="169"/>
                  </a:lnTo>
                  <a:lnTo>
                    <a:pt x="955" y="1122"/>
                  </a:lnTo>
                  <a:lnTo>
                    <a:pt x="1122" y="956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5" name="Google Shape;1155;p17"/>
            <p:cNvSpPr/>
            <p:nvPr/>
          </p:nvSpPr>
          <p:spPr>
            <a:xfrm>
              <a:off x="7680107" y="4171895"/>
              <a:ext cx="240365" cy="312568"/>
            </a:xfrm>
            <a:custGeom>
              <a:avLst/>
              <a:gdLst/>
              <a:ahLst/>
              <a:cxnLst/>
              <a:rect l="l" t="t" r="r" b="b"/>
              <a:pathLst>
                <a:path w="2533" h="3294" extrusionOk="0">
                  <a:moveTo>
                    <a:pt x="1266" y="1"/>
                  </a:moveTo>
                  <a:cubicBezTo>
                    <a:pt x="566" y="1"/>
                    <a:pt x="1" y="568"/>
                    <a:pt x="1" y="1268"/>
                  </a:cubicBezTo>
                  <a:cubicBezTo>
                    <a:pt x="1" y="1966"/>
                    <a:pt x="1005" y="3293"/>
                    <a:pt x="1266" y="3293"/>
                  </a:cubicBezTo>
                  <a:cubicBezTo>
                    <a:pt x="1527" y="3293"/>
                    <a:pt x="2533" y="1966"/>
                    <a:pt x="2533" y="1268"/>
                  </a:cubicBezTo>
                  <a:cubicBezTo>
                    <a:pt x="2533" y="568"/>
                    <a:pt x="1965" y="1"/>
                    <a:pt x="1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6" name="Google Shape;1156;p17"/>
            <p:cNvSpPr/>
            <p:nvPr/>
          </p:nvSpPr>
          <p:spPr>
            <a:xfrm>
              <a:off x="7708954" y="4200837"/>
              <a:ext cx="182575" cy="182663"/>
            </a:xfrm>
            <a:custGeom>
              <a:avLst/>
              <a:gdLst/>
              <a:ahLst/>
              <a:cxnLst/>
              <a:rect l="l" t="t" r="r" b="b"/>
              <a:pathLst>
                <a:path w="1924" h="1925" extrusionOk="0">
                  <a:moveTo>
                    <a:pt x="962" y="1"/>
                  </a:moveTo>
                  <a:cubicBezTo>
                    <a:pt x="431" y="1"/>
                    <a:pt x="0" y="431"/>
                    <a:pt x="0" y="963"/>
                  </a:cubicBezTo>
                  <a:cubicBezTo>
                    <a:pt x="0" y="1493"/>
                    <a:pt x="431" y="1924"/>
                    <a:pt x="962" y="1924"/>
                  </a:cubicBezTo>
                  <a:cubicBezTo>
                    <a:pt x="1493" y="1924"/>
                    <a:pt x="1924" y="1493"/>
                    <a:pt x="1924" y="963"/>
                  </a:cubicBezTo>
                  <a:cubicBezTo>
                    <a:pt x="1924" y="431"/>
                    <a:pt x="1493" y="1"/>
                    <a:pt x="9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7" name="Google Shape;1157;p17"/>
            <p:cNvSpPr/>
            <p:nvPr/>
          </p:nvSpPr>
          <p:spPr>
            <a:xfrm>
              <a:off x="7747101" y="4238320"/>
              <a:ext cx="106471" cy="106561"/>
            </a:xfrm>
            <a:custGeom>
              <a:avLst/>
              <a:gdLst/>
              <a:ahLst/>
              <a:cxnLst/>
              <a:rect l="l" t="t" r="r" b="b"/>
              <a:pathLst>
                <a:path w="1122" h="1123" extrusionOk="0">
                  <a:moveTo>
                    <a:pt x="954" y="1"/>
                  </a:moveTo>
                  <a:lnTo>
                    <a:pt x="1" y="955"/>
                  </a:lnTo>
                  <a:lnTo>
                    <a:pt x="167" y="1122"/>
                  </a:lnTo>
                  <a:lnTo>
                    <a:pt x="1122" y="168"/>
                  </a:lnTo>
                  <a:lnTo>
                    <a:pt x="954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8" name="Google Shape;1158;p17"/>
            <p:cNvSpPr/>
            <p:nvPr/>
          </p:nvSpPr>
          <p:spPr>
            <a:xfrm>
              <a:off x="7746626" y="4239363"/>
              <a:ext cx="106471" cy="106467"/>
            </a:xfrm>
            <a:custGeom>
              <a:avLst/>
              <a:gdLst/>
              <a:ahLst/>
              <a:cxnLst/>
              <a:rect l="l" t="t" r="r" b="b"/>
              <a:pathLst>
                <a:path w="1122" h="1122" extrusionOk="0">
                  <a:moveTo>
                    <a:pt x="167" y="1"/>
                  </a:moveTo>
                  <a:lnTo>
                    <a:pt x="0" y="168"/>
                  </a:lnTo>
                  <a:lnTo>
                    <a:pt x="954" y="1121"/>
                  </a:lnTo>
                  <a:lnTo>
                    <a:pt x="1122" y="955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C1272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59" name="Google Shape;1159;p17"/>
            <p:cNvSpPr/>
            <p:nvPr/>
          </p:nvSpPr>
          <p:spPr>
            <a:xfrm>
              <a:off x="8067739" y="4286050"/>
              <a:ext cx="100967" cy="86255"/>
            </a:xfrm>
            <a:custGeom>
              <a:avLst/>
              <a:gdLst/>
              <a:ahLst/>
              <a:cxnLst/>
              <a:rect l="l" t="t" r="r" b="b"/>
              <a:pathLst>
                <a:path w="1064" h="909" extrusionOk="0">
                  <a:moveTo>
                    <a:pt x="609" y="0"/>
                  </a:moveTo>
                  <a:cubicBezTo>
                    <a:pt x="377" y="0"/>
                    <a:pt x="185" y="174"/>
                    <a:pt x="159" y="399"/>
                  </a:cubicBezTo>
                  <a:cubicBezTo>
                    <a:pt x="66" y="440"/>
                    <a:pt x="0" y="533"/>
                    <a:pt x="0" y="643"/>
                  </a:cubicBezTo>
                  <a:cubicBezTo>
                    <a:pt x="0" y="789"/>
                    <a:pt x="119" y="909"/>
                    <a:pt x="266" y="909"/>
                  </a:cubicBezTo>
                  <a:cubicBezTo>
                    <a:pt x="321" y="909"/>
                    <a:pt x="372" y="891"/>
                    <a:pt x="413" y="864"/>
                  </a:cubicBezTo>
                  <a:cubicBezTo>
                    <a:pt x="472" y="891"/>
                    <a:pt x="538" y="909"/>
                    <a:pt x="609" y="909"/>
                  </a:cubicBezTo>
                  <a:cubicBezTo>
                    <a:pt x="860" y="909"/>
                    <a:pt x="1063" y="705"/>
                    <a:pt x="1063" y="454"/>
                  </a:cubicBezTo>
                  <a:cubicBezTo>
                    <a:pt x="1063" y="204"/>
                    <a:pt x="860" y="0"/>
                    <a:pt x="609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60" name="Google Shape;1160;p17"/>
            <p:cNvSpPr/>
            <p:nvPr/>
          </p:nvSpPr>
          <p:spPr>
            <a:xfrm>
              <a:off x="8032061" y="4092565"/>
              <a:ext cx="135697" cy="134555"/>
            </a:xfrm>
            <a:custGeom>
              <a:avLst/>
              <a:gdLst/>
              <a:ahLst/>
              <a:cxnLst/>
              <a:rect l="l" t="t" r="r" b="b"/>
              <a:pathLst>
                <a:path w="1430" h="1418" extrusionOk="0">
                  <a:moveTo>
                    <a:pt x="901" y="1"/>
                  </a:moveTo>
                  <a:cubicBezTo>
                    <a:pt x="641" y="1"/>
                    <a:pt x="426" y="187"/>
                    <a:pt x="380" y="434"/>
                  </a:cubicBezTo>
                  <a:cubicBezTo>
                    <a:pt x="166" y="458"/>
                    <a:pt x="1" y="638"/>
                    <a:pt x="1" y="858"/>
                  </a:cubicBezTo>
                  <a:cubicBezTo>
                    <a:pt x="1" y="1096"/>
                    <a:pt x="192" y="1287"/>
                    <a:pt x="428" y="1287"/>
                  </a:cubicBezTo>
                  <a:cubicBezTo>
                    <a:pt x="482" y="1287"/>
                    <a:pt x="534" y="1277"/>
                    <a:pt x="582" y="1259"/>
                  </a:cubicBezTo>
                  <a:lnTo>
                    <a:pt x="595" y="1259"/>
                  </a:lnTo>
                  <a:cubicBezTo>
                    <a:pt x="666" y="1355"/>
                    <a:pt x="780" y="1418"/>
                    <a:pt x="908" y="1418"/>
                  </a:cubicBezTo>
                  <a:cubicBezTo>
                    <a:pt x="1123" y="1418"/>
                    <a:pt x="1298" y="1244"/>
                    <a:pt x="1298" y="1027"/>
                  </a:cubicBezTo>
                  <a:cubicBezTo>
                    <a:pt x="1298" y="983"/>
                    <a:pt x="1291" y="940"/>
                    <a:pt x="1276" y="899"/>
                  </a:cubicBezTo>
                  <a:cubicBezTo>
                    <a:pt x="1371" y="805"/>
                    <a:pt x="1430" y="674"/>
                    <a:pt x="1430" y="530"/>
                  </a:cubicBezTo>
                  <a:cubicBezTo>
                    <a:pt x="1430" y="238"/>
                    <a:pt x="1194" y="1"/>
                    <a:pt x="901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61" name="Google Shape;1161;p17"/>
            <p:cNvSpPr/>
            <p:nvPr/>
          </p:nvSpPr>
          <p:spPr>
            <a:xfrm>
              <a:off x="8113572" y="3826679"/>
              <a:ext cx="187509" cy="185036"/>
            </a:xfrm>
            <a:custGeom>
              <a:avLst/>
              <a:gdLst/>
              <a:ahLst/>
              <a:cxnLst/>
              <a:rect l="l" t="t" r="r" b="b"/>
              <a:pathLst>
                <a:path w="1976" h="1950" extrusionOk="0">
                  <a:moveTo>
                    <a:pt x="956" y="0"/>
                  </a:moveTo>
                  <a:cubicBezTo>
                    <a:pt x="636" y="0"/>
                    <a:pt x="377" y="260"/>
                    <a:pt x="377" y="579"/>
                  </a:cubicBezTo>
                  <a:cubicBezTo>
                    <a:pt x="377" y="604"/>
                    <a:pt x="379" y="627"/>
                    <a:pt x="382" y="651"/>
                  </a:cubicBezTo>
                  <a:cubicBezTo>
                    <a:pt x="373" y="651"/>
                    <a:pt x="366" y="650"/>
                    <a:pt x="358" y="650"/>
                  </a:cubicBezTo>
                  <a:cubicBezTo>
                    <a:pt x="161" y="650"/>
                    <a:pt x="0" y="810"/>
                    <a:pt x="0" y="1008"/>
                  </a:cubicBezTo>
                  <a:cubicBezTo>
                    <a:pt x="0" y="1169"/>
                    <a:pt x="106" y="1305"/>
                    <a:pt x="253" y="1351"/>
                  </a:cubicBezTo>
                  <a:cubicBezTo>
                    <a:pt x="250" y="1373"/>
                    <a:pt x="248" y="1397"/>
                    <a:pt x="248" y="1422"/>
                  </a:cubicBezTo>
                  <a:cubicBezTo>
                    <a:pt x="248" y="1712"/>
                    <a:pt x="484" y="1950"/>
                    <a:pt x="776" y="1950"/>
                  </a:cubicBezTo>
                  <a:cubicBezTo>
                    <a:pt x="915" y="1950"/>
                    <a:pt x="1042" y="1894"/>
                    <a:pt x="1136" y="1806"/>
                  </a:cubicBezTo>
                  <a:cubicBezTo>
                    <a:pt x="1176" y="1812"/>
                    <a:pt x="1217" y="1818"/>
                    <a:pt x="1259" y="1818"/>
                  </a:cubicBezTo>
                  <a:cubicBezTo>
                    <a:pt x="1655" y="1818"/>
                    <a:pt x="1975" y="1496"/>
                    <a:pt x="1975" y="1101"/>
                  </a:cubicBezTo>
                  <a:cubicBezTo>
                    <a:pt x="1976" y="795"/>
                    <a:pt x="1784" y="537"/>
                    <a:pt x="1516" y="432"/>
                  </a:cubicBezTo>
                  <a:cubicBezTo>
                    <a:pt x="1451" y="185"/>
                    <a:pt x="1226" y="0"/>
                    <a:pt x="956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62" name="Google Shape;1162;p17"/>
            <p:cNvSpPr/>
            <p:nvPr/>
          </p:nvSpPr>
          <p:spPr>
            <a:xfrm>
              <a:off x="4092257" y="4241924"/>
              <a:ext cx="100967" cy="86349"/>
            </a:xfrm>
            <a:custGeom>
              <a:avLst/>
              <a:gdLst/>
              <a:ahLst/>
              <a:cxnLst/>
              <a:rect l="l" t="t" r="r" b="b"/>
              <a:pathLst>
                <a:path w="1064" h="910" extrusionOk="0">
                  <a:moveTo>
                    <a:pt x="609" y="1"/>
                  </a:moveTo>
                  <a:cubicBezTo>
                    <a:pt x="377" y="1"/>
                    <a:pt x="186" y="174"/>
                    <a:pt x="159" y="400"/>
                  </a:cubicBezTo>
                  <a:cubicBezTo>
                    <a:pt x="66" y="441"/>
                    <a:pt x="1" y="535"/>
                    <a:pt x="1" y="643"/>
                  </a:cubicBezTo>
                  <a:cubicBezTo>
                    <a:pt x="1" y="790"/>
                    <a:pt x="119" y="909"/>
                    <a:pt x="267" y="909"/>
                  </a:cubicBezTo>
                  <a:cubicBezTo>
                    <a:pt x="322" y="909"/>
                    <a:pt x="371" y="893"/>
                    <a:pt x="414" y="864"/>
                  </a:cubicBezTo>
                  <a:cubicBezTo>
                    <a:pt x="472" y="893"/>
                    <a:pt x="539" y="909"/>
                    <a:pt x="609" y="909"/>
                  </a:cubicBezTo>
                  <a:cubicBezTo>
                    <a:pt x="860" y="909"/>
                    <a:pt x="1064" y="706"/>
                    <a:pt x="1064" y="455"/>
                  </a:cubicBezTo>
                  <a:cubicBezTo>
                    <a:pt x="1064" y="204"/>
                    <a:pt x="860" y="1"/>
                    <a:pt x="609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63" name="Google Shape;1163;p17"/>
            <p:cNvSpPr/>
            <p:nvPr/>
          </p:nvSpPr>
          <p:spPr>
            <a:xfrm>
              <a:off x="4056673" y="4048536"/>
              <a:ext cx="135697" cy="134555"/>
            </a:xfrm>
            <a:custGeom>
              <a:avLst/>
              <a:gdLst/>
              <a:ahLst/>
              <a:cxnLst/>
              <a:rect l="l" t="t" r="r" b="b"/>
              <a:pathLst>
                <a:path w="1430" h="1418" extrusionOk="0">
                  <a:moveTo>
                    <a:pt x="901" y="0"/>
                  </a:moveTo>
                  <a:cubicBezTo>
                    <a:pt x="641" y="0"/>
                    <a:pt x="426" y="187"/>
                    <a:pt x="380" y="434"/>
                  </a:cubicBezTo>
                  <a:cubicBezTo>
                    <a:pt x="166" y="458"/>
                    <a:pt x="0" y="639"/>
                    <a:pt x="0" y="859"/>
                  </a:cubicBezTo>
                  <a:cubicBezTo>
                    <a:pt x="0" y="1095"/>
                    <a:pt x="191" y="1287"/>
                    <a:pt x="428" y="1287"/>
                  </a:cubicBezTo>
                  <a:cubicBezTo>
                    <a:pt x="482" y="1287"/>
                    <a:pt x="533" y="1276"/>
                    <a:pt x="581" y="1259"/>
                  </a:cubicBezTo>
                  <a:lnTo>
                    <a:pt x="595" y="1259"/>
                  </a:lnTo>
                  <a:cubicBezTo>
                    <a:pt x="665" y="1355"/>
                    <a:pt x="780" y="1417"/>
                    <a:pt x="908" y="1417"/>
                  </a:cubicBezTo>
                  <a:cubicBezTo>
                    <a:pt x="1123" y="1417"/>
                    <a:pt x="1298" y="1244"/>
                    <a:pt x="1298" y="1028"/>
                  </a:cubicBezTo>
                  <a:cubicBezTo>
                    <a:pt x="1298" y="983"/>
                    <a:pt x="1290" y="941"/>
                    <a:pt x="1276" y="900"/>
                  </a:cubicBezTo>
                  <a:cubicBezTo>
                    <a:pt x="1371" y="806"/>
                    <a:pt x="1430" y="675"/>
                    <a:pt x="1430" y="529"/>
                  </a:cubicBezTo>
                  <a:cubicBezTo>
                    <a:pt x="1430" y="238"/>
                    <a:pt x="1193" y="0"/>
                    <a:pt x="90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64" name="Google Shape;1164;p17"/>
            <p:cNvSpPr/>
            <p:nvPr/>
          </p:nvSpPr>
          <p:spPr>
            <a:xfrm>
              <a:off x="4138184" y="3782555"/>
              <a:ext cx="187509" cy="185036"/>
            </a:xfrm>
            <a:custGeom>
              <a:avLst/>
              <a:gdLst/>
              <a:ahLst/>
              <a:cxnLst/>
              <a:rect l="l" t="t" r="r" b="b"/>
              <a:pathLst>
                <a:path w="1976" h="1950" extrusionOk="0">
                  <a:moveTo>
                    <a:pt x="955" y="1"/>
                  </a:moveTo>
                  <a:cubicBezTo>
                    <a:pt x="636" y="1"/>
                    <a:pt x="376" y="261"/>
                    <a:pt x="376" y="580"/>
                  </a:cubicBezTo>
                  <a:cubicBezTo>
                    <a:pt x="376" y="605"/>
                    <a:pt x="379" y="628"/>
                    <a:pt x="381" y="652"/>
                  </a:cubicBezTo>
                  <a:cubicBezTo>
                    <a:pt x="374" y="652"/>
                    <a:pt x="366" y="651"/>
                    <a:pt x="359" y="651"/>
                  </a:cubicBezTo>
                  <a:cubicBezTo>
                    <a:pt x="160" y="651"/>
                    <a:pt x="1" y="810"/>
                    <a:pt x="1" y="1009"/>
                  </a:cubicBezTo>
                  <a:cubicBezTo>
                    <a:pt x="1" y="1170"/>
                    <a:pt x="106" y="1305"/>
                    <a:pt x="252" y="1351"/>
                  </a:cubicBezTo>
                  <a:cubicBezTo>
                    <a:pt x="249" y="1375"/>
                    <a:pt x="247" y="1397"/>
                    <a:pt x="247" y="1422"/>
                  </a:cubicBezTo>
                  <a:cubicBezTo>
                    <a:pt x="247" y="1714"/>
                    <a:pt x="484" y="1950"/>
                    <a:pt x="775" y="1950"/>
                  </a:cubicBezTo>
                  <a:cubicBezTo>
                    <a:pt x="914" y="1950"/>
                    <a:pt x="1041" y="1895"/>
                    <a:pt x="1136" y="1807"/>
                  </a:cubicBezTo>
                  <a:cubicBezTo>
                    <a:pt x="1175" y="1813"/>
                    <a:pt x="1216" y="1818"/>
                    <a:pt x="1259" y="1818"/>
                  </a:cubicBezTo>
                  <a:cubicBezTo>
                    <a:pt x="1654" y="1818"/>
                    <a:pt x="1975" y="1497"/>
                    <a:pt x="1975" y="1102"/>
                  </a:cubicBezTo>
                  <a:cubicBezTo>
                    <a:pt x="1975" y="797"/>
                    <a:pt x="1784" y="537"/>
                    <a:pt x="1516" y="434"/>
                  </a:cubicBezTo>
                  <a:cubicBezTo>
                    <a:pt x="1450" y="185"/>
                    <a:pt x="1225" y="1"/>
                    <a:pt x="955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1165" name="Google Shape;1165;p17"/>
            <p:cNvSpPr/>
            <p:nvPr/>
          </p:nvSpPr>
          <p:spPr>
            <a:xfrm>
              <a:off x="3913481" y="3489246"/>
              <a:ext cx="286673" cy="282677"/>
            </a:xfrm>
            <a:custGeom>
              <a:avLst/>
              <a:gdLst/>
              <a:ahLst/>
              <a:cxnLst/>
              <a:rect l="l" t="t" r="r" b="b"/>
              <a:pathLst>
                <a:path w="3021" h="2979" extrusionOk="0">
                  <a:moveTo>
                    <a:pt x="1461" y="1"/>
                  </a:moveTo>
                  <a:cubicBezTo>
                    <a:pt x="973" y="1"/>
                    <a:pt x="576" y="397"/>
                    <a:pt x="576" y="886"/>
                  </a:cubicBezTo>
                  <a:cubicBezTo>
                    <a:pt x="576" y="923"/>
                    <a:pt x="579" y="958"/>
                    <a:pt x="584" y="994"/>
                  </a:cubicBezTo>
                  <a:cubicBezTo>
                    <a:pt x="572" y="993"/>
                    <a:pt x="561" y="993"/>
                    <a:pt x="548" y="993"/>
                  </a:cubicBezTo>
                  <a:cubicBezTo>
                    <a:pt x="247" y="993"/>
                    <a:pt x="1" y="1239"/>
                    <a:pt x="1" y="1541"/>
                  </a:cubicBezTo>
                  <a:cubicBezTo>
                    <a:pt x="1" y="1786"/>
                    <a:pt x="164" y="1995"/>
                    <a:pt x="387" y="2064"/>
                  </a:cubicBezTo>
                  <a:cubicBezTo>
                    <a:pt x="382" y="2098"/>
                    <a:pt x="380" y="2134"/>
                    <a:pt x="380" y="2171"/>
                  </a:cubicBezTo>
                  <a:cubicBezTo>
                    <a:pt x="380" y="2616"/>
                    <a:pt x="740" y="2978"/>
                    <a:pt x="1187" y="2978"/>
                  </a:cubicBezTo>
                  <a:cubicBezTo>
                    <a:pt x="1400" y="2978"/>
                    <a:pt x="1593" y="2895"/>
                    <a:pt x="1737" y="2759"/>
                  </a:cubicBezTo>
                  <a:cubicBezTo>
                    <a:pt x="1799" y="2770"/>
                    <a:pt x="1861" y="2776"/>
                    <a:pt x="1926" y="2776"/>
                  </a:cubicBezTo>
                  <a:cubicBezTo>
                    <a:pt x="2530" y="2776"/>
                    <a:pt x="3020" y="2287"/>
                    <a:pt x="3020" y="1681"/>
                  </a:cubicBezTo>
                  <a:cubicBezTo>
                    <a:pt x="3018" y="1215"/>
                    <a:pt x="2728" y="819"/>
                    <a:pt x="2317" y="661"/>
                  </a:cubicBezTo>
                  <a:cubicBezTo>
                    <a:pt x="2217" y="281"/>
                    <a:pt x="1872" y="1"/>
                    <a:pt x="1461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1166" name="Google Shape;1166;p17"/>
          <p:cNvSpPr/>
          <p:nvPr/>
        </p:nvSpPr>
        <p:spPr>
          <a:xfrm>
            <a:off x="669038" y="2107991"/>
            <a:ext cx="378468" cy="378639"/>
          </a:xfrm>
          <a:custGeom>
            <a:avLst/>
            <a:gdLst/>
            <a:ahLst/>
            <a:cxnLst/>
            <a:rect l="l" t="t" r="r" b="b"/>
            <a:pathLst>
              <a:path w="1925" h="1926" extrusionOk="0">
                <a:moveTo>
                  <a:pt x="963" y="1"/>
                </a:moveTo>
                <a:cubicBezTo>
                  <a:pt x="433" y="1"/>
                  <a:pt x="1" y="433"/>
                  <a:pt x="1" y="964"/>
                </a:cubicBezTo>
                <a:cubicBezTo>
                  <a:pt x="1" y="1494"/>
                  <a:pt x="433" y="1925"/>
                  <a:pt x="963" y="1925"/>
                </a:cubicBezTo>
                <a:cubicBezTo>
                  <a:pt x="1494" y="1925"/>
                  <a:pt x="1924" y="1494"/>
                  <a:pt x="1924" y="964"/>
                </a:cubicBezTo>
                <a:cubicBezTo>
                  <a:pt x="1924" y="432"/>
                  <a:pt x="1495" y="2"/>
                  <a:pt x="96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1171" name="Google Shape;1171;p17"/>
          <p:cNvSpPr txBox="1"/>
          <p:nvPr/>
        </p:nvSpPr>
        <p:spPr>
          <a:xfrm>
            <a:off x="1134497" y="1995135"/>
            <a:ext cx="2899035" cy="143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Empfehlungssystem</a:t>
            </a:r>
            <a: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 </a:t>
            </a: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statt</a:t>
            </a:r>
            <a: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autonomer</a:t>
            </a:r>
            <a: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Steuerung</a:t>
            </a:r>
            <a: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 </a:t>
            </a:r>
          </a:p>
        </p:txBody>
      </p:sp>
      <p:sp>
        <p:nvSpPr>
          <p:cNvPr id="3" name="Google Shape;1171;p17">
            <a:extLst>
              <a:ext uri="{FF2B5EF4-FFF2-40B4-BE49-F238E27FC236}">
                <a16:creationId xmlns:a16="http://schemas.microsoft.com/office/drawing/2014/main" id="{3EA2694B-1634-58CB-0044-1F0EF8F35AE5}"/>
              </a:ext>
            </a:extLst>
          </p:cNvPr>
          <p:cNvSpPr txBox="1"/>
          <p:nvPr/>
        </p:nvSpPr>
        <p:spPr>
          <a:xfrm>
            <a:off x="1629797" y="5448306"/>
            <a:ext cx="3075553" cy="1019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Historische</a:t>
            </a:r>
            <a: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Daten</a:t>
            </a:r>
            <a: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 für Prognose und </a:t>
            </a: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Analyse</a:t>
            </a:r>
            <a:endParaRPr lang="en-US" sz="2133" b="1">
              <a:solidFill>
                <a:srgbClr val="1E2F5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Google Shape;1171;p17">
            <a:extLst>
              <a:ext uri="{FF2B5EF4-FFF2-40B4-BE49-F238E27FC236}">
                <a16:creationId xmlns:a16="http://schemas.microsoft.com/office/drawing/2014/main" id="{8198DE16-318C-E340-9AC4-0A4B9CE87399}"/>
              </a:ext>
            </a:extLst>
          </p:cNvPr>
          <p:cNvSpPr txBox="1"/>
          <p:nvPr/>
        </p:nvSpPr>
        <p:spPr>
          <a:xfrm>
            <a:off x="8510347" y="3114323"/>
            <a:ext cx="3266053" cy="1019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lnSpc>
                <a:spcPct val="115000"/>
              </a:lnSpc>
              <a:spcAft>
                <a:spcPts val="2133"/>
              </a:spcAft>
            </a:pP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Hexagonale</a:t>
            </a:r>
            <a: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133" b="1" err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Architektur</a:t>
            </a:r>
            <a:b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</a:br>
            <a:r>
              <a:rPr lang="en-US" sz="2133" b="1">
                <a:solidFill>
                  <a:srgbClr val="1E2F55"/>
                </a:solidFill>
                <a:latin typeface="Fira Sans"/>
                <a:ea typeface="Fira Sans"/>
                <a:cs typeface="Fira Sans"/>
                <a:sym typeface="Fira Sans"/>
              </a:rPr>
              <a:t>(Port &amp; Adapters)</a:t>
            </a: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5" name="Google Shape;5945;p42"/>
          <p:cNvSpPr txBox="1"/>
          <p:nvPr/>
        </p:nvSpPr>
        <p:spPr>
          <a:xfrm>
            <a:off x="415600" y="3901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170"/>
            <a:r>
              <a:rPr lang="en" sz="3733" b="1">
                <a:latin typeface="Fira Sans"/>
                <a:ea typeface="Fira Sans"/>
                <a:cs typeface="Fira Sans"/>
                <a:sym typeface="Fira Sans"/>
              </a:rPr>
              <a:t>Risiken und technische Schulden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46" name="Google Shape;5946;p42"/>
          <p:cNvSpPr/>
          <p:nvPr/>
        </p:nvSpPr>
        <p:spPr>
          <a:xfrm rot="-5400000" flipH="1">
            <a:off x="7275189" y="2276038"/>
            <a:ext cx="403184" cy="720412"/>
          </a:xfrm>
          <a:custGeom>
            <a:avLst/>
            <a:gdLst/>
            <a:ahLst/>
            <a:cxnLst/>
            <a:rect l="l" t="t" r="r" b="b"/>
            <a:pathLst>
              <a:path w="1505" h="4963" extrusionOk="0">
                <a:moveTo>
                  <a:pt x="208" y="1"/>
                </a:moveTo>
                <a:cubicBezTo>
                  <a:pt x="197" y="1"/>
                  <a:pt x="190" y="9"/>
                  <a:pt x="190" y="19"/>
                </a:cubicBezTo>
                <a:cubicBezTo>
                  <a:pt x="190" y="30"/>
                  <a:pt x="197" y="38"/>
                  <a:pt x="208" y="38"/>
                </a:cubicBezTo>
                <a:lnTo>
                  <a:pt x="350" y="38"/>
                </a:lnTo>
                <a:cubicBezTo>
                  <a:pt x="360" y="38"/>
                  <a:pt x="368" y="30"/>
                  <a:pt x="368" y="19"/>
                </a:cubicBezTo>
                <a:cubicBezTo>
                  <a:pt x="368" y="9"/>
                  <a:pt x="360" y="1"/>
                  <a:pt x="350" y="1"/>
                </a:cubicBezTo>
                <a:close/>
                <a:moveTo>
                  <a:pt x="492" y="1"/>
                </a:moveTo>
                <a:cubicBezTo>
                  <a:pt x="482" y="1"/>
                  <a:pt x="474" y="9"/>
                  <a:pt x="474" y="19"/>
                </a:cubicBezTo>
                <a:cubicBezTo>
                  <a:pt x="474" y="30"/>
                  <a:pt x="482" y="38"/>
                  <a:pt x="492" y="38"/>
                </a:cubicBezTo>
                <a:lnTo>
                  <a:pt x="634" y="38"/>
                </a:lnTo>
                <a:cubicBezTo>
                  <a:pt x="644" y="38"/>
                  <a:pt x="652" y="30"/>
                  <a:pt x="652" y="19"/>
                </a:cubicBezTo>
                <a:cubicBezTo>
                  <a:pt x="652" y="9"/>
                  <a:pt x="644" y="1"/>
                  <a:pt x="634" y="1"/>
                </a:cubicBezTo>
                <a:close/>
                <a:moveTo>
                  <a:pt x="778" y="1"/>
                </a:moveTo>
                <a:cubicBezTo>
                  <a:pt x="767" y="1"/>
                  <a:pt x="759" y="9"/>
                  <a:pt x="759" y="19"/>
                </a:cubicBezTo>
                <a:cubicBezTo>
                  <a:pt x="759" y="30"/>
                  <a:pt x="767" y="38"/>
                  <a:pt x="778" y="38"/>
                </a:cubicBezTo>
                <a:lnTo>
                  <a:pt x="919" y="38"/>
                </a:lnTo>
                <a:cubicBezTo>
                  <a:pt x="928" y="38"/>
                  <a:pt x="936" y="30"/>
                  <a:pt x="937" y="19"/>
                </a:cubicBezTo>
                <a:cubicBezTo>
                  <a:pt x="937" y="9"/>
                  <a:pt x="929" y="1"/>
                  <a:pt x="919" y="1"/>
                </a:cubicBezTo>
                <a:close/>
                <a:moveTo>
                  <a:pt x="1061" y="1"/>
                </a:moveTo>
                <a:cubicBezTo>
                  <a:pt x="1051" y="1"/>
                  <a:pt x="1044" y="9"/>
                  <a:pt x="1044" y="19"/>
                </a:cubicBezTo>
                <a:cubicBezTo>
                  <a:pt x="1044" y="30"/>
                  <a:pt x="1051" y="38"/>
                  <a:pt x="1061" y="38"/>
                </a:cubicBezTo>
                <a:lnTo>
                  <a:pt x="1203" y="38"/>
                </a:lnTo>
                <a:cubicBezTo>
                  <a:pt x="1212" y="38"/>
                  <a:pt x="1221" y="30"/>
                  <a:pt x="1221" y="19"/>
                </a:cubicBezTo>
                <a:cubicBezTo>
                  <a:pt x="1221" y="9"/>
                  <a:pt x="1213" y="1"/>
                  <a:pt x="1203" y="1"/>
                </a:cubicBezTo>
                <a:close/>
                <a:moveTo>
                  <a:pt x="1345" y="1"/>
                </a:moveTo>
                <a:cubicBezTo>
                  <a:pt x="1335" y="1"/>
                  <a:pt x="1327" y="9"/>
                  <a:pt x="1327" y="19"/>
                </a:cubicBezTo>
                <a:cubicBezTo>
                  <a:pt x="1327" y="30"/>
                  <a:pt x="1335" y="38"/>
                  <a:pt x="1345" y="38"/>
                </a:cubicBezTo>
                <a:lnTo>
                  <a:pt x="1487" y="38"/>
                </a:lnTo>
                <a:cubicBezTo>
                  <a:pt x="1497" y="38"/>
                  <a:pt x="1505" y="30"/>
                  <a:pt x="1505" y="19"/>
                </a:cubicBezTo>
                <a:cubicBezTo>
                  <a:pt x="1505" y="9"/>
                  <a:pt x="1497" y="1"/>
                  <a:pt x="1487" y="1"/>
                </a:cubicBezTo>
                <a:close/>
                <a:moveTo>
                  <a:pt x="18" y="1"/>
                </a:moveTo>
                <a:cubicBezTo>
                  <a:pt x="8" y="1"/>
                  <a:pt x="1" y="9"/>
                  <a:pt x="1" y="19"/>
                </a:cubicBezTo>
                <a:lnTo>
                  <a:pt x="1" y="114"/>
                </a:lnTo>
                <a:cubicBezTo>
                  <a:pt x="1" y="125"/>
                  <a:pt x="8" y="132"/>
                  <a:pt x="18" y="132"/>
                </a:cubicBezTo>
                <a:cubicBezTo>
                  <a:pt x="29" y="132"/>
                  <a:pt x="37" y="124"/>
                  <a:pt x="37" y="114"/>
                </a:cubicBezTo>
                <a:lnTo>
                  <a:pt x="37" y="38"/>
                </a:lnTo>
                <a:lnTo>
                  <a:pt x="66" y="38"/>
                </a:lnTo>
                <a:cubicBezTo>
                  <a:pt x="77" y="38"/>
                  <a:pt x="84" y="30"/>
                  <a:pt x="84" y="19"/>
                </a:cubicBezTo>
                <a:cubicBezTo>
                  <a:pt x="84" y="9"/>
                  <a:pt x="77" y="1"/>
                  <a:pt x="66" y="1"/>
                </a:cubicBezTo>
                <a:close/>
                <a:moveTo>
                  <a:pt x="18" y="238"/>
                </a:moveTo>
                <a:cubicBezTo>
                  <a:pt x="8" y="238"/>
                  <a:pt x="1" y="245"/>
                  <a:pt x="1" y="256"/>
                </a:cubicBezTo>
                <a:lnTo>
                  <a:pt x="1" y="398"/>
                </a:lnTo>
                <a:cubicBezTo>
                  <a:pt x="1" y="408"/>
                  <a:pt x="8" y="416"/>
                  <a:pt x="18" y="416"/>
                </a:cubicBezTo>
                <a:cubicBezTo>
                  <a:pt x="29" y="416"/>
                  <a:pt x="37" y="408"/>
                  <a:pt x="37" y="398"/>
                </a:cubicBezTo>
                <a:lnTo>
                  <a:pt x="37" y="256"/>
                </a:lnTo>
                <a:cubicBezTo>
                  <a:pt x="37" y="245"/>
                  <a:pt x="29" y="238"/>
                  <a:pt x="18" y="238"/>
                </a:cubicBezTo>
                <a:close/>
                <a:moveTo>
                  <a:pt x="18" y="524"/>
                </a:moveTo>
                <a:cubicBezTo>
                  <a:pt x="8" y="524"/>
                  <a:pt x="1" y="531"/>
                  <a:pt x="1" y="541"/>
                </a:cubicBezTo>
                <a:lnTo>
                  <a:pt x="1" y="683"/>
                </a:lnTo>
                <a:cubicBezTo>
                  <a:pt x="1" y="694"/>
                  <a:pt x="8" y="701"/>
                  <a:pt x="18" y="701"/>
                </a:cubicBezTo>
                <a:cubicBezTo>
                  <a:pt x="29" y="701"/>
                  <a:pt x="37" y="693"/>
                  <a:pt x="37" y="683"/>
                </a:cubicBezTo>
                <a:lnTo>
                  <a:pt x="37" y="541"/>
                </a:lnTo>
                <a:cubicBezTo>
                  <a:pt x="37" y="531"/>
                  <a:pt x="29" y="524"/>
                  <a:pt x="18" y="524"/>
                </a:cubicBezTo>
                <a:close/>
                <a:moveTo>
                  <a:pt x="18" y="807"/>
                </a:moveTo>
                <a:cubicBezTo>
                  <a:pt x="8" y="807"/>
                  <a:pt x="1" y="815"/>
                  <a:pt x="1" y="826"/>
                </a:cubicBezTo>
                <a:lnTo>
                  <a:pt x="1" y="967"/>
                </a:lnTo>
                <a:cubicBezTo>
                  <a:pt x="1" y="977"/>
                  <a:pt x="8" y="985"/>
                  <a:pt x="18" y="985"/>
                </a:cubicBezTo>
                <a:cubicBezTo>
                  <a:pt x="29" y="985"/>
                  <a:pt x="37" y="976"/>
                  <a:pt x="37" y="967"/>
                </a:cubicBezTo>
                <a:lnTo>
                  <a:pt x="37" y="826"/>
                </a:lnTo>
                <a:cubicBezTo>
                  <a:pt x="37" y="814"/>
                  <a:pt x="29" y="807"/>
                  <a:pt x="18" y="807"/>
                </a:cubicBezTo>
                <a:close/>
                <a:moveTo>
                  <a:pt x="18" y="1091"/>
                </a:moveTo>
                <a:cubicBezTo>
                  <a:pt x="8" y="1091"/>
                  <a:pt x="1" y="1099"/>
                  <a:pt x="1" y="1109"/>
                </a:cubicBezTo>
                <a:lnTo>
                  <a:pt x="1" y="1251"/>
                </a:lnTo>
                <a:cubicBezTo>
                  <a:pt x="1" y="1261"/>
                  <a:pt x="8" y="1269"/>
                  <a:pt x="18" y="1269"/>
                </a:cubicBezTo>
                <a:cubicBezTo>
                  <a:pt x="29" y="1269"/>
                  <a:pt x="37" y="1261"/>
                  <a:pt x="37" y="1251"/>
                </a:cubicBezTo>
                <a:lnTo>
                  <a:pt x="37" y="1109"/>
                </a:lnTo>
                <a:cubicBezTo>
                  <a:pt x="37" y="1099"/>
                  <a:pt x="29" y="1091"/>
                  <a:pt x="18" y="1091"/>
                </a:cubicBezTo>
                <a:close/>
                <a:moveTo>
                  <a:pt x="18" y="1375"/>
                </a:moveTo>
                <a:cubicBezTo>
                  <a:pt x="8" y="1375"/>
                  <a:pt x="1" y="1383"/>
                  <a:pt x="1" y="1393"/>
                </a:cubicBezTo>
                <a:lnTo>
                  <a:pt x="1" y="1535"/>
                </a:lnTo>
                <a:cubicBezTo>
                  <a:pt x="1" y="1545"/>
                  <a:pt x="8" y="1553"/>
                  <a:pt x="18" y="1553"/>
                </a:cubicBezTo>
                <a:cubicBezTo>
                  <a:pt x="29" y="1553"/>
                  <a:pt x="37" y="1545"/>
                  <a:pt x="37" y="1535"/>
                </a:cubicBezTo>
                <a:lnTo>
                  <a:pt x="37" y="1393"/>
                </a:lnTo>
                <a:cubicBezTo>
                  <a:pt x="37" y="1382"/>
                  <a:pt x="29" y="1375"/>
                  <a:pt x="18" y="1375"/>
                </a:cubicBezTo>
                <a:close/>
                <a:moveTo>
                  <a:pt x="18" y="1658"/>
                </a:moveTo>
                <a:cubicBezTo>
                  <a:pt x="8" y="1658"/>
                  <a:pt x="1" y="1667"/>
                  <a:pt x="1" y="1677"/>
                </a:cubicBezTo>
                <a:lnTo>
                  <a:pt x="1" y="1819"/>
                </a:lnTo>
                <a:cubicBezTo>
                  <a:pt x="1" y="1829"/>
                  <a:pt x="8" y="1836"/>
                  <a:pt x="18" y="1836"/>
                </a:cubicBezTo>
                <a:cubicBezTo>
                  <a:pt x="29" y="1836"/>
                  <a:pt x="37" y="1829"/>
                  <a:pt x="37" y="1819"/>
                </a:cubicBezTo>
                <a:lnTo>
                  <a:pt x="37" y="1677"/>
                </a:lnTo>
                <a:cubicBezTo>
                  <a:pt x="37" y="1667"/>
                  <a:pt x="29" y="1658"/>
                  <a:pt x="18" y="1658"/>
                </a:cubicBezTo>
                <a:close/>
                <a:moveTo>
                  <a:pt x="18" y="1943"/>
                </a:moveTo>
                <a:cubicBezTo>
                  <a:pt x="8" y="1943"/>
                  <a:pt x="1" y="1951"/>
                  <a:pt x="1" y="1961"/>
                </a:cubicBezTo>
                <a:lnTo>
                  <a:pt x="1" y="2102"/>
                </a:lnTo>
                <a:cubicBezTo>
                  <a:pt x="1" y="2113"/>
                  <a:pt x="8" y="2121"/>
                  <a:pt x="18" y="2121"/>
                </a:cubicBezTo>
                <a:cubicBezTo>
                  <a:pt x="29" y="2121"/>
                  <a:pt x="37" y="2113"/>
                  <a:pt x="37" y="2102"/>
                </a:cubicBezTo>
                <a:lnTo>
                  <a:pt x="37" y="1961"/>
                </a:lnTo>
                <a:cubicBezTo>
                  <a:pt x="37" y="1950"/>
                  <a:pt x="29" y="1943"/>
                  <a:pt x="18" y="1943"/>
                </a:cubicBezTo>
                <a:close/>
                <a:moveTo>
                  <a:pt x="18" y="2228"/>
                </a:moveTo>
                <a:cubicBezTo>
                  <a:pt x="8" y="2228"/>
                  <a:pt x="1" y="2236"/>
                  <a:pt x="1" y="2246"/>
                </a:cubicBezTo>
                <a:lnTo>
                  <a:pt x="1" y="2388"/>
                </a:lnTo>
                <a:cubicBezTo>
                  <a:pt x="1" y="2398"/>
                  <a:pt x="8" y="2406"/>
                  <a:pt x="18" y="2406"/>
                </a:cubicBezTo>
                <a:cubicBezTo>
                  <a:pt x="29" y="2406"/>
                  <a:pt x="37" y="2397"/>
                  <a:pt x="37" y="2388"/>
                </a:cubicBezTo>
                <a:lnTo>
                  <a:pt x="37" y="2246"/>
                </a:lnTo>
                <a:cubicBezTo>
                  <a:pt x="37" y="2236"/>
                  <a:pt x="29" y="2228"/>
                  <a:pt x="18" y="2228"/>
                </a:cubicBezTo>
                <a:close/>
                <a:moveTo>
                  <a:pt x="18" y="2512"/>
                </a:moveTo>
                <a:cubicBezTo>
                  <a:pt x="8" y="2512"/>
                  <a:pt x="1" y="2520"/>
                  <a:pt x="1" y="2530"/>
                </a:cubicBezTo>
                <a:lnTo>
                  <a:pt x="1" y="2672"/>
                </a:lnTo>
                <a:cubicBezTo>
                  <a:pt x="1" y="2683"/>
                  <a:pt x="8" y="2690"/>
                  <a:pt x="18" y="2690"/>
                </a:cubicBezTo>
                <a:cubicBezTo>
                  <a:pt x="29" y="2690"/>
                  <a:pt x="37" y="2683"/>
                  <a:pt x="37" y="2672"/>
                </a:cubicBezTo>
                <a:lnTo>
                  <a:pt x="37" y="2530"/>
                </a:lnTo>
                <a:cubicBezTo>
                  <a:pt x="37" y="2520"/>
                  <a:pt x="29" y="2512"/>
                  <a:pt x="18" y="2512"/>
                </a:cubicBezTo>
                <a:close/>
                <a:moveTo>
                  <a:pt x="18" y="2796"/>
                </a:moveTo>
                <a:cubicBezTo>
                  <a:pt x="8" y="2796"/>
                  <a:pt x="1" y="2803"/>
                  <a:pt x="1" y="2814"/>
                </a:cubicBezTo>
                <a:lnTo>
                  <a:pt x="1" y="2956"/>
                </a:lnTo>
                <a:cubicBezTo>
                  <a:pt x="1" y="2966"/>
                  <a:pt x="8" y="2974"/>
                  <a:pt x="18" y="2974"/>
                </a:cubicBezTo>
                <a:cubicBezTo>
                  <a:pt x="29" y="2974"/>
                  <a:pt x="37" y="2966"/>
                  <a:pt x="37" y="2956"/>
                </a:cubicBezTo>
                <a:lnTo>
                  <a:pt x="37" y="2814"/>
                </a:lnTo>
                <a:cubicBezTo>
                  <a:pt x="37" y="2803"/>
                  <a:pt x="29" y="2796"/>
                  <a:pt x="18" y="2796"/>
                </a:cubicBezTo>
                <a:close/>
                <a:moveTo>
                  <a:pt x="18" y="3080"/>
                </a:moveTo>
                <a:cubicBezTo>
                  <a:pt x="8" y="3080"/>
                  <a:pt x="1" y="3088"/>
                  <a:pt x="1" y="3098"/>
                </a:cubicBezTo>
                <a:lnTo>
                  <a:pt x="1" y="3239"/>
                </a:lnTo>
                <a:cubicBezTo>
                  <a:pt x="1" y="3251"/>
                  <a:pt x="8" y="3258"/>
                  <a:pt x="18" y="3258"/>
                </a:cubicBezTo>
                <a:cubicBezTo>
                  <a:pt x="29" y="3258"/>
                  <a:pt x="37" y="3251"/>
                  <a:pt x="37" y="3239"/>
                </a:cubicBezTo>
                <a:lnTo>
                  <a:pt x="37" y="3098"/>
                </a:lnTo>
                <a:cubicBezTo>
                  <a:pt x="37" y="3088"/>
                  <a:pt x="29" y="3080"/>
                  <a:pt x="18" y="3080"/>
                </a:cubicBezTo>
                <a:close/>
                <a:moveTo>
                  <a:pt x="18" y="3364"/>
                </a:moveTo>
                <a:cubicBezTo>
                  <a:pt x="8" y="3364"/>
                  <a:pt x="1" y="3371"/>
                  <a:pt x="1" y="3381"/>
                </a:cubicBezTo>
                <a:lnTo>
                  <a:pt x="1" y="3524"/>
                </a:lnTo>
                <a:cubicBezTo>
                  <a:pt x="1" y="3534"/>
                  <a:pt x="8" y="3542"/>
                  <a:pt x="18" y="3542"/>
                </a:cubicBezTo>
                <a:cubicBezTo>
                  <a:pt x="29" y="3542"/>
                  <a:pt x="37" y="3534"/>
                  <a:pt x="37" y="3524"/>
                </a:cubicBezTo>
                <a:lnTo>
                  <a:pt x="37" y="3381"/>
                </a:lnTo>
                <a:cubicBezTo>
                  <a:pt x="37" y="3371"/>
                  <a:pt x="29" y="3364"/>
                  <a:pt x="18" y="3364"/>
                </a:cubicBezTo>
                <a:close/>
                <a:moveTo>
                  <a:pt x="18" y="3648"/>
                </a:moveTo>
                <a:cubicBezTo>
                  <a:pt x="8" y="3648"/>
                  <a:pt x="1" y="3656"/>
                  <a:pt x="1" y="3666"/>
                </a:cubicBezTo>
                <a:lnTo>
                  <a:pt x="1" y="3808"/>
                </a:lnTo>
                <a:cubicBezTo>
                  <a:pt x="1" y="3818"/>
                  <a:pt x="8" y="3826"/>
                  <a:pt x="18" y="3826"/>
                </a:cubicBezTo>
                <a:cubicBezTo>
                  <a:pt x="29" y="3826"/>
                  <a:pt x="37" y="3818"/>
                  <a:pt x="37" y="3808"/>
                </a:cubicBezTo>
                <a:lnTo>
                  <a:pt x="37" y="3666"/>
                </a:lnTo>
                <a:cubicBezTo>
                  <a:pt x="37" y="3656"/>
                  <a:pt x="29" y="3648"/>
                  <a:pt x="18" y="3648"/>
                </a:cubicBezTo>
                <a:close/>
                <a:moveTo>
                  <a:pt x="18" y="3933"/>
                </a:moveTo>
                <a:cubicBezTo>
                  <a:pt x="8" y="3933"/>
                  <a:pt x="1" y="3941"/>
                  <a:pt x="1" y="3951"/>
                </a:cubicBezTo>
                <a:lnTo>
                  <a:pt x="1" y="4093"/>
                </a:lnTo>
                <a:cubicBezTo>
                  <a:pt x="1" y="4103"/>
                  <a:pt x="8" y="4111"/>
                  <a:pt x="18" y="4111"/>
                </a:cubicBezTo>
                <a:cubicBezTo>
                  <a:pt x="29" y="4111"/>
                  <a:pt x="37" y="4102"/>
                  <a:pt x="37" y="4093"/>
                </a:cubicBezTo>
                <a:lnTo>
                  <a:pt x="37" y="3951"/>
                </a:lnTo>
                <a:cubicBezTo>
                  <a:pt x="37" y="3940"/>
                  <a:pt x="29" y="3933"/>
                  <a:pt x="18" y="3933"/>
                </a:cubicBezTo>
                <a:close/>
                <a:moveTo>
                  <a:pt x="18" y="4217"/>
                </a:moveTo>
                <a:cubicBezTo>
                  <a:pt x="8" y="4217"/>
                  <a:pt x="1" y="4225"/>
                  <a:pt x="1" y="4235"/>
                </a:cubicBezTo>
                <a:lnTo>
                  <a:pt x="1" y="4377"/>
                </a:lnTo>
                <a:cubicBezTo>
                  <a:pt x="1" y="4387"/>
                  <a:pt x="8" y="4394"/>
                  <a:pt x="18" y="4394"/>
                </a:cubicBezTo>
                <a:cubicBezTo>
                  <a:pt x="29" y="4394"/>
                  <a:pt x="37" y="4387"/>
                  <a:pt x="37" y="4377"/>
                </a:cubicBezTo>
                <a:lnTo>
                  <a:pt x="37" y="4235"/>
                </a:lnTo>
                <a:cubicBezTo>
                  <a:pt x="37" y="4225"/>
                  <a:pt x="29" y="4217"/>
                  <a:pt x="18" y="4217"/>
                </a:cubicBezTo>
                <a:close/>
                <a:moveTo>
                  <a:pt x="18" y="4501"/>
                </a:moveTo>
                <a:cubicBezTo>
                  <a:pt x="8" y="4501"/>
                  <a:pt x="1" y="4509"/>
                  <a:pt x="1" y="4519"/>
                </a:cubicBezTo>
                <a:lnTo>
                  <a:pt x="1" y="4660"/>
                </a:lnTo>
                <a:cubicBezTo>
                  <a:pt x="1" y="4671"/>
                  <a:pt x="8" y="4679"/>
                  <a:pt x="18" y="4679"/>
                </a:cubicBezTo>
                <a:cubicBezTo>
                  <a:pt x="29" y="4679"/>
                  <a:pt x="37" y="4671"/>
                  <a:pt x="37" y="4660"/>
                </a:cubicBezTo>
                <a:lnTo>
                  <a:pt x="37" y="4519"/>
                </a:lnTo>
                <a:cubicBezTo>
                  <a:pt x="37" y="4509"/>
                  <a:pt x="29" y="4501"/>
                  <a:pt x="18" y="4501"/>
                </a:cubicBezTo>
                <a:close/>
                <a:moveTo>
                  <a:pt x="18" y="4785"/>
                </a:moveTo>
                <a:cubicBezTo>
                  <a:pt x="8" y="4785"/>
                  <a:pt x="1" y="4792"/>
                  <a:pt x="1" y="4803"/>
                </a:cubicBezTo>
                <a:lnTo>
                  <a:pt x="1" y="4945"/>
                </a:lnTo>
                <a:cubicBezTo>
                  <a:pt x="1" y="4955"/>
                  <a:pt x="8" y="4962"/>
                  <a:pt x="18" y="4962"/>
                </a:cubicBezTo>
                <a:cubicBezTo>
                  <a:pt x="29" y="4962"/>
                  <a:pt x="37" y="4955"/>
                  <a:pt x="37" y="4945"/>
                </a:cubicBezTo>
                <a:lnTo>
                  <a:pt x="37" y="4803"/>
                </a:lnTo>
                <a:cubicBezTo>
                  <a:pt x="37" y="4792"/>
                  <a:pt x="29" y="4785"/>
                  <a:pt x="18" y="478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5947" name="Google Shape;5947;p42"/>
          <p:cNvSpPr/>
          <p:nvPr/>
        </p:nvSpPr>
        <p:spPr>
          <a:xfrm>
            <a:off x="4251339" y="2511338"/>
            <a:ext cx="1062747" cy="324744"/>
          </a:xfrm>
          <a:custGeom>
            <a:avLst/>
            <a:gdLst/>
            <a:ahLst/>
            <a:cxnLst/>
            <a:rect l="l" t="t" r="r" b="b"/>
            <a:pathLst>
              <a:path w="3649" h="1115" extrusionOk="0">
                <a:moveTo>
                  <a:pt x="18" y="1"/>
                </a:moveTo>
                <a:cubicBezTo>
                  <a:pt x="8" y="1"/>
                  <a:pt x="1" y="9"/>
                  <a:pt x="1" y="19"/>
                </a:cubicBezTo>
                <a:cubicBezTo>
                  <a:pt x="1" y="30"/>
                  <a:pt x="8" y="37"/>
                  <a:pt x="18" y="37"/>
                </a:cubicBezTo>
                <a:lnTo>
                  <a:pt x="160" y="37"/>
                </a:lnTo>
                <a:cubicBezTo>
                  <a:pt x="171" y="37"/>
                  <a:pt x="178" y="30"/>
                  <a:pt x="178" y="19"/>
                </a:cubicBezTo>
                <a:cubicBezTo>
                  <a:pt x="178" y="9"/>
                  <a:pt x="171" y="1"/>
                  <a:pt x="160" y="1"/>
                </a:cubicBezTo>
                <a:close/>
                <a:moveTo>
                  <a:pt x="303" y="1"/>
                </a:moveTo>
                <a:cubicBezTo>
                  <a:pt x="292" y="1"/>
                  <a:pt x="284" y="9"/>
                  <a:pt x="284" y="19"/>
                </a:cubicBezTo>
                <a:cubicBezTo>
                  <a:pt x="284" y="30"/>
                  <a:pt x="292" y="37"/>
                  <a:pt x="303" y="37"/>
                </a:cubicBezTo>
                <a:lnTo>
                  <a:pt x="444" y="37"/>
                </a:lnTo>
                <a:cubicBezTo>
                  <a:pt x="454" y="37"/>
                  <a:pt x="462" y="30"/>
                  <a:pt x="462" y="19"/>
                </a:cubicBezTo>
                <a:cubicBezTo>
                  <a:pt x="462" y="9"/>
                  <a:pt x="454" y="1"/>
                  <a:pt x="444" y="1"/>
                </a:cubicBezTo>
                <a:close/>
                <a:moveTo>
                  <a:pt x="587" y="1"/>
                </a:moveTo>
                <a:cubicBezTo>
                  <a:pt x="577" y="1"/>
                  <a:pt x="570" y="9"/>
                  <a:pt x="570" y="19"/>
                </a:cubicBezTo>
                <a:cubicBezTo>
                  <a:pt x="570" y="30"/>
                  <a:pt x="577" y="37"/>
                  <a:pt x="587" y="37"/>
                </a:cubicBezTo>
                <a:lnTo>
                  <a:pt x="729" y="37"/>
                </a:lnTo>
                <a:cubicBezTo>
                  <a:pt x="738" y="37"/>
                  <a:pt x="746" y="30"/>
                  <a:pt x="748" y="19"/>
                </a:cubicBezTo>
                <a:cubicBezTo>
                  <a:pt x="748" y="9"/>
                  <a:pt x="739" y="1"/>
                  <a:pt x="729" y="1"/>
                </a:cubicBezTo>
                <a:close/>
                <a:moveTo>
                  <a:pt x="871" y="1"/>
                </a:moveTo>
                <a:cubicBezTo>
                  <a:pt x="861" y="1"/>
                  <a:pt x="853" y="9"/>
                  <a:pt x="853" y="19"/>
                </a:cubicBezTo>
                <a:cubicBezTo>
                  <a:pt x="853" y="30"/>
                  <a:pt x="861" y="37"/>
                  <a:pt x="871" y="37"/>
                </a:cubicBezTo>
                <a:lnTo>
                  <a:pt x="1014" y="37"/>
                </a:lnTo>
                <a:cubicBezTo>
                  <a:pt x="1022" y="37"/>
                  <a:pt x="1031" y="30"/>
                  <a:pt x="1031" y="19"/>
                </a:cubicBezTo>
                <a:cubicBezTo>
                  <a:pt x="1031" y="9"/>
                  <a:pt x="1023" y="1"/>
                  <a:pt x="1014" y="1"/>
                </a:cubicBezTo>
                <a:close/>
                <a:moveTo>
                  <a:pt x="1155" y="1"/>
                </a:moveTo>
                <a:cubicBezTo>
                  <a:pt x="1145" y="1"/>
                  <a:pt x="1137" y="9"/>
                  <a:pt x="1137" y="19"/>
                </a:cubicBezTo>
                <a:cubicBezTo>
                  <a:pt x="1137" y="30"/>
                  <a:pt x="1145" y="37"/>
                  <a:pt x="1155" y="37"/>
                </a:cubicBezTo>
                <a:lnTo>
                  <a:pt x="1297" y="37"/>
                </a:lnTo>
                <a:cubicBezTo>
                  <a:pt x="1307" y="37"/>
                  <a:pt x="1315" y="30"/>
                  <a:pt x="1315" y="19"/>
                </a:cubicBezTo>
                <a:cubicBezTo>
                  <a:pt x="1315" y="9"/>
                  <a:pt x="1307" y="1"/>
                  <a:pt x="1297" y="1"/>
                </a:cubicBezTo>
                <a:close/>
                <a:moveTo>
                  <a:pt x="1439" y="1"/>
                </a:moveTo>
                <a:cubicBezTo>
                  <a:pt x="1429" y="1"/>
                  <a:pt x="1421" y="9"/>
                  <a:pt x="1421" y="19"/>
                </a:cubicBezTo>
                <a:cubicBezTo>
                  <a:pt x="1421" y="30"/>
                  <a:pt x="1429" y="37"/>
                  <a:pt x="1439" y="37"/>
                </a:cubicBezTo>
                <a:lnTo>
                  <a:pt x="1582" y="37"/>
                </a:lnTo>
                <a:cubicBezTo>
                  <a:pt x="1592" y="37"/>
                  <a:pt x="1599" y="30"/>
                  <a:pt x="1599" y="19"/>
                </a:cubicBezTo>
                <a:cubicBezTo>
                  <a:pt x="1599" y="9"/>
                  <a:pt x="1592" y="1"/>
                  <a:pt x="1582" y="1"/>
                </a:cubicBezTo>
                <a:close/>
                <a:moveTo>
                  <a:pt x="1723" y="1"/>
                </a:moveTo>
                <a:cubicBezTo>
                  <a:pt x="1712" y="1"/>
                  <a:pt x="1705" y="9"/>
                  <a:pt x="1705" y="19"/>
                </a:cubicBezTo>
                <a:cubicBezTo>
                  <a:pt x="1705" y="30"/>
                  <a:pt x="1712" y="37"/>
                  <a:pt x="1723" y="37"/>
                </a:cubicBezTo>
                <a:lnTo>
                  <a:pt x="1865" y="37"/>
                </a:lnTo>
                <a:cubicBezTo>
                  <a:pt x="1875" y="37"/>
                  <a:pt x="1883" y="30"/>
                  <a:pt x="1883" y="19"/>
                </a:cubicBezTo>
                <a:cubicBezTo>
                  <a:pt x="1883" y="9"/>
                  <a:pt x="1875" y="1"/>
                  <a:pt x="1865" y="1"/>
                </a:cubicBezTo>
                <a:close/>
                <a:moveTo>
                  <a:pt x="2007" y="1"/>
                </a:moveTo>
                <a:cubicBezTo>
                  <a:pt x="1997" y="1"/>
                  <a:pt x="1989" y="9"/>
                  <a:pt x="1989" y="19"/>
                </a:cubicBezTo>
                <a:cubicBezTo>
                  <a:pt x="1989" y="30"/>
                  <a:pt x="1997" y="37"/>
                  <a:pt x="2007" y="37"/>
                </a:cubicBezTo>
                <a:lnTo>
                  <a:pt x="2149" y="37"/>
                </a:lnTo>
                <a:cubicBezTo>
                  <a:pt x="2160" y="37"/>
                  <a:pt x="2167" y="30"/>
                  <a:pt x="2167" y="19"/>
                </a:cubicBezTo>
                <a:cubicBezTo>
                  <a:pt x="2167" y="9"/>
                  <a:pt x="2160" y="1"/>
                  <a:pt x="2149" y="1"/>
                </a:cubicBezTo>
                <a:close/>
                <a:moveTo>
                  <a:pt x="2238" y="55"/>
                </a:moveTo>
                <a:cubicBezTo>
                  <a:pt x="2228" y="55"/>
                  <a:pt x="2221" y="62"/>
                  <a:pt x="2221" y="73"/>
                </a:cubicBezTo>
                <a:lnTo>
                  <a:pt x="2221" y="215"/>
                </a:lnTo>
                <a:cubicBezTo>
                  <a:pt x="2221" y="225"/>
                  <a:pt x="2228" y="233"/>
                  <a:pt x="2238" y="233"/>
                </a:cubicBezTo>
                <a:cubicBezTo>
                  <a:pt x="2249" y="233"/>
                  <a:pt x="2257" y="224"/>
                  <a:pt x="2257" y="215"/>
                </a:cubicBezTo>
                <a:lnTo>
                  <a:pt x="2257" y="73"/>
                </a:lnTo>
                <a:cubicBezTo>
                  <a:pt x="2257" y="62"/>
                  <a:pt x="2249" y="55"/>
                  <a:pt x="2238" y="55"/>
                </a:cubicBezTo>
                <a:close/>
                <a:moveTo>
                  <a:pt x="2238" y="339"/>
                </a:moveTo>
                <a:cubicBezTo>
                  <a:pt x="2228" y="339"/>
                  <a:pt x="2221" y="347"/>
                  <a:pt x="2221" y="357"/>
                </a:cubicBezTo>
                <a:lnTo>
                  <a:pt x="2221" y="499"/>
                </a:lnTo>
                <a:cubicBezTo>
                  <a:pt x="2221" y="509"/>
                  <a:pt x="2228" y="517"/>
                  <a:pt x="2238" y="517"/>
                </a:cubicBezTo>
                <a:cubicBezTo>
                  <a:pt x="2249" y="517"/>
                  <a:pt x="2257" y="509"/>
                  <a:pt x="2257" y="499"/>
                </a:cubicBezTo>
                <a:lnTo>
                  <a:pt x="2257" y="357"/>
                </a:lnTo>
                <a:cubicBezTo>
                  <a:pt x="2257" y="347"/>
                  <a:pt x="2249" y="339"/>
                  <a:pt x="2238" y="339"/>
                </a:cubicBezTo>
                <a:close/>
                <a:moveTo>
                  <a:pt x="2238" y="623"/>
                </a:moveTo>
                <a:cubicBezTo>
                  <a:pt x="2228" y="623"/>
                  <a:pt x="2221" y="630"/>
                  <a:pt x="2221" y="640"/>
                </a:cubicBezTo>
                <a:lnTo>
                  <a:pt x="2221" y="783"/>
                </a:lnTo>
                <a:cubicBezTo>
                  <a:pt x="2221" y="793"/>
                  <a:pt x="2228" y="801"/>
                  <a:pt x="2238" y="801"/>
                </a:cubicBezTo>
                <a:cubicBezTo>
                  <a:pt x="2249" y="801"/>
                  <a:pt x="2257" y="793"/>
                  <a:pt x="2257" y="783"/>
                </a:cubicBezTo>
                <a:lnTo>
                  <a:pt x="2257" y="640"/>
                </a:lnTo>
                <a:cubicBezTo>
                  <a:pt x="2257" y="630"/>
                  <a:pt x="2249" y="623"/>
                  <a:pt x="2238" y="623"/>
                </a:cubicBezTo>
                <a:close/>
                <a:moveTo>
                  <a:pt x="2238" y="906"/>
                </a:moveTo>
                <a:cubicBezTo>
                  <a:pt x="2228" y="906"/>
                  <a:pt x="2221" y="915"/>
                  <a:pt x="2221" y="925"/>
                </a:cubicBezTo>
                <a:lnTo>
                  <a:pt x="2221" y="1067"/>
                </a:lnTo>
                <a:cubicBezTo>
                  <a:pt x="2221" y="1077"/>
                  <a:pt x="2228" y="1084"/>
                  <a:pt x="2238" y="1084"/>
                </a:cubicBezTo>
                <a:cubicBezTo>
                  <a:pt x="2249" y="1084"/>
                  <a:pt x="2257" y="1077"/>
                  <a:pt x="2257" y="1067"/>
                </a:cubicBezTo>
                <a:lnTo>
                  <a:pt x="2257" y="925"/>
                </a:lnTo>
                <a:cubicBezTo>
                  <a:pt x="2257" y="915"/>
                  <a:pt x="2249" y="906"/>
                  <a:pt x="2238" y="906"/>
                </a:cubicBezTo>
                <a:close/>
                <a:moveTo>
                  <a:pt x="2351" y="1078"/>
                </a:moveTo>
                <a:cubicBezTo>
                  <a:pt x="2341" y="1078"/>
                  <a:pt x="2334" y="1085"/>
                  <a:pt x="2334" y="1096"/>
                </a:cubicBezTo>
                <a:cubicBezTo>
                  <a:pt x="2334" y="1106"/>
                  <a:pt x="2341" y="1114"/>
                  <a:pt x="2351" y="1114"/>
                </a:cubicBezTo>
                <a:lnTo>
                  <a:pt x="2493" y="1114"/>
                </a:lnTo>
                <a:cubicBezTo>
                  <a:pt x="2503" y="1114"/>
                  <a:pt x="2511" y="1106"/>
                  <a:pt x="2511" y="1096"/>
                </a:cubicBezTo>
                <a:cubicBezTo>
                  <a:pt x="2511" y="1085"/>
                  <a:pt x="2503" y="1078"/>
                  <a:pt x="2493" y="1078"/>
                </a:cubicBezTo>
                <a:close/>
                <a:moveTo>
                  <a:pt x="2635" y="1078"/>
                </a:moveTo>
                <a:cubicBezTo>
                  <a:pt x="2625" y="1078"/>
                  <a:pt x="2617" y="1085"/>
                  <a:pt x="2617" y="1096"/>
                </a:cubicBezTo>
                <a:cubicBezTo>
                  <a:pt x="2617" y="1106"/>
                  <a:pt x="2625" y="1114"/>
                  <a:pt x="2635" y="1114"/>
                </a:cubicBezTo>
                <a:lnTo>
                  <a:pt x="2777" y="1114"/>
                </a:lnTo>
                <a:cubicBezTo>
                  <a:pt x="2787" y="1114"/>
                  <a:pt x="2795" y="1106"/>
                  <a:pt x="2795" y="1096"/>
                </a:cubicBezTo>
                <a:cubicBezTo>
                  <a:pt x="2795" y="1085"/>
                  <a:pt x="2787" y="1078"/>
                  <a:pt x="2777" y="1078"/>
                </a:cubicBezTo>
                <a:close/>
                <a:moveTo>
                  <a:pt x="2919" y="1078"/>
                </a:moveTo>
                <a:cubicBezTo>
                  <a:pt x="2909" y="1078"/>
                  <a:pt x="2901" y="1085"/>
                  <a:pt x="2901" y="1096"/>
                </a:cubicBezTo>
                <a:cubicBezTo>
                  <a:pt x="2901" y="1106"/>
                  <a:pt x="2909" y="1114"/>
                  <a:pt x="2919" y="1114"/>
                </a:cubicBezTo>
                <a:lnTo>
                  <a:pt x="3061" y="1114"/>
                </a:lnTo>
                <a:cubicBezTo>
                  <a:pt x="3071" y="1114"/>
                  <a:pt x="3078" y="1106"/>
                  <a:pt x="3078" y="1096"/>
                </a:cubicBezTo>
                <a:cubicBezTo>
                  <a:pt x="3078" y="1085"/>
                  <a:pt x="3071" y="1078"/>
                  <a:pt x="3061" y="1078"/>
                </a:cubicBezTo>
                <a:close/>
                <a:moveTo>
                  <a:pt x="3203" y="1078"/>
                </a:moveTo>
                <a:cubicBezTo>
                  <a:pt x="3193" y="1078"/>
                  <a:pt x="3185" y="1085"/>
                  <a:pt x="3185" y="1096"/>
                </a:cubicBezTo>
                <a:cubicBezTo>
                  <a:pt x="3185" y="1106"/>
                  <a:pt x="3193" y="1114"/>
                  <a:pt x="3203" y="1114"/>
                </a:cubicBezTo>
                <a:lnTo>
                  <a:pt x="3344" y="1114"/>
                </a:lnTo>
                <a:cubicBezTo>
                  <a:pt x="3355" y="1114"/>
                  <a:pt x="3363" y="1106"/>
                  <a:pt x="3363" y="1096"/>
                </a:cubicBezTo>
                <a:cubicBezTo>
                  <a:pt x="3363" y="1085"/>
                  <a:pt x="3355" y="1078"/>
                  <a:pt x="3344" y="1078"/>
                </a:cubicBezTo>
                <a:close/>
                <a:moveTo>
                  <a:pt x="3488" y="1078"/>
                </a:moveTo>
                <a:cubicBezTo>
                  <a:pt x="3477" y="1078"/>
                  <a:pt x="3470" y="1085"/>
                  <a:pt x="3470" y="1096"/>
                </a:cubicBezTo>
                <a:cubicBezTo>
                  <a:pt x="3470" y="1106"/>
                  <a:pt x="3477" y="1114"/>
                  <a:pt x="3488" y="1114"/>
                </a:cubicBezTo>
                <a:lnTo>
                  <a:pt x="3630" y="1114"/>
                </a:lnTo>
                <a:cubicBezTo>
                  <a:pt x="3639" y="1114"/>
                  <a:pt x="3648" y="1106"/>
                  <a:pt x="3648" y="1096"/>
                </a:cubicBezTo>
                <a:cubicBezTo>
                  <a:pt x="3648" y="1085"/>
                  <a:pt x="3640" y="1078"/>
                  <a:pt x="3630" y="107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5948" name="Google Shape;5948;p42"/>
          <p:cNvSpPr/>
          <p:nvPr/>
        </p:nvSpPr>
        <p:spPr>
          <a:xfrm>
            <a:off x="7726425" y="3458438"/>
            <a:ext cx="890225" cy="721433"/>
          </a:xfrm>
          <a:custGeom>
            <a:avLst/>
            <a:gdLst/>
            <a:ahLst/>
            <a:cxnLst/>
            <a:rect l="l" t="t" r="r" b="b"/>
            <a:pathLst>
              <a:path w="2616" h="4368" extrusionOk="0">
                <a:moveTo>
                  <a:pt x="19" y="2"/>
                </a:moveTo>
                <a:cubicBezTo>
                  <a:pt x="9" y="2"/>
                  <a:pt x="1" y="10"/>
                  <a:pt x="1" y="20"/>
                </a:cubicBezTo>
                <a:cubicBezTo>
                  <a:pt x="1" y="30"/>
                  <a:pt x="9" y="38"/>
                  <a:pt x="19" y="38"/>
                </a:cubicBezTo>
                <a:lnTo>
                  <a:pt x="160" y="38"/>
                </a:lnTo>
                <a:cubicBezTo>
                  <a:pt x="169" y="38"/>
                  <a:pt x="179" y="30"/>
                  <a:pt x="179" y="20"/>
                </a:cubicBezTo>
                <a:cubicBezTo>
                  <a:pt x="179" y="10"/>
                  <a:pt x="170" y="2"/>
                  <a:pt x="160" y="2"/>
                </a:cubicBezTo>
                <a:close/>
                <a:moveTo>
                  <a:pt x="302" y="2"/>
                </a:moveTo>
                <a:cubicBezTo>
                  <a:pt x="292" y="2"/>
                  <a:pt x="285" y="10"/>
                  <a:pt x="285" y="20"/>
                </a:cubicBezTo>
                <a:cubicBezTo>
                  <a:pt x="285" y="30"/>
                  <a:pt x="292" y="38"/>
                  <a:pt x="302" y="38"/>
                </a:cubicBezTo>
                <a:lnTo>
                  <a:pt x="445" y="38"/>
                </a:lnTo>
                <a:cubicBezTo>
                  <a:pt x="455" y="38"/>
                  <a:pt x="462" y="30"/>
                  <a:pt x="462" y="20"/>
                </a:cubicBezTo>
                <a:cubicBezTo>
                  <a:pt x="462" y="10"/>
                  <a:pt x="455" y="2"/>
                  <a:pt x="445" y="2"/>
                </a:cubicBezTo>
                <a:close/>
                <a:moveTo>
                  <a:pt x="587" y="2"/>
                </a:moveTo>
                <a:cubicBezTo>
                  <a:pt x="577" y="2"/>
                  <a:pt x="568" y="10"/>
                  <a:pt x="568" y="20"/>
                </a:cubicBezTo>
                <a:cubicBezTo>
                  <a:pt x="568" y="30"/>
                  <a:pt x="577" y="38"/>
                  <a:pt x="587" y="38"/>
                </a:cubicBezTo>
                <a:lnTo>
                  <a:pt x="728" y="38"/>
                </a:lnTo>
                <a:cubicBezTo>
                  <a:pt x="738" y="38"/>
                  <a:pt x="746" y="30"/>
                  <a:pt x="746" y="20"/>
                </a:cubicBezTo>
                <a:cubicBezTo>
                  <a:pt x="746" y="10"/>
                  <a:pt x="738" y="2"/>
                  <a:pt x="728" y="2"/>
                </a:cubicBezTo>
                <a:close/>
                <a:moveTo>
                  <a:pt x="870" y="2"/>
                </a:moveTo>
                <a:cubicBezTo>
                  <a:pt x="860" y="2"/>
                  <a:pt x="853" y="10"/>
                  <a:pt x="853" y="20"/>
                </a:cubicBezTo>
                <a:cubicBezTo>
                  <a:pt x="853" y="30"/>
                  <a:pt x="860" y="38"/>
                  <a:pt x="870" y="38"/>
                </a:cubicBezTo>
                <a:lnTo>
                  <a:pt x="1012" y="38"/>
                </a:lnTo>
                <a:cubicBezTo>
                  <a:pt x="1023" y="38"/>
                  <a:pt x="1030" y="30"/>
                  <a:pt x="1030" y="20"/>
                </a:cubicBezTo>
                <a:cubicBezTo>
                  <a:pt x="1030" y="10"/>
                  <a:pt x="1023" y="2"/>
                  <a:pt x="1012" y="2"/>
                </a:cubicBezTo>
                <a:close/>
                <a:moveTo>
                  <a:pt x="1155" y="0"/>
                </a:moveTo>
                <a:cubicBezTo>
                  <a:pt x="1144" y="0"/>
                  <a:pt x="1136" y="9"/>
                  <a:pt x="1136" y="19"/>
                </a:cubicBezTo>
                <a:cubicBezTo>
                  <a:pt x="1136" y="29"/>
                  <a:pt x="1144" y="36"/>
                  <a:pt x="1155" y="36"/>
                </a:cubicBezTo>
                <a:lnTo>
                  <a:pt x="1199" y="36"/>
                </a:lnTo>
                <a:lnTo>
                  <a:pt x="1199" y="100"/>
                </a:lnTo>
                <a:cubicBezTo>
                  <a:pt x="1199" y="110"/>
                  <a:pt x="1207" y="117"/>
                  <a:pt x="1217" y="117"/>
                </a:cubicBezTo>
                <a:cubicBezTo>
                  <a:pt x="1227" y="117"/>
                  <a:pt x="1234" y="110"/>
                  <a:pt x="1234" y="98"/>
                </a:cubicBezTo>
                <a:lnTo>
                  <a:pt x="1234" y="19"/>
                </a:lnTo>
                <a:cubicBezTo>
                  <a:pt x="1234" y="9"/>
                  <a:pt x="1227" y="0"/>
                  <a:pt x="1217" y="0"/>
                </a:cubicBezTo>
                <a:close/>
                <a:moveTo>
                  <a:pt x="1217" y="223"/>
                </a:moveTo>
                <a:cubicBezTo>
                  <a:pt x="1207" y="223"/>
                  <a:pt x="1199" y="232"/>
                  <a:pt x="1199" y="242"/>
                </a:cubicBezTo>
                <a:lnTo>
                  <a:pt x="1199" y="383"/>
                </a:lnTo>
                <a:cubicBezTo>
                  <a:pt x="1199" y="393"/>
                  <a:pt x="1207" y="401"/>
                  <a:pt x="1217" y="401"/>
                </a:cubicBezTo>
                <a:cubicBezTo>
                  <a:pt x="1227" y="401"/>
                  <a:pt x="1234" y="393"/>
                  <a:pt x="1234" y="383"/>
                </a:cubicBezTo>
                <a:lnTo>
                  <a:pt x="1234" y="242"/>
                </a:lnTo>
                <a:cubicBezTo>
                  <a:pt x="1234" y="232"/>
                  <a:pt x="1227" y="223"/>
                  <a:pt x="1217" y="223"/>
                </a:cubicBezTo>
                <a:close/>
                <a:moveTo>
                  <a:pt x="1217" y="509"/>
                </a:moveTo>
                <a:cubicBezTo>
                  <a:pt x="1207" y="509"/>
                  <a:pt x="1199" y="516"/>
                  <a:pt x="1199" y="526"/>
                </a:cubicBezTo>
                <a:lnTo>
                  <a:pt x="1199" y="669"/>
                </a:lnTo>
                <a:cubicBezTo>
                  <a:pt x="1199" y="679"/>
                  <a:pt x="1207" y="687"/>
                  <a:pt x="1217" y="687"/>
                </a:cubicBezTo>
                <a:cubicBezTo>
                  <a:pt x="1227" y="687"/>
                  <a:pt x="1234" y="678"/>
                  <a:pt x="1234" y="669"/>
                </a:cubicBezTo>
                <a:lnTo>
                  <a:pt x="1234" y="526"/>
                </a:lnTo>
                <a:cubicBezTo>
                  <a:pt x="1234" y="516"/>
                  <a:pt x="1227" y="509"/>
                  <a:pt x="1217" y="509"/>
                </a:cubicBezTo>
                <a:close/>
                <a:moveTo>
                  <a:pt x="1217" y="792"/>
                </a:moveTo>
                <a:cubicBezTo>
                  <a:pt x="1207" y="792"/>
                  <a:pt x="1199" y="801"/>
                  <a:pt x="1199" y="811"/>
                </a:cubicBezTo>
                <a:lnTo>
                  <a:pt x="1199" y="953"/>
                </a:lnTo>
                <a:cubicBezTo>
                  <a:pt x="1199" y="963"/>
                  <a:pt x="1207" y="970"/>
                  <a:pt x="1217" y="970"/>
                </a:cubicBezTo>
                <a:cubicBezTo>
                  <a:pt x="1227" y="970"/>
                  <a:pt x="1234" y="963"/>
                  <a:pt x="1234" y="953"/>
                </a:cubicBezTo>
                <a:lnTo>
                  <a:pt x="1234" y="811"/>
                </a:lnTo>
                <a:cubicBezTo>
                  <a:pt x="1234" y="801"/>
                  <a:pt x="1227" y="792"/>
                  <a:pt x="1217" y="792"/>
                </a:cubicBezTo>
                <a:close/>
                <a:moveTo>
                  <a:pt x="1217" y="1077"/>
                </a:moveTo>
                <a:cubicBezTo>
                  <a:pt x="1207" y="1077"/>
                  <a:pt x="1199" y="1084"/>
                  <a:pt x="1199" y="1094"/>
                </a:cubicBezTo>
                <a:lnTo>
                  <a:pt x="1199" y="1236"/>
                </a:lnTo>
                <a:cubicBezTo>
                  <a:pt x="1199" y="1247"/>
                  <a:pt x="1207" y="1255"/>
                  <a:pt x="1217" y="1255"/>
                </a:cubicBezTo>
                <a:cubicBezTo>
                  <a:pt x="1227" y="1255"/>
                  <a:pt x="1234" y="1247"/>
                  <a:pt x="1234" y="1236"/>
                </a:cubicBezTo>
                <a:lnTo>
                  <a:pt x="1234" y="1094"/>
                </a:lnTo>
                <a:cubicBezTo>
                  <a:pt x="1234" y="1084"/>
                  <a:pt x="1227" y="1077"/>
                  <a:pt x="1217" y="1077"/>
                </a:cubicBezTo>
                <a:close/>
                <a:moveTo>
                  <a:pt x="1217" y="1360"/>
                </a:moveTo>
                <a:cubicBezTo>
                  <a:pt x="1207" y="1360"/>
                  <a:pt x="1199" y="1368"/>
                  <a:pt x="1199" y="1379"/>
                </a:cubicBezTo>
                <a:lnTo>
                  <a:pt x="1199" y="1520"/>
                </a:lnTo>
                <a:cubicBezTo>
                  <a:pt x="1199" y="1531"/>
                  <a:pt x="1207" y="1538"/>
                  <a:pt x="1217" y="1538"/>
                </a:cubicBezTo>
                <a:cubicBezTo>
                  <a:pt x="1227" y="1538"/>
                  <a:pt x="1234" y="1531"/>
                  <a:pt x="1234" y="1520"/>
                </a:cubicBezTo>
                <a:lnTo>
                  <a:pt x="1234" y="1379"/>
                </a:lnTo>
                <a:cubicBezTo>
                  <a:pt x="1234" y="1368"/>
                  <a:pt x="1227" y="1360"/>
                  <a:pt x="1217" y="1360"/>
                </a:cubicBezTo>
                <a:close/>
                <a:moveTo>
                  <a:pt x="1217" y="1645"/>
                </a:moveTo>
                <a:cubicBezTo>
                  <a:pt x="1207" y="1645"/>
                  <a:pt x="1199" y="1652"/>
                  <a:pt x="1199" y="1662"/>
                </a:cubicBezTo>
                <a:lnTo>
                  <a:pt x="1199" y="1804"/>
                </a:lnTo>
                <a:cubicBezTo>
                  <a:pt x="1199" y="1815"/>
                  <a:pt x="1207" y="1823"/>
                  <a:pt x="1217" y="1823"/>
                </a:cubicBezTo>
                <a:cubicBezTo>
                  <a:pt x="1227" y="1823"/>
                  <a:pt x="1234" y="1815"/>
                  <a:pt x="1234" y="1804"/>
                </a:cubicBezTo>
                <a:lnTo>
                  <a:pt x="1234" y="1662"/>
                </a:lnTo>
                <a:cubicBezTo>
                  <a:pt x="1234" y="1652"/>
                  <a:pt x="1227" y="1645"/>
                  <a:pt x="1217" y="1645"/>
                </a:cubicBezTo>
                <a:close/>
                <a:moveTo>
                  <a:pt x="1217" y="1929"/>
                </a:moveTo>
                <a:cubicBezTo>
                  <a:pt x="1207" y="1929"/>
                  <a:pt x="1199" y="1937"/>
                  <a:pt x="1199" y="1948"/>
                </a:cubicBezTo>
                <a:lnTo>
                  <a:pt x="1199" y="2090"/>
                </a:lnTo>
                <a:cubicBezTo>
                  <a:pt x="1199" y="2100"/>
                  <a:pt x="1207" y="2107"/>
                  <a:pt x="1217" y="2107"/>
                </a:cubicBezTo>
                <a:cubicBezTo>
                  <a:pt x="1227" y="2107"/>
                  <a:pt x="1234" y="2099"/>
                  <a:pt x="1234" y="2090"/>
                </a:cubicBezTo>
                <a:lnTo>
                  <a:pt x="1234" y="1948"/>
                </a:lnTo>
                <a:cubicBezTo>
                  <a:pt x="1234" y="1937"/>
                  <a:pt x="1227" y="1929"/>
                  <a:pt x="1217" y="1929"/>
                </a:cubicBezTo>
                <a:close/>
                <a:moveTo>
                  <a:pt x="1217" y="2214"/>
                </a:moveTo>
                <a:cubicBezTo>
                  <a:pt x="1207" y="2214"/>
                  <a:pt x="1199" y="2222"/>
                  <a:pt x="1199" y="2232"/>
                </a:cubicBezTo>
                <a:lnTo>
                  <a:pt x="1199" y="2373"/>
                </a:lnTo>
                <a:cubicBezTo>
                  <a:pt x="1199" y="2383"/>
                  <a:pt x="1207" y="2392"/>
                  <a:pt x="1217" y="2392"/>
                </a:cubicBezTo>
                <a:cubicBezTo>
                  <a:pt x="1227" y="2392"/>
                  <a:pt x="1234" y="2382"/>
                  <a:pt x="1234" y="2373"/>
                </a:cubicBezTo>
                <a:lnTo>
                  <a:pt x="1234" y="2232"/>
                </a:lnTo>
                <a:cubicBezTo>
                  <a:pt x="1234" y="2221"/>
                  <a:pt x="1227" y="2214"/>
                  <a:pt x="1217" y="2214"/>
                </a:cubicBezTo>
                <a:close/>
                <a:moveTo>
                  <a:pt x="1217" y="2498"/>
                </a:moveTo>
                <a:cubicBezTo>
                  <a:pt x="1207" y="2498"/>
                  <a:pt x="1199" y="2505"/>
                  <a:pt x="1199" y="2515"/>
                </a:cubicBezTo>
                <a:lnTo>
                  <a:pt x="1199" y="2658"/>
                </a:lnTo>
                <a:cubicBezTo>
                  <a:pt x="1199" y="2668"/>
                  <a:pt x="1207" y="2675"/>
                  <a:pt x="1217" y="2675"/>
                </a:cubicBezTo>
                <a:cubicBezTo>
                  <a:pt x="1227" y="2675"/>
                  <a:pt x="1234" y="2668"/>
                  <a:pt x="1234" y="2658"/>
                </a:cubicBezTo>
                <a:lnTo>
                  <a:pt x="1234" y="2515"/>
                </a:lnTo>
                <a:cubicBezTo>
                  <a:pt x="1234" y="2505"/>
                  <a:pt x="1227" y="2498"/>
                  <a:pt x="1217" y="2498"/>
                </a:cubicBezTo>
                <a:close/>
                <a:moveTo>
                  <a:pt x="1217" y="2781"/>
                </a:moveTo>
                <a:cubicBezTo>
                  <a:pt x="1207" y="2781"/>
                  <a:pt x="1199" y="2789"/>
                  <a:pt x="1199" y="2799"/>
                </a:cubicBezTo>
                <a:lnTo>
                  <a:pt x="1199" y="2941"/>
                </a:lnTo>
                <a:cubicBezTo>
                  <a:pt x="1199" y="2951"/>
                  <a:pt x="1207" y="2959"/>
                  <a:pt x="1217" y="2959"/>
                </a:cubicBezTo>
                <a:cubicBezTo>
                  <a:pt x="1227" y="2959"/>
                  <a:pt x="1234" y="2951"/>
                  <a:pt x="1234" y="2941"/>
                </a:cubicBezTo>
                <a:lnTo>
                  <a:pt x="1234" y="2799"/>
                </a:lnTo>
                <a:cubicBezTo>
                  <a:pt x="1234" y="2789"/>
                  <a:pt x="1227" y="2781"/>
                  <a:pt x="1217" y="2781"/>
                </a:cubicBezTo>
                <a:close/>
                <a:moveTo>
                  <a:pt x="1216" y="3066"/>
                </a:moveTo>
                <a:cubicBezTo>
                  <a:pt x="1206" y="3066"/>
                  <a:pt x="1198" y="3073"/>
                  <a:pt x="1198" y="3083"/>
                </a:cubicBezTo>
                <a:lnTo>
                  <a:pt x="1198" y="3099"/>
                </a:lnTo>
                <a:cubicBezTo>
                  <a:pt x="1198" y="3109"/>
                  <a:pt x="1206" y="3117"/>
                  <a:pt x="1216" y="3117"/>
                </a:cubicBezTo>
                <a:lnTo>
                  <a:pt x="1344" y="3117"/>
                </a:lnTo>
                <a:cubicBezTo>
                  <a:pt x="1354" y="3117"/>
                  <a:pt x="1361" y="3108"/>
                  <a:pt x="1361" y="3099"/>
                </a:cubicBezTo>
                <a:cubicBezTo>
                  <a:pt x="1361" y="3088"/>
                  <a:pt x="1353" y="3080"/>
                  <a:pt x="1344" y="3080"/>
                </a:cubicBezTo>
                <a:lnTo>
                  <a:pt x="1233" y="3080"/>
                </a:lnTo>
                <a:cubicBezTo>
                  <a:pt x="1232" y="3072"/>
                  <a:pt x="1224" y="3066"/>
                  <a:pt x="1216" y="3066"/>
                </a:cubicBezTo>
                <a:close/>
                <a:moveTo>
                  <a:pt x="1487" y="3080"/>
                </a:moveTo>
                <a:cubicBezTo>
                  <a:pt x="1477" y="3080"/>
                  <a:pt x="1469" y="3088"/>
                  <a:pt x="1469" y="3099"/>
                </a:cubicBezTo>
                <a:cubicBezTo>
                  <a:pt x="1469" y="3109"/>
                  <a:pt x="1477" y="3117"/>
                  <a:pt x="1487" y="3117"/>
                </a:cubicBezTo>
                <a:lnTo>
                  <a:pt x="1628" y="3117"/>
                </a:lnTo>
                <a:cubicBezTo>
                  <a:pt x="1638" y="3117"/>
                  <a:pt x="1647" y="3108"/>
                  <a:pt x="1647" y="3099"/>
                </a:cubicBezTo>
                <a:cubicBezTo>
                  <a:pt x="1647" y="3088"/>
                  <a:pt x="1639" y="3080"/>
                  <a:pt x="1628" y="3080"/>
                </a:cubicBezTo>
                <a:close/>
                <a:moveTo>
                  <a:pt x="1771" y="3080"/>
                </a:moveTo>
                <a:cubicBezTo>
                  <a:pt x="1760" y="3080"/>
                  <a:pt x="1753" y="3088"/>
                  <a:pt x="1753" y="3099"/>
                </a:cubicBezTo>
                <a:cubicBezTo>
                  <a:pt x="1753" y="3109"/>
                  <a:pt x="1760" y="3117"/>
                  <a:pt x="1771" y="3117"/>
                </a:cubicBezTo>
                <a:lnTo>
                  <a:pt x="1913" y="3117"/>
                </a:lnTo>
                <a:cubicBezTo>
                  <a:pt x="1922" y="3117"/>
                  <a:pt x="1930" y="3108"/>
                  <a:pt x="1930" y="3099"/>
                </a:cubicBezTo>
                <a:cubicBezTo>
                  <a:pt x="1930" y="3088"/>
                  <a:pt x="1923" y="3080"/>
                  <a:pt x="1913" y="3080"/>
                </a:cubicBezTo>
                <a:close/>
                <a:moveTo>
                  <a:pt x="2055" y="3080"/>
                </a:moveTo>
                <a:cubicBezTo>
                  <a:pt x="2045" y="3080"/>
                  <a:pt x="2037" y="3088"/>
                  <a:pt x="2037" y="3099"/>
                </a:cubicBezTo>
                <a:cubicBezTo>
                  <a:pt x="2037" y="3109"/>
                  <a:pt x="2045" y="3117"/>
                  <a:pt x="2055" y="3117"/>
                </a:cubicBezTo>
                <a:lnTo>
                  <a:pt x="2196" y="3117"/>
                </a:lnTo>
                <a:cubicBezTo>
                  <a:pt x="2206" y="3117"/>
                  <a:pt x="2215" y="3108"/>
                  <a:pt x="2215" y="3099"/>
                </a:cubicBezTo>
                <a:cubicBezTo>
                  <a:pt x="2215" y="3088"/>
                  <a:pt x="2206" y="3080"/>
                  <a:pt x="2196" y="3080"/>
                </a:cubicBezTo>
                <a:close/>
                <a:moveTo>
                  <a:pt x="2338" y="3080"/>
                </a:moveTo>
                <a:cubicBezTo>
                  <a:pt x="2328" y="3080"/>
                  <a:pt x="2321" y="3088"/>
                  <a:pt x="2321" y="3099"/>
                </a:cubicBezTo>
                <a:cubicBezTo>
                  <a:pt x="2321" y="3109"/>
                  <a:pt x="2328" y="3117"/>
                  <a:pt x="2338" y="3117"/>
                </a:cubicBezTo>
                <a:lnTo>
                  <a:pt x="2481" y="3117"/>
                </a:lnTo>
                <a:cubicBezTo>
                  <a:pt x="2491" y="3117"/>
                  <a:pt x="2498" y="3108"/>
                  <a:pt x="2498" y="3099"/>
                </a:cubicBezTo>
                <a:cubicBezTo>
                  <a:pt x="2498" y="3088"/>
                  <a:pt x="2491" y="3080"/>
                  <a:pt x="2481" y="3080"/>
                </a:cubicBezTo>
                <a:close/>
                <a:moveTo>
                  <a:pt x="2573" y="3114"/>
                </a:moveTo>
                <a:lnTo>
                  <a:pt x="2574" y="3291"/>
                </a:lnTo>
                <a:lnTo>
                  <a:pt x="2609" y="3291"/>
                </a:lnTo>
                <a:lnTo>
                  <a:pt x="2608" y="3114"/>
                </a:lnTo>
                <a:close/>
                <a:moveTo>
                  <a:pt x="2575" y="3398"/>
                </a:moveTo>
                <a:lnTo>
                  <a:pt x="2577" y="3574"/>
                </a:lnTo>
                <a:lnTo>
                  <a:pt x="2611" y="3574"/>
                </a:lnTo>
                <a:lnTo>
                  <a:pt x="2610" y="3398"/>
                </a:lnTo>
                <a:close/>
                <a:moveTo>
                  <a:pt x="2577" y="3682"/>
                </a:moveTo>
                <a:lnTo>
                  <a:pt x="2578" y="3859"/>
                </a:lnTo>
                <a:lnTo>
                  <a:pt x="2613" y="3859"/>
                </a:lnTo>
                <a:lnTo>
                  <a:pt x="2611" y="3682"/>
                </a:lnTo>
                <a:close/>
                <a:moveTo>
                  <a:pt x="2597" y="3966"/>
                </a:moveTo>
                <a:cubicBezTo>
                  <a:pt x="2587" y="3966"/>
                  <a:pt x="2579" y="3973"/>
                  <a:pt x="2579" y="3984"/>
                </a:cubicBezTo>
                <a:lnTo>
                  <a:pt x="2580" y="4126"/>
                </a:lnTo>
                <a:cubicBezTo>
                  <a:pt x="2580" y="4136"/>
                  <a:pt x="2588" y="4143"/>
                  <a:pt x="2598" y="4143"/>
                </a:cubicBezTo>
                <a:cubicBezTo>
                  <a:pt x="2609" y="4143"/>
                  <a:pt x="2616" y="4136"/>
                  <a:pt x="2616" y="4126"/>
                </a:cubicBezTo>
                <a:lnTo>
                  <a:pt x="2615" y="3984"/>
                </a:lnTo>
                <a:cubicBezTo>
                  <a:pt x="2615" y="3973"/>
                  <a:pt x="2607" y="3966"/>
                  <a:pt x="2597" y="3966"/>
                </a:cubicBezTo>
                <a:close/>
                <a:moveTo>
                  <a:pt x="2580" y="4251"/>
                </a:moveTo>
                <a:lnTo>
                  <a:pt x="2582" y="4367"/>
                </a:lnTo>
                <a:lnTo>
                  <a:pt x="2616" y="4367"/>
                </a:lnTo>
                <a:lnTo>
                  <a:pt x="2615" y="425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5949" name="Google Shape;5949;p42"/>
          <p:cNvSpPr/>
          <p:nvPr/>
        </p:nvSpPr>
        <p:spPr>
          <a:xfrm>
            <a:off x="3657531" y="3973766"/>
            <a:ext cx="784427" cy="373241"/>
          </a:xfrm>
          <a:custGeom>
            <a:avLst/>
            <a:gdLst/>
            <a:ahLst/>
            <a:cxnLst/>
            <a:rect l="l" t="t" r="r" b="b"/>
            <a:pathLst>
              <a:path w="2299" h="1327" extrusionOk="0">
                <a:moveTo>
                  <a:pt x="150" y="0"/>
                </a:moveTo>
                <a:cubicBezTo>
                  <a:pt x="139" y="0"/>
                  <a:pt x="132" y="7"/>
                  <a:pt x="132" y="18"/>
                </a:cubicBezTo>
                <a:cubicBezTo>
                  <a:pt x="132" y="28"/>
                  <a:pt x="139" y="36"/>
                  <a:pt x="150" y="36"/>
                </a:cubicBezTo>
                <a:lnTo>
                  <a:pt x="292" y="36"/>
                </a:lnTo>
                <a:cubicBezTo>
                  <a:pt x="302" y="36"/>
                  <a:pt x="310" y="28"/>
                  <a:pt x="310" y="18"/>
                </a:cubicBezTo>
                <a:cubicBezTo>
                  <a:pt x="310" y="7"/>
                  <a:pt x="302" y="0"/>
                  <a:pt x="292" y="0"/>
                </a:cubicBezTo>
                <a:close/>
                <a:moveTo>
                  <a:pt x="434" y="0"/>
                </a:moveTo>
                <a:cubicBezTo>
                  <a:pt x="424" y="0"/>
                  <a:pt x="416" y="7"/>
                  <a:pt x="416" y="18"/>
                </a:cubicBezTo>
                <a:cubicBezTo>
                  <a:pt x="416" y="28"/>
                  <a:pt x="424" y="36"/>
                  <a:pt x="434" y="36"/>
                </a:cubicBezTo>
                <a:lnTo>
                  <a:pt x="576" y="36"/>
                </a:lnTo>
                <a:cubicBezTo>
                  <a:pt x="587" y="36"/>
                  <a:pt x="594" y="28"/>
                  <a:pt x="594" y="18"/>
                </a:cubicBezTo>
                <a:cubicBezTo>
                  <a:pt x="594" y="7"/>
                  <a:pt x="587" y="0"/>
                  <a:pt x="576" y="0"/>
                </a:cubicBezTo>
                <a:close/>
                <a:moveTo>
                  <a:pt x="720" y="0"/>
                </a:moveTo>
                <a:cubicBezTo>
                  <a:pt x="709" y="0"/>
                  <a:pt x="701" y="7"/>
                  <a:pt x="701" y="18"/>
                </a:cubicBezTo>
                <a:cubicBezTo>
                  <a:pt x="701" y="28"/>
                  <a:pt x="709" y="36"/>
                  <a:pt x="720" y="36"/>
                </a:cubicBezTo>
                <a:lnTo>
                  <a:pt x="861" y="36"/>
                </a:lnTo>
                <a:cubicBezTo>
                  <a:pt x="870" y="36"/>
                  <a:pt x="879" y="28"/>
                  <a:pt x="879" y="18"/>
                </a:cubicBezTo>
                <a:cubicBezTo>
                  <a:pt x="879" y="7"/>
                  <a:pt x="871" y="0"/>
                  <a:pt x="861" y="0"/>
                </a:cubicBezTo>
                <a:close/>
                <a:moveTo>
                  <a:pt x="1003" y="0"/>
                </a:moveTo>
                <a:cubicBezTo>
                  <a:pt x="993" y="0"/>
                  <a:pt x="986" y="7"/>
                  <a:pt x="986" y="18"/>
                </a:cubicBezTo>
                <a:cubicBezTo>
                  <a:pt x="986" y="28"/>
                  <a:pt x="993" y="36"/>
                  <a:pt x="1003" y="36"/>
                </a:cubicBezTo>
                <a:lnTo>
                  <a:pt x="1145" y="36"/>
                </a:lnTo>
                <a:cubicBezTo>
                  <a:pt x="1154" y="36"/>
                  <a:pt x="1163" y="28"/>
                  <a:pt x="1163" y="18"/>
                </a:cubicBezTo>
                <a:cubicBezTo>
                  <a:pt x="1163" y="7"/>
                  <a:pt x="1155" y="0"/>
                  <a:pt x="1145" y="0"/>
                </a:cubicBezTo>
                <a:close/>
                <a:moveTo>
                  <a:pt x="1287" y="0"/>
                </a:moveTo>
                <a:cubicBezTo>
                  <a:pt x="1277" y="0"/>
                  <a:pt x="1269" y="7"/>
                  <a:pt x="1269" y="18"/>
                </a:cubicBezTo>
                <a:cubicBezTo>
                  <a:pt x="1269" y="28"/>
                  <a:pt x="1277" y="36"/>
                  <a:pt x="1287" y="36"/>
                </a:cubicBezTo>
                <a:lnTo>
                  <a:pt x="1429" y="36"/>
                </a:lnTo>
                <a:cubicBezTo>
                  <a:pt x="1439" y="36"/>
                  <a:pt x="1447" y="28"/>
                  <a:pt x="1447" y="18"/>
                </a:cubicBezTo>
                <a:cubicBezTo>
                  <a:pt x="1447" y="7"/>
                  <a:pt x="1439" y="0"/>
                  <a:pt x="1429" y="0"/>
                </a:cubicBezTo>
                <a:close/>
                <a:moveTo>
                  <a:pt x="1571" y="0"/>
                </a:moveTo>
                <a:cubicBezTo>
                  <a:pt x="1561" y="0"/>
                  <a:pt x="1553" y="7"/>
                  <a:pt x="1553" y="18"/>
                </a:cubicBezTo>
                <a:cubicBezTo>
                  <a:pt x="1553" y="28"/>
                  <a:pt x="1561" y="36"/>
                  <a:pt x="1571" y="36"/>
                </a:cubicBezTo>
                <a:lnTo>
                  <a:pt x="1713" y="36"/>
                </a:lnTo>
                <a:cubicBezTo>
                  <a:pt x="1723" y="36"/>
                  <a:pt x="1730" y="28"/>
                  <a:pt x="1730" y="18"/>
                </a:cubicBezTo>
                <a:cubicBezTo>
                  <a:pt x="1730" y="7"/>
                  <a:pt x="1723" y="0"/>
                  <a:pt x="1713" y="0"/>
                </a:cubicBezTo>
                <a:close/>
                <a:moveTo>
                  <a:pt x="1855" y="0"/>
                </a:moveTo>
                <a:cubicBezTo>
                  <a:pt x="1845" y="0"/>
                  <a:pt x="1837" y="7"/>
                  <a:pt x="1837" y="18"/>
                </a:cubicBezTo>
                <a:cubicBezTo>
                  <a:pt x="1837" y="28"/>
                  <a:pt x="1845" y="36"/>
                  <a:pt x="1855" y="36"/>
                </a:cubicBezTo>
                <a:lnTo>
                  <a:pt x="1996" y="36"/>
                </a:lnTo>
                <a:cubicBezTo>
                  <a:pt x="2007" y="36"/>
                  <a:pt x="2015" y="28"/>
                  <a:pt x="2015" y="18"/>
                </a:cubicBezTo>
                <a:cubicBezTo>
                  <a:pt x="2015" y="7"/>
                  <a:pt x="2007" y="0"/>
                  <a:pt x="1996" y="0"/>
                </a:cubicBezTo>
                <a:close/>
                <a:moveTo>
                  <a:pt x="2139" y="0"/>
                </a:moveTo>
                <a:cubicBezTo>
                  <a:pt x="2128" y="0"/>
                  <a:pt x="2121" y="7"/>
                  <a:pt x="2121" y="18"/>
                </a:cubicBezTo>
                <a:cubicBezTo>
                  <a:pt x="2121" y="28"/>
                  <a:pt x="2128" y="36"/>
                  <a:pt x="2139" y="36"/>
                </a:cubicBezTo>
                <a:lnTo>
                  <a:pt x="2281" y="36"/>
                </a:lnTo>
                <a:cubicBezTo>
                  <a:pt x="2291" y="36"/>
                  <a:pt x="2298" y="28"/>
                  <a:pt x="2298" y="18"/>
                </a:cubicBezTo>
                <a:cubicBezTo>
                  <a:pt x="2298" y="7"/>
                  <a:pt x="2291" y="0"/>
                  <a:pt x="2281" y="0"/>
                </a:cubicBezTo>
                <a:close/>
                <a:moveTo>
                  <a:pt x="19" y="12"/>
                </a:moveTo>
                <a:cubicBezTo>
                  <a:pt x="8" y="12"/>
                  <a:pt x="0" y="19"/>
                  <a:pt x="0" y="30"/>
                </a:cubicBezTo>
                <a:lnTo>
                  <a:pt x="0" y="171"/>
                </a:lnTo>
                <a:cubicBezTo>
                  <a:pt x="0" y="181"/>
                  <a:pt x="8" y="190"/>
                  <a:pt x="19" y="190"/>
                </a:cubicBezTo>
                <a:cubicBezTo>
                  <a:pt x="29" y="190"/>
                  <a:pt x="36" y="181"/>
                  <a:pt x="36" y="171"/>
                </a:cubicBezTo>
                <a:lnTo>
                  <a:pt x="36" y="30"/>
                </a:lnTo>
                <a:cubicBezTo>
                  <a:pt x="36" y="19"/>
                  <a:pt x="28" y="12"/>
                  <a:pt x="19" y="12"/>
                </a:cubicBezTo>
                <a:close/>
                <a:moveTo>
                  <a:pt x="19" y="296"/>
                </a:moveTo>
                <a:cubicBezTo>
                  <a:pt x="8" y="296"/>
                  <a:pt x="0" y="303"/>
                  <a:pt x="0" y="313"/>
                </a:cubicBezTo>
                <a:lnTo>
                  <a:pt x="0" y="456"/>
                </a:lnTo>
                <a:cubicBezTo>
                  <a:pt x="0" y="466"/>
                  <a:pt x="8" y="473"/>
                  <a:pt x="19" y="473"/>
                </a:cubicBezTo>
                <a:cubicBezTo>
                  <a:pt x="29" y="473"/>
                  <a:pt x="36" y="466"/>
                  <a:pt x="36" y="456"/>
                </a:cubicBezTo>
                <a:lnTo>
                  <a:pt x="36" y="313"/>
                </a:lnTo>
                <a:cubicBezTo>
                  <a:pt x="36" y="303"/>
                  <a:pt x="28" y="296"/>
                  <a:pt x="19" y="296"/>
                </a:cubicBezTo>
                <a:close/>
                <a:moveTo>
                  <a:pt x="19" y="579"/>
                </a:moveTo>
                <a:cubicBezTo>
                  <a:pt x="8" y="579"/>
                  <a:pt x="0" y="587"/>
                  <a:pt x="0" y="598"/>
                </a:cubicBezTo>
                <a:lnTo>
                  <a:pt x="0" y="739"/>
                </a:lnTo>
                <a:cubicBezTo>
                  <a:pt x="0" y="749"/>
                  <a:pt x="8" y="757"/>
                  <a:pt x="19" y="757"/>
                </a:cubicBezTo>
                <a:cubicBezTo>
                  <a:pt x="29" y="757"/>
                  <a:pt x="36" y="749"/>
                  <a:pt x="36" y="739"/>
                </a:cubicBezTo>
                <a:lnTo>
                  <a:pt x="36" y="598"/>
                </a:lnTo>
                <a:cubicBezTo>
                  <a:pt x="36" y="587"/>
                  <a:pt x="28" y="579"/>
                  <a:pt x="19" y="579"/>
                </a:cubicBezTo>
                <a:close/>
                <a:moveTo>
                  <a:pt x="19" y="863"/>
                </a:moveTo>
                <a:cubicBezTo>
                  <a:pt x="8" y="863"/>
                  <a:pt x="0" y="871"/>
                  <a:pt x="0" y="881"/>
                </a:cubicBezTo>
                <a:lnTo>
                  <a:pt x="0" y="1023"/>
                </a:lnTo>
                <a:cubicBezTo>
                  <a:pt x="0" y="1034"/>
                  <a:pt x="8" y="1041"/>
                  <a:pt x="19" y="1041"/>
                </a:cubicBezTo>
                <a:cubicBezTo>
                  <a:pt x="29" y="1041"/>
                  <a:pt x="36" y="1034"/>
                  <a:pt x="36" y="1023"/>
                </a:cubicBezTo>
                <a:lnTo>
                  <a:pt x="36" y="881"/>
                </a:lnTo>
                <a:cubicBezTo>
                  <a:pt x="36" y="871"/>
                  <a:pt x="28" y="863"/>
                  <a:pt x="19" y="863"/>
                </a:cubicBezTo>
                <a:close/>
                <a:moveTo>
                  <a:pt x="19" y="1148"/>
                </a:moveTo>
                <a:cubicBezTo>
                  <a:pt x="8" y="1148"/>
                  <a:pt x="0" y="1156"/>
                  <a:pt x="0" y="1167"/>
                </a:cubicBezTo>
                <a:lnTo>
                  <a:pt x="0" y="1309"/>
                </a:lnTo>
                <a:cubicBezTo>
                  <a:pt x="0" y="1319"/>
                  <a:pt x="8" y="1326"/>
                  <a:pt x="19" y="1326"/>
                </a:cubicBezTo>
                <a:cubicBezTo>
                  <a:pt x="29" y="1326"/>
                  <a:pt x="36" y="1317"/>
                  <a:pt x="36" y="1309"/>
                </a:cubicBezTo>
                <a:lnTo>
                  <a:pt x="36" y="1167"/>
                </a:lnTo>
                <a:cubicBezTo>
                  <a:pt x="36" y="1156"/>
                  <a:pt x="28" y="1148"/>
                  <a:pt x="19" y="11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5950" name="Google Shape;5950;p42"/>
          <p:cNvGrpSpPr/>
          <p:nvPr/>
        </p:nvGrpSpPr>
        <p:grpSpPr>
          <a:xfrm>
            <a:off x="3031294" y="1894142"/>
            <a:ext cx="1236885" cy="1236520"/>
            <a:chOff x="2447925" y="1415974"/>
            <a:chExt cx="934674" cy="934398"/>
          </a:xfrm>
        </p:grpSpPr>
        <p:sp>
          <p:nvSpPr>
            <p:cNvPr id="5951" name="Google Shape;5951;p42"/>
            <p:cNvSpPr/>
            <p:nvPr/>
          </p:nvSpPr>
          <p:spPr>
            <a:xfrm>
              <a:off x="2516773" y="1485098"/>
              <a:ext cx="796428" cy="796152"/>
            </a:xfrm>
            <a:custGeom>
              <a:avLst/>
              <a:gdLst/>
              <a:ahLst/>
              <a:cxnLst/>
              <a:rect l="l" t="t" r="r" b="b"/>
              <a:pathLst>
                <a:path w="2892" h="2891" extrusionOk="0">
                  <a:moveTo>
                    <a:pt x="1447" y="0"/>
                  </a:moveTo>
                  <a:cubicBezTo>
                    <a:pt x="648" y="0"/>
                    <a:pt x="1" y="647"/>
                    <a:pt x="1" y="1445"/>
                  </a:cubicBezTo>
                  <a:cubicBezTo>
                    <a:pt x="1" y="2244"/>
                    <a:pt x="648" y="2891"/>
                    <a:pt x="1447" y="2891"/>
                  </a:cubicBezTo>
                  <a:cubicBezTo>
                    <a:pt x="2245" y="2891"/>
                    <a:pt x="2892" y="2244"/>
                    <a:pt x="2892" y="1445"/>
                  </a:cubicBezTo>
                  <a:cubicBezTo>
                    <a:pt x="2892" y="647"/>
                    <a:pt x="2245" y="0"/>
                    <a:pt x="1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52" name="Google Shape;5952;p42"/>
            <p:cNvSpPr/>
            <p:nvPr/>
          </p:nvSpPr>
          <p:spPr>
            <a:xfrm>
              <a:off x="2447925" y="1415974"/>
              <a:ext cx="934674" cy="934398"/>
            </a:xfrm>
            <a:custGeom>
              <a:avLst/>
              <a:gdLst/>
              <a:ahLst/>
              <a:cxnLst/>
              <a:rect l="l" t="t" r="r" b="b"/>
              <a:pathLst>
                <a:path w="3394" h="3393" extrusionOk="0">
                  <a:moveTo>
                    <a:pt x="1763" y="2"/>
                  </a:moveTo>
                  <a:cubicBezTo>
                    <a:pt x="1753" y="2"/>
                    <a:pt x="1745" y="10"/>
                    <a:pt x="1745" y="18"/>
                  </a:cubicBezTo>
                  <a:cubicBezTo>
                    <a:pt x="1744" y="27"/>
                    <a:pt x="1751" y="37"/>
                    <a:pt x="1761" y="37"/>
                  </a:cubicBezTo>
                  <a:cubicBezTo>
                    <a:pt x="1809" y="40"/>
                    <a:pt x="1856" y="43"/>
                    <a:pt x="1902" y="48"/>
                  </a:cubicBezTo>
                  <a:lnTo>
                    <a:pt x="1904" y="48"/>
                  </a:lnTo>
                  <a:cubicBezTo>
                    <a:pt x="1914" y="48"/>
                    <a:pt x="1922" y="42"/>
                    <a:pt x="1923" y="33"/>
                  </a:cubicBezTo>
                  <a:cubicBezTo>
                    <a:pt x="1924" y="24"/>
                    <a:pt x="1918" y="15"/>
                    <a:pt x="1908" y="14"/>
                  </a:cubicBezTo>
                  <a:cubicBezTo>
                    <a:pt x="1860" y="8"/>
                    <a:pt x="1811" y="3"/>
                    <a:pt x="1764" y="2"/>
                  </a:cubicBezTo>
                  <a:close/>
                  <a:moveTo>
                    <a:pt x="1620" y="1"/>
                  </a:moveTo>
                  <a:cubicBezTo>
                    <a:pt x="1619" y="1"/>
                    <a:pt x="1619" y="1"/>
                    <a:pt x="1618" y="1"/>
                  </a:cubicBezTo>
                  <a:cubicBezTo>
                    <a:pt x="1571" y="4"/>
                    <a:pt x="1523" y="7"/>
                    <a:pt x="1475" y="14"/>
                  </a:cubicBezTo>
                  <a:cubicBezTo>
                    <a:pt x="1465" y="15"/>
                    <a:pt x="1458" y="24"/>
                    <a:pt x="1459" y="35"/>
                  </a:cubicBezTo>
                  <a:cubicBezTo>
                    <a:pt x="1461" y="43"/>
                    <a:pt x="1469" y="50"/>
                    <a:pt x="1478" y="50"/>
                  </a:cubicBezTo>
                  <a:cubicBezTo>
                    <a:pt x="1479" y="50"/>
                    <a:pt x="1480" y="50"/>
                    <a:pt x="1479" y="48"/>
                  </a:cubicBezTo>
                  <a:cubicBezTo>
                    <a:pt x="1526" y="42"/>
                    <a:pt x="1572" y="38"/>
                    <a:pt x="1620" y="36"/>
                  </a:cubicBezTo>
                  <a:cubicBezTo>
                    <a:pt x="1628" y="36"/>
                    <a:pt x="1636" y="27"/>
                    <a:pt x="1636" y="17"/>
                  </a:cubicBezTo>
                  <a:cubicBezTo>
                    <a:pt x="1636" y="9"/>
                    <a:pt x="1629" y="1"/>
                    <a:pt x="1620" y="1"/>
                  </a:cubicBezTo>
                  <a:close/>
                  <a:moveTo>
                    <a:pt x="2044" y="36"/>
                  </a:moveTo>
                  <a:cubicBezTo>
                    <a:pt x="2036" y="36"/>
                    <a:pt x="2029" y="42"/>
                    <a:pt x="2026" y="51"/>
                  </a:cubicBezTo>
                  <a:cubicBezTo>
                    <a:pt x="2025" y="60"/>
                    <a:pt x="2031" y="68"/>
                    <a:pt x="2041" y="71"/>
                  </a:cubicBezTo>
                  <a:cubicBezTo>
                    <a:pt x="2087" y="81"/>
                    <a:pt x="2133" y="92"/>
                    <a:pt x="2178" y="106"/>
                  </a:cubicBezTo>
                  <a:cubicBezTo>
                    <a:pt x="2179" y="107"/>
                    <a:pt x="2181" y="107"/>
                    <a:pt x="2183" y="107"/>
                  </a:cubicBezTo>
                  <a:cubicBezTo>
                    <a:pt x="2190" y="107"/>
                    <a:pt x="2198" y="102"/>
                    <a:pt x="2197" y="94"/>
                  </a:cubicBezTo>
                  <a:cubicBezTo>
                    <a:pt x="2201" y="86"/>
                    <a:pt x="2195" y="76"/>
                    <a:pt x="2186" y="72"/>
                  </a:cubicBezTo>
                  <a:cubicBezTo>
                    <a:pt x="2140" y="58"/>
                    <a:pt x="2094" y="47"/>
                    <a:pt x="2047" y="37"/>
                  </a:cubicBezTo>
                  <a:cubicBezTo>
                    <a:pt x="2046" y="37"/>
                    <a:pt x="2045" y="36"/>
                    <a:pt x="2044" y="36"/>
                  </a:cubicBezTo>
                  <a:close/>
                  <a:moveTo>
                    <a:pt x="1340" y="39"/>
                  </a:moveTo>
                  <a:cubicBezTo>
                    <a:pt x="1338" y="39"/>
                    <a:pt x="1336" y="39"/>
                    <a:pt x="1335" y="40"/>
                  </a:cubicBezTo>
                  <a:cubicBezTo>
                    <a:pt x="1287" y="50"/>
                    <a:pt x="1241" y="62"/>
                    <a:pt x="1195" y="77"/>
                  </a:cubicBezTo>
                  <a:cubicBezTo>
                    <a:pt x="1186" y="79"/>
                    <a:pt x="1181" y="89"/>
                    <a:pt x="1183" y="98"/>
                  </a:cubicBezTo>
                  <a:cubicBezTo>
                    <a:pt x="1186" y="106"/>
                    <a:pt x="1192" y="111"/>
                    <a:pt x="1201" y="111"/>
                  </a:cubicBezTo>
                  <a:lnTo>
                    <a:pt x="1206" y="110"/>
                  </a:lnTo>
                  <a:cubicBezTo>
                    <a:pt x="1252" y="97"/>
                    <a:pt x="1296" y="85"/>
                    <a:pt x="1342" y="76"/>
                  </a:cubicBezTo>
                  <a:cubicBezTo>
                    <a:pt x="1352" y="72"/>
                    <a:pt x="1359" y="63"/>
                    <a:pt x="1356" y="53"/>
                  </a:cubicBezTo>
                  <a:cubicBezTo>
                    <a:pt x="1354" y="45"/>
                    <a:pt x="1348" y="39"/>
                    <a:pt x="1340" y="39"/>
                  </a:cubicBezTo>
                  <a:close/>
                  <a:moveTo>
                    <a:pt x="2317" y="121"/>
                  </a:moveTo>
                  <a:cubicBezTo>
                    <a:pt x="2310" y="121"/>
                    <a:pt x="2303" y="125"/>
                    <a:pt x="2300" y="132"/>
                  </a:cubicBezTo>
                  <a:cubicBezTo>
                    <a:pt x="2296" y="140"/>
                    <a:pt x="2301" y="150"/>
                    <a:pt x="2311" y="154"/>
                  </a:cubicBezTo>
                  <a:cubicBezTo>
                    <a:pt x="2354" y="171"/>
                    <a:pt x="2398" y="191"/>
                    <a:pt x="2440" y="212"/>
                  </a:cubicBezTo>
                  <a:cubicBezTo>
                    <a:pt x="2442" y="214"/>
                    <a:pt x="2445" y="214"/>
                    <a:pt x="2447" y="214"/>
                  </a:cubicBezTo>
                  <a:cubicBezTo>
                    <a:pt x="2454" y="214"/>
                    <a:pt x="2460" y="210"/>
                    <a:pt x="2462" y="204"/>
                  </a:cubicBezTo>
                  <a:cubicBezTo>
                    <a:pt x="2467" y="195"/>
                    <a:pt x="2464" y="184"/>
                    <a:pt x="2455" y="180"/>
                  </a:cubicBezTo>
                  <a:cubicBezTo>
                    <a:pt x="2411" y="158"/>
                    <a:pt x="2368" y="139"/>
                    <a:pt x="2323" y="122"/>
                  </a:cubicBezTo>
                  <a:cubicBezTo>
                    <a:pt x="2321" y="121"/>
                    <a:pt x="2319" y="121"/>
                    <a:pt x="2317" y="121"/>
                  </a:cubicBezTo>
                  <a:close/>
                  <a:moveTo>
                    <a:pt x="1066" y="121"/>
                  </a:moveTo>
                  <a:cubicBezTo>
                    <a:pt x="1064" y="121"/>
                    <a:pt x="1062" y="122"/>
                    <a:pt x="1059" y="123"/>
                  </a:cubicBezTo>
                  <a:cubicBezTo>
                    <a:pt x="1016" y="140"/>
                    <a:pt x="972" y="160"/>
                    <a:pt x="929" y="183"/>
                  </a:cubicBezTo>
                  <a:cubicBezTo>
                    <a:pt x="920" y="188"/>
                    <a:pt x="917" y="198"/>
                    <a:pt x="921" y="206"/>
                  </a:cubicBezTo>
                  <a:cubicBezTo>
                    <a:pt x="924" y="214"/>
                    <a:pt x="930" y="217"/>
                    <a:pt x="937" y="217"/>
                  </a:cubicBezTo>
                  <a:cubicBezTo>
                    <a:pt x="940" y="217"/>
                    <a:pt x="942" y="217"/>
                    <a:pt x="945" y="215"/>
                  </a:cubicBezTo>
                  <a:cubicBezTo>
                    <a:pt x="987" y="193"/>
                    <a:pt x="1029" y="174"/>
                    <a:pt x="1073" y="155"/>
                  </a:cubicBezTo>
                  <a:cubicBezTo>
                    <a:pt x="1081" y="152"/>
                    <a:pt x="1086" y="142"/>
                    <a:pt x="1083" y="133"/>
                  </a:cubicBezTo>
                  <a:cubicBezTo>
                    <a:pt x="1080" y="126"/>
                    <a:pt x="1073" y="121"/>
                    <a:pt x="1066" y="121"/>
                  </a:cubicBezTo>
                  <a:close/>
                  <a:moveTo>
                    <a:pt x="2572" y="247"/>
                  </a:moveTo>
                  <a:cubicBezTo>
                    <a:pt x="2566" y="247"/>
                    <a:pt x="2561" y="250"/>
                    <a:pt x="2557" y="256"/>
                  </a:cubicBezTo>
                  <a:cubicBezTo>
                    <a:pt x="2552" y="263"/>
                    <a:pt x="2554" y="275"/>
                    <a:pt x="2563" y="280"/>
                  </a:cubicBezTo>
                  <a:cubicBezTo>
                    <a:pt x="2603" y="304"/>
                    <a:pt x="2641" y="329"/>
                    <a:pt x="2680" y="358"/>
                  </a:cubicBezTo>
                  <a:cubicBezTo>
                    <a:pt x="2682" y="360"/>
                    <a:pt x="2686" y="362"/>
                    <a:pt x="2690" y="362"/>
                  </a:cubicBezTo>
                  <a:cubicBezTo>
                    <a:pt x="2695" y="362"/>
                    <a:pt x="2701" y="359"/>
                    <a:pt x="2705" y="354"/>
                  </a:cubicBezTo>
                  <a:cubicBezTo>
                    <a:pt x="2711" y="347"/>
                    <a:pt x="2708" y="336"/>
                    <a:pt x="2701" y="329"/>
                  </a:cubicBezTo>
                  <a:cubicBezTo>
                    <a:pt x="2662" y="302"/>
                    <a:pt x="2623" y="273"/>
                    <a:pt x="2582" y="249"/>
                  </a:cubicBezTo>
                  <a:cubicBezTo>
                    <a:pt x="2579" y="248"/>
                    <a:pt x="2576" y="247"/>
                    <a:pt x="2572" y="247"/>
                  </a:cubicBezTo>
                  <a:close/>
                  <a:moveTo>
                    <a:pt x="814" y="253"/>
                  </a:moveTo>
                  <a:cubicBezTo>
                    <a:pt x="810" y="253"/>
                    <a:pt x="807" y="254"/>
                    <a:pt x="804" y="256"/>
                  </a:cubicBezTo>
                  <a:cubicBezTo>
                    <a:pt x="763" y="280"/>
                    <a:pt x="723" y="308"/>
                    <a:pt x="685" y="336"/>
                  </a:cubicBezTo>
                  <a:cubicBezTo>
                    <a:pt x="677" y="342"/>
                    <a:pt x="675" y="353"/>
                    <a:pt x="681" y="360"/>
                  </a:cubicBezTo>
                  <a:cubicBezTo>
                    <a:pt x="685" y="365"/>
                    <a:pt x="690" y="368"/>
                    <a:pt x="695" y="368"/>
                  </a:cubicBezTo>
                  <a:cubicBezTo>
                    <a:pt x="699" y="368"/>
                    <a:pt x="702" y="367"/>
                    <a:pt x="706" y="364"/>
                  </a:cubicBezTo>
                  <a:cubicBezTo>
                    <a:pt x="743" y="336"/>
                    <a:pt x="783" y="309"/>
                    <a:pt x="823" y="285"/>
                  </a:cubicBezTo>
                  <a:cubicBezTo>
                    <a:pt x="830" y="280"/>
                    <a:pt x="833" y="270"/>
                    <a:pt x="828" y="261"/>
                  </a:cubicBezTo>
                  <a:cubicBezTo>
                    <a:pt x="825" y="256"/>
                    <a:pt x="820" y="253"/>
                    <a:pt x="814" y="253"/>
                  </a:cubicBezTo>
                  <a:close/>
                  <a:moveTo>
                    <a:pt x="2800" y="415"/>
                  </a:moveTo>
                  <a:cubicBezTo>
                    <a:pt x="2795" y="415"/>
                    <a:pt x="2791" y="417"/>
                    <a:pt x="2787" y="420"/>
                  </a:cubicBezTo>
                  <a:cubicBezTo>
                    <a:pt x="2781" y="429"/>
                    <a:pt x="2781" y="440"/>
                    <a:pt x="2789" y="446"/>
                  </a:cubicBezTo>
                  <a:cubicBezTo>
                    <a:pt x="2824" y="477"/>
                    <a:pt x="2859" y="510"/>
                    <a:pt x="2891" y="543"/>
                  </a:cubicBezTo>
                  <a:cubicBezTo>
                    <a:pt x="2895" y="547"/>
                    <a:pt x="2899" y="548"/>
                    <a:pt x="2904" y="548"/>
                  </a:cubicBezTo>
                  <a:cubicBezTo>
                    <a:pt x="2909" y="548"/>
                    <a:pt x="2912" y="547"/>
                    <a:pt x="2916" y="544"/>
                  </a:cubicBezTo>
                  <a:cubicBezTo>
                    <a:pt x="2923" y="537"/>
                    <a:pt x="2923" y="527"/>
                    <a:pt x="2916" y="519"/>
                  </a:cubicBezTo>
                  <a:cubicBezTo>
                    <a:pt x="2884" y="485"/>
                    <a:pt x="2849" y="451"/>
                    <a:pt x="2813" y="419"/>
                  </a:cubicBezTo>
                  <a:cubicBezTo>
                    <a:pt x="2809" y="416"/>
                    <a:pt x="2804" y="415"/>
                    <a:pt x="2800" y="415"/>
                  </a:cubicBezTo>
                  <a:close/>
                  <a:moveTo>
                    <a:pt x="584" y="421"/>
                  </a:moveTo>
                  <a:cubicBezTo>
                    <a:pt x="580" y="421"/>
                    <a:pt x="576" y="422"/>
                    <a:pt x="572" y="425"/>
                  </a:cubicBezTo>
                  <a:cubicBezTo>
                    <a:pt x="536" y="457"/>
                    <a:pt x="502" y="491"/>
                    <a:pt x="469" y="526"/>
                  </a:cubicBezTo>
                  <a:cubicBezTo>
                    <a:pt x="461" y="533"/>
                    <a:pt x="461" y="544"/>
                    <a:pt x="469" y="551"/>
                  </a:cubicBezTo>
                  <a:cubicBezTo>
                    <a:pt x="472" y="554"/>
                    <a:pt x="477" y="556"/>
                    <a:pt x="481" y="556"/>
                  </a:cubicBezTo>
                  <a:cubicBezTo>
                    <a:pt x="486" y="556"/>
                    <a:pt x="491" y="554"/>
                    <a:pt x="496" y="549"/>
                  </a:cubicBezTo>
                  <a:cubicBezTo>
                    <a:pt x="527" y="516"/>
                    <a:pt x="562" y="483"/>
                    <a:pt x="597" y="452"/>
                  </a:cubicBezTo>
                  <a:cubicBezTo>
                    <a:pt x="604" y="446"/>
                    <a:pt x="604" y="435"/>
                    <a:pt x="598" y="426"/>
                  </a:cubicBezTo>
                  <a:cubicBezTo>
                    <a:pt x="594" y="423"/>
                    <a:pt x="589" y="421"/>
                    <a:pt x="584" y="421"/>
                  </a:cubicBezTo>
                  <a:close/>
                  <a:moveTo>
                    <a:pt x="3000" y="620"/>
                  </a:moveTo>
                  <a:cubicBezTo>
                    <a:pt x="2996" y="620"/>
                    <a:pt x="2992" y="621"/>
                    <a:pt x="2988" y="624"/>
                  </a:cubicBezTo>
                  <a:cubicBezTo>
                    <a:pt x="2981" y="630"/>
                    <a:pt x="2979" y="641"/>
                    <a:pt x="2986" y="650"/>
                  </a:cubicBezTo>
                  <a:cubicBezTo>
                    <a:pt x="3015" y="685"/>
                    <a:pt x="3043" y="723"/>
                    <a:pt x="3070" y="762"/>
                  </a:cubicBezTo>
                  <a:cubicBezTo>
                    <a:pt x="3073" y="767"/>
                    <a:pt x="3079" y="769"/>
                    <a:pt x="3084" y="769"/>
                  </a:cubicBezTo>
                  <a:cubicBezTo>
                    <a:pt x="3088" y="769"/>
                    <a:pt x="3090" y="768"/>
                    <a:pt x="3094" y="766"/>
                  </a:cubicBezTo>
                  <a:cubicBezTo>
                    <a:pt x="3104" y="761"/>
                    <a:pt x="3105" y="749"/>
                    <a:pt x="3100" y="742"/>
                  </a:cubicBezTo>
                  <a:cubicBezTo>
                    <a:pt x="3073" y="702"/>
                    <a:pt x="3044" y="664"/>
                    <a:pt x="3014" y="626"/>
                  </a:cubicBezTo>
                  <a:cubicBezTo>
                    <a:pt x="3010" y="622"/>
                    <a:pt x="3005" y="620"/>
                    <a:pt x="3000" y="620"/>
                  </a:cubicBezTo>
                  <a:close/>
                  <a:moveTo>
                    <a:pt x="388" y="629"/>
                  </a:moveTo>
                  <a:cubicBezTo>
                    <a:pt x="383" y="629"/>
                    <a:pt x="377" y="631"/>
                    <a:pt x="374" y="635"/>
                  </a:cubicBezTo>
                  <a:cubicBezTo>
                    <a:pt x="343" y="672"/>
                    <a:pt x="315" y="712"/>
                    <a:pt x="288" y="752"/>
                  </a:cubicBezTo>
                  <a:cubicBezTo>
                    <a:pt x="283" y="759"/>
                    <a:pt x="286" y="771"/>
                    <a:pt x="293" y="776"/>
                  </a:cubicBezTo>
                  <a:cubicBezTo>
                    <a:pt x="297" y="777"/>
                    <a:pt x="300" y="778"/>
                    <a:pt x="303" y="778"/>
                  </a:cubicBezTo>
                  <a:cubicBezTo>
                    <a:pt x="308" y="778"/>
                    <a:pt x="315" y="774"/>
                    <a:pt x="319" y="772"/>
                  </a:cubicBezTo>
                  <a:cubicBezTo>
                    <a:pt x="344" y="732"/>
                    <a:pt x="373" y="695"/>
                    <a:pt x="402" y="659"/>
                  </a:cubicBezTo>
                  <a:cubicBezTo>
                    <a:pt x="409" y="651"/>
                    <a:pt x="408" y="639"/>
                    <a:pt x="399" y="633"/>
                  </a:cubicBezTo>
                  <a:cubicBezTo>
                    <a:pt x="396" y="630"/>
                    <a:pt x="392" y="629"/>
                    <a:pt x="388" y="629"/>
                  </a:cubicBezTo>
                  <a:close/>
                  <a:moveTo>
                    <a:pt x="3158" y="855"/>
                  </a:moveTo>
                  <a:cubicBezTo>
                    <a:pt x="3155" y="855"/>
                    <a:pt x="3152" y="856"/>
                    <a:pt x="3150" y="858"/>
                  </a:cubicBezTo>
                  <a:cubicBezTo>
                    <a:pt x="3142" y="863"/>
                    <a:pt x="3137" y="874"/>
                    <a:pt x="3143" y="882"/>
                  </a:cubicBezTo>
                  <a:cubicBezTo>
                    <a:pt x="3166" y="923"/>
                    <a:pt x="3188" y="966"/>
                    <a:pt x="3207" y="1008"/>
                  </a:cubicBezTo>
                  <a:cubicBezTo>
                    <a:pt x="3211" y="1014"/>
                    <a:pt x="3217" y="1018"/>
                    <a:pt x="3223" y="1018"/>
                  </a:cubicBezTo>
                  <a:cubicBezTo>
                    <a:pt x="3226" y="1018"/>
                    <a:pt x="3228" y="1017"/>
                    <a:pt x="3229" y="1015"/>
                  </a:cubicBezTo>
                  <a:cubicBezTo>
                    <a:pt x="3239" y="1012"/>
                    <a:pt x="3243" y="1001"/>
                    <a:pt x="3239" y="992"/>
                  </a:cubicBezTo>
                  <a:cubicBezTo>
                    <a:pt x="3218" y="948"/>
                    <a:pt x="3197" y="905"/>
                    <a:pt x="3173" y="864"/>
                  </a:cubicBezTo>
                  <a:cubicBezTo>
                    <a:pt x="3170" y="859"/>
                    <a:pt x="3164" y="855"/>
                    <a:pt x="3158" y="855"/>
                  </a:cubicBezTo>
                  <a:close/>
                  <a:moveTo>
                    <a:pt x="230" y="864"/>
                  </a:moveTo>
                  <a:cubicBezTo>
                    <a:pt x="223" y="864"/>
                    <a:pt x="218" y="867"/>
                    <a:pt x="214" y="874"/>
                  </a:cubicBezTo>
                  <a:cubicBezTo>
                    <a:pt x="190" y="916"/>
                    <a:pt x="168" y="959"/>
                    <a:pt x="149" y="1003"/>
                  </a:cubicBezTo>
                  <a:cubicBezTo>
                    <a:pt x="145" y="1012"/>
                    <a:pt x="149" y="1022"/>
                    <a:pt x="158" y="1025"/>
                  </a:cubicBezTo>
                  <a:cubicBezTo>
                    <a:pt x="160" y="1027"/>
                    <a:pt x="163" y="1027"/>
                    <a:pt x="165" y="1027"/>
                  </a:cubicBezTo>
                  <a:cubicBezTo>
                    <a:pt x="172" y="1027"/>
                    <a:pt x="178" y="1023"/>
                    <a:pt x="182" y="1017"/>
                  </a:cubicBezTo>
                  <a:cubicBezTo>
                    <a:pt x="201" y="974"/>
                    <a:pt x="221" y="932"/>
                    <a:pt x="245" y="891"/>
                  </a:cubicBezTo>
                  <a:cubicBezTo>
                    <a:pt x="250" y="882"/>
                    <a:pt x="247" y="872"/>
                    <a:pt x="239" y="866"/>
                  </a:cubicBezTo>
                  <a:cubicBezTo>
                    <a:pt x="236" y="865"/>
                    <a:pt x="233" y="864"/>
                    <a:pt x="230" y="864"/>
                  </a:cubicBezTo>
                  <a:close/>
                  <a:moveTo>
                    <a:pt x="3277" y="1114"/>
                  </a:moveTo>
                  <a:cubicBezTo>
                    <a:pt x="3275" y="1114"/>
                    <a:pt x="3272" y="1114"/>
                    <a:pt x="3270" y="1115"/>
                  </a:cubicBezTo>
                  <a:cubicBezTo>
                    <a:pt x="3262" y="1119"/>
                    <a:pt x="3257" y="1129"/>
                    <a:pt x="3260" y="1138"/>
                  </a:cubicBezTo>
                  <a:cubicBezTo>
                    <a:pt x="3278" y="1182"/>
                    <a:pt x="3291" y="1228"/>
                    <a:pt x="3303" y="1273"/>
                  </a:cubicBezTo>
                  <a:cubicBezTo>
                    <a:pt x="3304" y="1280"/>
                    <a:pt x="3311" y="1285"/>
                    <a:pt x="3320" y="1285"/>
                  </a:cubicBezTo>
                  <a:cubicBezTo>
                    <a:pt x="3321" y="1285"/>
                    <a:pt x="3324" y="1285"/>
                    <a:pt x="3323" y="1284"/>
                  </a:cubicBezTo>
                  <a:cubicBezTo>
                    <a:pt x="3333" y="1281"/>
                    <a:pt x="3339" y="1271"/>
                    <a:pt x="3336" y="1262"/>
                  </a:cubicBezTo>
                  <a:cubicBezTo>
                    <a:pt x="3325" y="1216"/>
                    <a:pt x="3310" y="1170"/>
                    <a:pt x="3294" y="1125"/>
                  </a:cubicBezTo>
                  <a:cubicBezTo>
                    <a:pt x="3291" y="1118"/>
                    <a:pt x="3284" y="1114"/>
                    <a:pt x="3277" y="1114"/>
                  </a:cubicBezTo>
                  <a:close/>
                  <a:moveTo>
                    <a:pt x="113" y="1123"/>
                  </a:moveTo>
                  <a:cubicBezTo>
                    <a:pt x="105" y="1123"/>
                    <a:pt x="99" y="1128"/>
                    <a:pt x="96" y="1136"/>
                  </a:cubicBezTo>
                  <a:cubicBezTo>
                    <a:pt x="80" y="1182"/>
                    <a:pt x="66" y="1228"/>
                    <a:pt x="55" y="1274"/>
                  </a:cubicBezTo>
                  <a:cubicBezTo>
                    <a:pt x="51" y="1284"/>
                    <a:pt x="58" y="1293"/>
                    <a:pt x="67" y="1295"/>
                  </a:cubicBezTo>
                  <a:lnTo>
                    <a:pt x="71" y="1295"/>
                  </a:lnTo>
                  <a:cubicBezTo>
                    <a:pt x="78" y="1295"/>
                    <a:pt x="86" y="1290"/>
                    <a:pt x="89" y="1281"/>
                  </a:cubicBezTo>
                  <a:cubicBezTo>
                    <a:pt x="102" y="1236"/>
                    <a:pt x="115" y="1192"/>
                    <a:pt x="130" y="1147"/>
                  </a:cubicBezTo>
                  <a:cubicBezTo>
                    <a:pt x="133" y="1137"/>
                    <a:pt x="128" y="1127"/>
                    <a:pt x="119" y="1124"/>
                  </a:cubicBezTo>
                  <a:cubicBezTo>
                    <a:pt x="117" y="1124"/>
                    <a:pt x="115" y="1123"/>
                    <a:pt x="113" y="1123"/>
                  </a:cubicBezTo>
                  <a:close/>
                  <a:moveTo>
                    <a:pt x="3349" y="1388"/>
                  </a:moveTo>
                  <a:cubicBezTo>
                    <a:pt x="3348" y="1388"/>
                    <a:pt x="3347" y="1388"/>
                    <a:pt x="3346" y="1388"/>
                  </a:cubicBezTo>
                  <a:cubicBezTo>
                    <a:pt x="3337" y="1390"/>
                    <a:pt x="3331" y="1398"/>
                    <a:pt x="3332" y="1409"/>
                  </a:cubicBezTo>
                  <a:cubicBezTo>
                    <a:pt x="3340" y="1455"/>
                    <a:pt x="3346" y="1501"/>
                    <a:pt x="3350" y="1549"/>
                  </a:cubicBezTo>
                  <a:cubicBezTo>
                    <a:pt x="3351" y="1559"/>
                    <a:pt x="3359" y="1565"/>
                    <a:pt x="3368" y="1565"/>
                  </a:cubicBezTo>
                  <a:lnTo>
                    <a:pt x="3370" y="1565"/>
                  </a:lnTo>
                  <a:cubicBezTo>
                    <a:pt x="3380" y="1564"/>
                    <a:pt x="3387" y="1556"/>
                    <a:pt x="3386" y="1546"/>
                  </a:cubicBezTo>
                  <a:cubicBezTo>
                    <a:pt x="3381" y="1498"/>
                    <a:pt x="3375" y="1450"/>
                    <a:pt x="3367" y="1403"/>
                  </a:cubicBezTo>
                  <a:cubicBezTo>
                    <a:pt x="3366" y="1394"/>
                    <a:pt x="3358" y="1388"/>
                    <a:pt x="3349" y="1388"/>
                  </a:cubicBezTo>
                  <a:close/>
                  <a:moveTo>
                    <a:pt x="41" y="1398"/>
                  </a:moveTo>
                  <a:cubicBezTo>
                    <a:pt x="33" y="1398"/>
                    <a:pt x="25" y="1404"/>
                    <a:pt x="24" y="1413"/>
                  </a:cubicBezTo>
                  <a:cubicBezTo>
                    <a:pt x="16" y="1460"/>
                    <a:pt x="10" y="1509"/>
                    <a:pt x="5" y="1556"/>
                  </a:cubicBezTo>
                  <a:cubicBezTo>
                    <a:pt x="5" y="1566"/>
                    <a:pt x="12" y="1574"/>
                    <a:pt x="22" y="1575"/>
                  </a:cubicBezTo>
                  <a:lnTo>
                    <a:pt x="24" y="1575"/>
                  </a:lnTo>
                  <a:cubicBezTo>
                    <a:pt x="32" y="1575"/>
                    <a:pt x="40" y="1569"/>
                    <a:pt x="40" y="1559"/>
                  </a:cubicBezTo>
                  <a:cubicBezTo>
                    <a:pt x="44" y="1513"/>
                    <a:pt x="50" y="1465"/>
                    <a:pt x="58" y="1419"/>
                  </a:cubicBezTo>
                  <a:cubicBezTo>
                    <a:pt x="61" y="1409"/>
                    <a:pt x="55" y="1401"/>
                    <a:pt x="44" y="1398"/>
                  </a:cubicBezTo>
                  <a:cubicBezTo>
                    <a:pt x="43" y="1398"/>
                    <a:pt x="42" y="1398"/>
                    <a:pt x="41" y="1398"/>
                  </a:cubicBezTo>
                  <a:close/>
                  <a:moveTo>
                    <a:pt x="3376" y="1673"/>
                  </a:moveTo>
                  <a:cubicBezTo>
                    <a:pt x="3366" y="1673"/>
                    <a:pt x="3357" y="1680"/>
                    <a:pt x="3357" y="1690"/>
                  </a:cubicBezTo>
                  <a:lnTo>
                    <a:pt x="3357" y="1697"/>
                  </a:lnTo>
                  <a:cubicBezTo>
                    <a:pt x="3357" y="1744"/>
                    <a:pt x="3355" y="1791"/>
                    <a:pt x="3351" y="1837"/>
                  </a:cubicBezTo>
                  <a:cubicBezTo>
                    <a:pt x="3351" y="1848"/>
                    <a:pt x="3357" y="1856"/>
                    <a:pt x="3368" y="1857"/>
                  </a:cubicBezTo>
                  <a:lnTo>
                    <a:pt x="3370" y="1857"/>
                  </a:lnTo>
                  <a:cubicBezTo>
                    <a:pt x="3378" y="1857"/>
                    <a:pt x="3386" y="1851"/>
                    <a:pt x="3387" y="1842"/>
                  </a:cubicBezTo>
                  <a:cubicBezTo>
                    <a:pt x="3391" y="1794"/>
                    <a:pt x="3393" y="1745"/>
                    <a:pt x="3393" y="1697"/>
                  </a:cubicBezTo>
                  <a:lnTo>
                    <a:pt x="3393" y="1690"/>
                  </a:lnTo>
                  <a:cubicBezTo>
                    <a:pt x="3393" y="1680"/>
                    <a:pt x="3386" y="1673"/>
                    <a:pt x="3376" y="1673"/>
                  </a:cubicBezTo>
                  <a:close/>
                  <a:moveTo>
                    <a:pt x="19" y="1683"/>
                  </a:moveTo>
                  <a:cubicBezTo>
                    <a:pt x="9" y="1683"/>
                    <a:pt x="0" y="1690"/>
                    <a:pt x="0" y="1700"/>
                  </a:cubicBezTo>
                  <a:cubicBezTo>
                    <a:pt x="0" y="1748"/>
                    <a:pt x="3" y="1797"/>
                    <a:pt x="6" y="1844"/>
                  </a:cubicBezTo>
                  <a:cubicBezTo>
                    <a:pt x="9" y="1854"/>
                    <a:pt x="16" y="1861"/>
                    <a:pt x="25" y="1861"/>
                  </a:cubicBezTo>
                  <a:lnTo>
                    <a:pt x="26" y="1861"/>
                  </a:lnTo>
                  <a:cubicBezTo>
                    <a:pt x="36" y="1859"/>
                    <a:pt x="44" y="1852"/>
                    <a:pt x="42" y="1842"/>
                  </a:cubicBezTo>
                  <a:cubicBezTo>
                    <a:pt x="39" y="1795"/>
                    <a:pt x="36" y="1748"/>
                    <a:pt x="36" y="1700"/>
                  </a:cubicBezTo>
                  <a:cubicBezTo>
                    <a:pt x="36" y="1690"/>
                    <a:pt x="29" y="1683"/>
                    <a:pt x="19" y="1683"/>
                  </a:cubicBezTo>
                  <a:close/>
                  <a:moveTo>
                    <a:pt x="3351" y="1963"/>
                  </a:moveTo>
                  <a:cubicBezTo>
                    <a:pt x="3343" y="1963"/>
                    <a:pt x="3336" y="1968"/>
                    <a:pt x="3335" y="1977"/>
                  </a:cubicBezTo>
                  <a:cubicBezTo>
                    <a:pt x="3327" y="2023"/>
                    <a:pt x="3316" y="2069"/>
                    <a:pt x="3305" y="2115"/>
                  </a:cubicBezTo>
                  <a:cubicBezTo>
                    <a:pt x="3303" y="2124"/>
                    <a:pt x="3309" y="2134"/>
                    <a:pt x="3319" y="2137"/>
                  </a:cubicBezTo>
                  <a:lnTo>
                    <a:pt x="3322" y="2137"/>
                  </a:lnTo>
                  <a:cubicBezTo>
                    <a:pt x="3330" y="2137"/>
                    <a:pt x="3336" y="2132"/>
                    <a:pt x="3339" y="2124"/>
                  </a:cubicBezTo>
                  <a:cubicBezTo>
                    <a:pt x="3351" y="2078"/>
                    <a:pt x="3361" y="2031"/>
                    <a:pt x="3370" y="1984"/>
                  </a:cubicBezTo>
                  <a:cubicBezTo>
                    <a:pt x="3372" y="1974"/>
                    <a:pt x="3366" y="1964"/>
                    <a:pt x="3355" y="1963"/>
                  </a:cubicBezTo>
                  <a:cubicBezTo>
                    <a:pt x="3354" y="1963"/>
                    <a:pt x="3353" y="1963"/>
                    <a:pt x="3351" y="1963"/>
                  </a:cubicBezTo>
                  <a:close/>
                  <a:moveTo>
                    <a:pt x="41" y="1966"/>
                  </a:moveTo>
                  <a:cubicBezTo>
                    <a:pt x="40" y="1966"/>
                    <a:pt x="40" y="1966"/>
                    <a:pt x="39" y="1966"/>
                  </a:cubicBezTo>
                  <a:cubicBezTo>
                    <a:pt x="30" y="1968"/>
                    <a:pt x="24" y="1977"/>
                    <a:pt x="25" y="1987"/>
                  </a:cubicBezTo>
                  <a:cubicBezTo>
                    <a:pt x="34" y="2035"/>
                    <a:pt x="44" y="2082"/>
                    <a:pt x="56" y="2128"/>
                  </a:cubicBezTo>
                  <a:cubicBezTo>
                    <a:pt x="57" y="2135"/>
                    <a:pt x="65" y="2140"/>
                    <a:pt x="72" y="2140"/>
                  </a:cubicBezTo>
                  <a:lnTo>
                    <a:pt x="76" y="2140"/>
                  </a:lnTo>
                  <a:cubicBezTo>
                    <a:pt x="85" y="2138"/>
                    <a:pt x="91" y="2128"/>
                    <a:pt x="88" y="2119"/>
                  </a:cubicBezTo>
                  <a:cubicBezTo>
                    <a:pt x="77" y="2073"/>
                    <a:pt x="67" y="2027"/>
                    <a:pt x="60" y="1981"/>
                  </a:cubicBezTo>
                  <a:cubicBezTo>
                    <a:pt x="58" y="1972"/>
                    <a:pt x="49" y="1966"/>
                    <a:pt x="41" y="1966"/>
                  </a:cubicBezTo>
                  <a:close/>
                  <a:moveTo>
                    <a:pt x="3280" y="2239"/>
                  </a:moveTo>
                  <a:cubicBezTo>
                    <a:pt x="3273" y="2239"/>
                    <a:pt x="3266" y="2244"/>
                    <a:pt x="3263" y="2251"/>
                  </a:cubicBezTo>
                  <a:cubicBezTo>
                    <a:pt x="3248" y="2294"/>
                    <a:pt x="3229" y="2339"/>
                    <a:pt x="3211" y="2381"/>
                  </a:cubicBezTo>
                  <a:cubicBezTo>
                    <a:pt x="3207" y="2390"/>
                    <a:pt x="3211" y="2400"/>
                    <a:pt x="3219" y="2404"/>
                  </a:cubicBezTo>
                  <a:cubicBezTo>
                    <a:pt x="3222" y="2405"/>
                    <a:pt x="3224" y="2405"/>
                    <a:pt x="3227" y="2405"/>
                  </a:cubicBezTo>
                  <a:cubicBezTo>
                    <a:pt x="3234" y="2405"/>
                    <a:pt x="3240" y="2401"/>
                    <a:pt x="3243" y="2396"/>
                  </a:cubicBezTo>
                  <a:cubicBezTo>
                    <a:pt x="3261" y="2353"/>
                    <a:pt x="3281" y="2308"/>
                    <a:pt x="3296" y="2263"/>
                  </a:cubicBezTo>
                  <a:cubicBezTo>
                    <a:pt x="3300" y="2253"/>
                    <a:pt x="3295" y="2245"/>
                    <a:pt x="3286" y="2241"/>
                  </a:cubicBezTo>
                  <a:cubicBezTo>
                    <a:pt x="3284" y="2240"/>
                    <a:pt x="3282" y="2239"/>
                    <a:pt x="3280" y="2239"/>
                  </a:cubicBezTo>
                  <a:close/>
                  <a:moveTo>
                    <a:pt x="113" y="2242"/>
                  </a:moveTo>
                  <a:cubicBezTo>
                    <a:pt x="111" y="2242"/>
                    <a:pt x="110" y="2242"/>
                    <a:pt x="108" y="2243"/>
                  </a:cubicBezTo>
                  <a:cubicBezTo>
                    <a:pt x="99" y="2247"/>
                    <a:pt x="93" y="2257"/>
                    <a:pt x="98" y="2266"/>
                  </a:cubicBezTo>
                  <a:cubicBezTo>
                    <a:pt x="113" y="2311"/>
                    <a:pt x="132" y="2355"/>
                    <a:pt x="152" y="2399"/>
                  </a:cubicBezTo>
                  <a:cubicBezTo>
                    <a:pt x="155" y="2405"/>
                    <a:pt x="162" y="2409"/>
                    <a:pt x="168" y="2409"/>
                  </a:cubicBezTo>
                  <a:cubicBezTo>
                    <a:pt x="170" y="2409"/>
                    <a:pt x="173" y="2408"/>
                    <a:pt x="174" y="2406"/>
                  </a:cubicBezTo>
                  <a:cubicBezTo>
                    <a:pt x="183" y="2403"/>
                    <a:pt x="187" y="2393"/>
                    <a:pt x="183" y="2384"/>
                  </a:cubicBezTo>
                  <a:cubicBezTo>
                    <a:pt x="164" y="2342"/>
                    <a:pt x="147" y="2298"/>
                    <a:pt x="130" y="2253"/>
                  </a:cubicBezTo>
                  <a:cubicBezTo>
                    <a:pt x="128" y="2246"/>
                    <a:pt x="121" y="2242"/>
                    <a:pt x="113" y="2242"/>
                  </a:cubicBezTo>
                  <a:close/>
                  <a:moveTo>
                    <a:pt x="3161" y="2499"/>
                  </a:moveTo>
                  <a:cubicBezTo>
                    <a:pt x="3155" y="2499"/>
                    <a:pt x="3150" y="2502"/>
                    <a:pt x="3147" y="2508"/>
                  </a:cubicBezTo>
                  <a:cubicBezTo>
                    <a:pt x="3124" y="2549"/>
                    <a:pt x="3100" y="2589"/>
                    <a:pt x="3073" y="2627"/>
                  </a:cubicBezTo>
                  <a:cubicBezTo>
                    <a:pt x="3068" y="2636"/>
                    <a:pt x="3070" y="2647"/>
                    <a:pt x="3078" y="2652"/>
                  </a:cubicBezTo>
                  <a:cubicBezTo>
                    <a:pt x="3081" y="2654"/>
                    <a:pt x="3084" y="2655"/>
                    <a:pt x="3088" y="2655"/>
                  </a:cubicBezTo>
                  <a:cubicBezTo>
                    <a:pt x="3093" y="2655"/>
                    <a:pt x="3100" y="2651"/>
                    <a:pt x="3102" y="2648"/>
                  </a:cubicBezTo>
                  <a:cubicBezTo>
                    <a:pt x="3129" y="2609"/>
                    <a:pt x="3155" y="2568"/>
                    <a:pt x="3177" y="2525"/>
                  </a:cubicBezTo>
                  <a:cubicBezTo>
                    <a:pt x="3182" y="2517"/>
                    <a:pt x="3180" y="2507"/>
                    <a:pt x="3171" y="2501"/>
                  </a:cubicBezTo>
                  <a:cubicBezTo>
                    <a:pt x="3168" y="2500"/>
                    <a:pt x="3164" y="2499"/>
                    <a:pt x="3161" y="2499"/>
                  </a:cubicBezTo>
                  <a:close/>
                  <a:moveTo>
                    <a:pt x="233" y="2500"/>
                  </a:moveTo>
                  <a:cubicBezTo>
                    <a:pt x="230" y="2500"/>
                    <a:pt x="227" y="2501"/>
                    <a:pt x="224" y="2503"/>
                  </a:cubicBezTo>
                  <a:cubicBezTo>
                    <a:pt x="216" y="2508"/>
                    <a:pt x="213" y="2518"/>
                    <a:pt x="218" y="2527"/>
                  </a:cubicBezTo>
                  <a:cubicBezTo>
                    <a:pt x="241" y="2569"/>
                    <a:pt x="266" y="2610"/>
                    <a:pt x="293" y="2650"/>
                  </a:cubicBezTo>
                  <a:cubicBezTo>
                    <a:pt x="296" y="2655"/>
                    <a:pt x="302" y="2657"/>
                    <a:pt x="307" y="2657"/>
                  </a:cubicBezTo>
                  <a:cubicBezTo>
                    <a:pt x="311" y="2657"/>
                    <a:pt x="313" y="2656"/>
                    <a:pt x="318" y="2654"/>
                  </a:cubicBezTo>
                  <a:cubicBezTo>
                    <a:pt x="327" y="2649"/>
                    <a:pt x="328" y="2637"/>
                    <a:pt x="323" y="2629"/>
                  </a:cubicBezTo>
                  <a:cubicBezTo>
                    <a:pt x="296" y="2589"/>
                    <a:pt x="271" y="2550"/>
                    <a:pt x="249" y="2509"/>
                  </a:cubicBezTo>
                  <a:cubicBezTo>
                    <a:pt x="245" y="2504"/>
                    <a:pt x="239" y="2500"/>
                    <a:pt x="233" y="2500"/>
                  </a:cubicBezTo>
                  <a:close/>
                  <a:moveTo>
                    <a:pt x="3003" y="2733"/>
                  </a:moveTo>
                  <a:cubicBezTo>
                    <a:pt x="2998" y="2733"/>
                    <a:pt x="2993" y="2735"/>
                    <a:pt x="2989" y="2739"/>
                  </a:cubicBezTo>
                  <a:cubicBezTo>
                    <a:pt x="2960" y="2777"/>
                    <a:pt x="2928" y="2813"/>
                    <a:pt x="2896" y="2845"/>
                  </a:cubicBezTo>
                  <a:cubicBezTo>
                    <a:pt x="2889" y="2853"/>
                    <a:pt x="2889" y="2865"/>
                    <a:pt x="2896" y="2871"/>
                  </a:cubicBezTo>
                  <a:cubicBezTo>
                    <a:pt x="2900" y="2875"/>
                    <a:pt x="2905" y="2876"/>
                    <a:pt x="2909" y="2876"/>
                  </a:cubicBezTo>
                  <a:cubicBezTo>
                    <a:pt x="2914" y="2876"/>
                    <a:pt x="2917" y="2874"/>
                    <a:pt x="2923" y="2870"/>
                  </a:cubicBezTo>
                  <a:cubicBezTo>
                    <a:pt x="2956" y="2835"/>
                    <a:pt x="2988" y="2799"/>
                    <a:pt x="3018" y="2762"/>
                  </a:cubicBezTo>
                  <a:cubicBezTo>
                    <a:pt x="3024" y="2754"/>
                    <a:pt x="3023" y="2743"/>
                    <a:pt x="3015" y="2737"/>
                  </a:cubicBezTo>
                  <a:cubicBezTo>
                    <a:pt x="3011" y="2734"/>
                    <a:pt x="3007" y="2733"/>
                    <a:pt x="3003" y="2733"/>
                  </a:cubicBezTo>
                  <a:close/>
                  <a:moveTo>
                    <a:pt x="393" y="2735"/>
                  </a:moveTo>
                  <a:cubicBezTo>
                    <a:pt x="389" y="2735"/>
                    <a:pt x="385" y="2736"/>
                    <a:pt x="382" y="2739"/>
                  </a:cubicBezTo>
                  <a:cubicBezTo>
                    <a:pt x="374" y="2745"/>
                    <a:pt x="373" y="2757"/>
                    <a:pt x="379" y="2764"/>
                  </a:cubicBezTo>
                  <a:cubicBezTo>
                    <a:pt x="409" y="2802"/>
                    <a:pt x="440" y="2838"/>
                    <a:pt x="474" y="2872"/>
                  </a:cubicBezTo>
                  <a:cubicBezTo>
                    <a:pt x="477" y="2876"/>
                    <a:pt x="481" y="2877"/>
                    <a:pt x="486" y="2877"/>
                  </a:cubicBezTo>
                  <a:cubicBezTo>
                    <a:pt x="490" y="2877"/>
                    <a:pt x="496" y="2876"/>
                    <a:pt x="501" y="2873"/>
                  </a:cubicBezTo>
                  <a:cubicBezTo>
                    <a:pt x="507" y="2866"/>
                    <a:pt x="507" y="2856"/>
                    <a:pt x="501" y="2847"/>
                  </a:cubicBezTo>
                  <a:cubicBezTo>
                    <a:pt x="469" y="2814"/>
                    <a:pt x="436" y="2779"/>
                    <a:pt x="408" y="2742"/>
                  </a:cubicBezTo>
                  <a:cubicBezTo>
                    <a:pt x="403" y="2737"/>
                    <a:pt x="398" y="2735"/>
                    <a:pt x="393" y="2735"/>
                  </a:cubicBezTo>
                  <a:close/>
                  <a:moveTo>
                    <a:pt x="2808" y="2939"/>
                  </a:moveTo>
                  <a:cubicBezTo>
                    <a:pt x="2803" y="2939"/>
                    <a:pt x="2799" y="2941"/>
                    <a:pt x="2795" y="2944"/>
                  </a:cubicBezTo>
                  <a:cubicBezTo>
                    <a:pt x="2759" y="2974"/>
                    <a:pt x="2722" y="3004"/>
                    <a:pt x="2685" y="3033"/>
                  </a:cubicBezTo>
                  <a:cubicBezTo>
                    <a:pt x="2677" y="3038"/>
                    <a:pt x="2675" y="3049"/>
                    <a:pt x="2681" y="3056"/>
                  </a:cubicBezTo>
                  <a:cubicBezTo>
                    <a:pt x="2685" y="3061"/>
                    <a:pt x="2690" y="3064"/>
                    <a:pt x="2695" y="3064"/>
                  </a:cubicBezTo>
                  <a:cubicBezTo>
                    <a:pt x="2699" y="3064"/>
                    <a:pt x="2703" y="3063"/>
                    <a:pt x="2708" y="3061"/>
                  </a:cubicBezTo>
                  <a:cubicBezTo>
                    <a:pt x="2747" y="3034"/>
                    <a:pt x="2783" y="3003"/>
                    <a:pt x="2819" y="2970"/>
                  </a:cubicBezTo>
                  <a:cubicBezTo>
                    <a:pt x="2827" y="2964"/>
                    <a:pt x="2827" y="2953"/>
                    <a:pt x="2820" y="2945"/>
                  </a:cubicBezTo>
                  <a:cubicBezTo>
                    <a:pt x="2817" y="2941"/>
                    <a:pt x="2812" y="2939"/>
                    <a:pt x="2808" y="2939"/>
                  </a:cubicBezTo>
                  <a:close/>
                  <a:moveTo>
                    <a:pt x="589" y="2939"/>
                  </a:moveTo>
                  <a:cubicBezTo>
                    <a:pt x="584" y="2939"/>
                    <a:pt x="580" y="2941"/>
                    <a:pt x="576" y="2946"/>
                  </a:cubicBezTo>
                  <a:cubicBezTo>
                    <a:pt x="569" y="2953"/>
                    <a:pt x="569" y="2964"/>
                    <a:pt x="577" y="2971"/>
                  </a:cubicBezTo>
                  <a:cubicBezTo>
                    <a:pt x="613" y="3003"/>
                    <a:pt x="651" y="3034"/>
                    <a:pt x="690" y="3061"/>
                  </a:cubicBezTo>
                  <a:cubicBezTo>
                    <a:pt x="692" y="3064"/>
                    <a:pt x="696" y="3065"/>
                    <a:pt x="700" y="3065"/>
                  </a:cubicBezTo>
                  <a:cubicBezTo>
                    <a:pt x="705" y="3065"/>
                    <a:pt x="711" y="3063"/>
                    <a:pt x="716" y="3056"/>
                  </a:cubicBezTo>
                  <a:cubicBezTo>
                    <a:pt x="721" y="3049"/>
                    <a:pt x="720" y="3039"/>
                    <a:pt x="711" y="3033"/>
                  </a:cubicBezTo>
                  <a:cubicBezTo>
                    <a:pt x="674" y="3004"/>
                    <a:pt x="636" y="2974"/>
                    <a:pt x="602" y="2944"/>
                  </a:cubicBezTo>
                  <a:cubicBezTo>
                    <a:pt x="598" y="2941"/>
                    <a:pt x="594" y="2939"/>
                    <a:pt x="589" y="2939"/>
                  </a:cubicBezTo>
                  <a:close/>
                  <a:moveTo>
                    <a:pt x="2578" y="3108"/>
                  </a:moveTo>
                  <a:cubicBezTo>
                    <a:pt x="2575" y="3108"/>
                    <a:pt x="2571" y="3108"/>
                    <a:pt x="2569" y="3110"/>
                  </a:cubicBezTo>
                  <a:cubicBezTo>
                    <a:pt x="2529" y="3135"/>
                    <a:pt x="2488" y="3158"/>
                    <a:pt x="2446" y="3179"/>
                  </a:cubicBezTo>
                  <a:cubicBezTo>
                    <a:pt x="2437" y="3184"/>
                    <a:pt x="2434" y="3194"/>
                    <a:pt x="2439" y="3203"/>
                  </a:cubicBezTo>
                  <a:cubicBezTo>
                    <a:pt x="2441" y="3210"/>
                    <a:pt x="2447" y="3214"/>
                    <a:pt x="2454" y="3214"/>
                  </a:cubicBezTo>
                  <a:cubicBezTo>
                    <a:pt x="2456" y="3214"/>
                    <a:pt x="2459" y="3213"/>
                    <a:pt x="2461" y="3212"/>
                  </a:cubicBezTo>
                  <a:cubicBezTo>
                    <a:pt x="2503" y="3189"/>
                    <a:pt x="2546" y="3167"/>
                    <a:pt x="2587" y="3141"/>
                  </a:cubicBezTo>
                  <a:cubicBezTo>
                    <a:pt x="2595" y="3136"/>
                    <a:pt x="2598" y="3126"/>
                    <a:pt x="2593" y="3116"/>
                  </a:cubicBezTo>
                  <a:cubicBezTo>
                    <a:pt x="2590" y="3111"/>
                    <a:pt x="2584" y="3108"/>
                    <a:pt x="2578" y="3108"/>
                  </a:cubicBezTo>
                  <a:close/>
                  <a:moveTo>
                    <a:pt x="819" y="3110"/>
                  </a:moveTo>
                  <a:cubicBezTo>
                    <a:pt x="813" y="3110"/>
                    <a:pt x="807" y="3113"/>
                    <a:pt x="804" y="3119"/>
                  </a:cubicBezTo>
                  <a:cubicBezTo>
                    <a:pt x="798" y="3127"/>
                    <a:pt x="801" y="3138"/>
                    <a:pt x="810" y="3143"/>
                  </a:cubicBezTo>
                  <a:cubicBezTo>
                    <a:pt x="851" y="3169"/>
                    <a:pt x="894" y="3192"/>
                    <a:pt x="936" y="3214"/>
                  </a:cubicBezTo>
                  <a:cubicBezTo>
                    <a:pt x="938" y="3215"/>
                    <a:pt x="941" y="3215"/>
                    <a:pt x="943" y="3215"/>
                  </a:cubicBezTo>
                  <a:cubicBezTo>
                    <a:pt x="950" y="3215"/>
                    <a:pt x="956" y="3212"/>
                    <a:pt x="958" y="3206"/>
                  </a:cubicBezTo>
                  <a:cubicBezTo>
                    <a:pt x="963" y="3197"/>
                    <a:pt x="960" y="3186"/>
                    <a:pt x="951" y="3182"/>
                  </a:cubicBezTo>
                  <a:cubicBezTo>
                    <a:pt x="910" y="3160"/>
                    <a:pt x="868" y="3137"/>
                    <a:pt x="828" y="3112"/>
                  </a:cubicBezTo>
                  <a:cubicBezTo>
                    <a:pt x="825" y="3111"/>
                    <a:pt x="822" y="3110"/>
                    <a:pt x="819" y="3110"/>
                  </a:cubicBezTo>
                  <a:close/>
                  <a:moveTo>
                    <a:pt x="2324" y="3237"/>
                  </a:moveTo>
                  <a:cubicBezTo>
                    <a:pt x="2322" y="3237"/>
                    <a:pt x="2320" y="3237"/>
                    <a:pt x="2318" y="3238"/>
                  </a:cubicBezTo>
                  <a:cubicBezTo>
                    <a:pt x="2275" y="3256"/>
                    <a:pt x="2230" y="3271"/>
                    <a:pt x="2185" y="3285"/>
                  </a:cubicBezTo>
                  <a:cubicBezTo>
                    <a:pt x="2176" y="3288"/>
                    <a:pt x="2170" y="3299"/>
                    <a:pt x="2174" y="3307"/>
                  </a:cubicBezTo>
                  <a:cubicBezTo>
                    <a:pt x="2176" y="3315"/>
                    <a:pt x="2183" y="3320"/>
                    <a:pt x="2190" y="3320"/>
                  </a:cubicBezTo>
                  <a:lnTo>
                    <a:pt x="2195" y="3320"/>
                  </a:lnTo>
                  <a:cubicBezTo>
                    <a:pt x="2241" y="3306"/>
                    <a:pt x="2286" y="3289"/>
                    <a:pt x="2331" y="3271"/>
                  </a:cubicBezTo>
                  <a:cubicBezTo>
                    <a:pt x="2339" y="3267"/>
                    <a:pt x="2344" y="3257"/>
                    <a:pt x="2341" y="3248"/>
                  </a:cubicBezTo>
                  <a:cubicBezTo>
                    <a:pt x="2338" y="3241"/>
                    <a:pt x="2332" y="3237"/>
                    <a:pt x="2324" y="3237"/>
                  </a:cubicBezTo>
                  <a:close/>
                  <a:moveTo>
                    <a:pt x="1072" y="3238"/>
                  </a:moveTo>
                  <a:cubicBezTo>
                    <a:pt x="1065" y="3238"/>
                    <a:pt x="1058" y="3242"/>
                    <a:pt x="1055" y="3249"/>
                  </a:cubicBezTo>
                  <a:cubicBezTo>
                    <a:pt x="1052" y="3259"/>
                    <a:pt x="1057" y="3269"/>
                    <a:pt x="1065" y="3273"/>
                  </a:cubicBezTo>
                  <a:cubicBezTo>
                    <a:pt x="1109" y="3289"/>
                    <a:pt x="1155" y="3306"/>
                    <a:pt x="1202" y="3320"/>
                  </a:cubicBezTo>
                  <a:cubicBezTo>
                    <a:pt x="1203" y="3321"/>
                    <a:pt x="1206" y="3321"/>
                    <a:pt x="1207" y="3321"/>
                  </a:cubicBezTo>
                  <a:cubicBezTo>
                    <a:pt x="1214" y="3321"/>
                    <a:pt x="1222" y="3316"/>
                    <a:pt x="1223" y="3309"/>
                  </a:cubicBezTo>
                  <a:cubicBezTo>
                    <a:pt x="1226" y="3300"/>
                    <a:pt x="1221" y="3289"/>
                    <a:pt x="1212" y="3286"/>
                  </a:cubicBezTo>
                  <a:cubicBezTo>
                    <a:pt x="1167" y="3273"/>
                    <a:pt x="1122" y="3258"/>
                    <a:pt x="1079" y="3239"/>
                  </a:cubicBezTo>
                  <a:cubicBezTo>
                    <a:pt x="1077" y="3238"/>
                    <a:pt x="1074" y="3238"/>
                    <a:pt x="1072" y="3238"/>
                  </a:cubicBezTo>
                  <a:close/>
                  <a:moveTo>
                    <a:pt x="1345" y="3321"/>
                  </a:moveTo>
                  <a:cubicBezTo>
                    <a:pt x="1336" y="3321"/>
                    <a:pt x="1329" y="3327"/>
                    <a:pt x="1326" y="3335"/>
                  </a:cubicBezTo>
                  <a:cubicBezTo>
                    <a:pt x="1325" y="3344"/>
                    <a:pt x="1331" y="3353"/>
                    <a:pt x="1341" y="3356"/>
                  </a:cubicBezTo>
                  <a:cubicBezTo>
                    <a:pt x="1388" y="3366"/>
                    <a:pt x="1435" y="3373"/>
                    <a:pt x="1483" y="3380"/>
                  </a:cubicBezTo>
                  <a:lnTo>
                    <a:pt x="1485" y="3380"/>
                  </a:lnTo>
                  <a:cubicBezTo>
                    <a:pt x="1494" y="3380"/>
                    <a:pt x="1502" y="3373"/>
                    <a:pt x="1502" y="3365"/>
                  </a:cubicBezTo>
                  <a:cubicBezTo>
                    <a:pt x="1503" y="3355"/>
                    <a:pt x="1496" y="3346"/>
                    <a:pt x="1486" y="3345"/>
                  </a:cubicBezTo>
                  <a:cubicBezTo>
                    <a:pt x="1439" y="3339"/>
                    <a:pt x="1393" y="3331"/>
                    <a:pt x="1347" y="3321"/>
                  </a:cubicBezTo>
                  <a:cubicBezTo>
                    <a:pt x="1346" y="3321"/>
                    <a:pt x="1345" y="3321"/>
                    <a:pt x="1345" y="3321"/>
                  </a:cubicBezTo>
                  <a:close/>
                  <a:moveTo>
                    <a:pt x="2050" y="3320"/>
                  </a:moveTo>
                  <a:cubicBezTo>
                    <a:pt x="2049" y="3320"/>
                    <a:pt x="2049" y="3320"/>
                    <a:pt x="2048" y="3320"/>
                  </a:cubicBezTo>
                  <a:cubicBezTo>
                    <a:pt x="2002" y="3330"/>
                    <a:pt x="1955" y="3337"/>
                    <a:pt x="1909" y="3345"/>
                  </a:cubicBezTo>
                  <a:cubicBezTo>
                    <a:pt x="1898" y="3346"/>
                    <a:pt x="1892" y="3355"/>
                    <a:pt x="1893" y="3365"/>
                  </a:cubicBezTo>
                  <a:cubicBezTo>
                    <a:pt x="1894" y="3373"/>
                    <a:pt x="1902" y="3380"/>
                    <a:pt x="1912" y="3380"/>
                  </a:cubicBezTo>
                  <a:lnTo>
                    <a:pt x="1914" y="3380"/>
                  </a:lnTo>
                  <a:cubicBezTo>
                    <a:pt x="1961" y="3373"/>
                    <a:pt x="2009" y="3366"/>
                    <a:pt x="2056" y="3356"/>
                  </a:cubicBezTo>
                  <a:cubicBezTo>
                    <a:pt x="2066" y="3353"/>
                    <a:pt x="2072" y="3344"/>
                    <a:pt x="2070" y="3333"/>
                  </a:cubicBezTo>
                  <a:cubicBezTo>
                    <a:pt x="2067" y="3325"/>
                    <a:pt x="2059" y="3320"/>
                    <a:pt x="2050" y="3320"/>
                  </a:cubicBezTo>
                  <a:close/>
                  <a:moveTo>
                    <a:pt x="1770" y="3357"/>
                  </a:moveTo>
                  <a:cubicBezTo>
                    <a:pt x="1769" y="3357"/>
                    <a:pt x="1769" y="3357"/>
                    <a:pt x="1768" y="3357"/>
                  </a:cubicBezTo>
                  <a:cubicBezTo>
                    <a:pt x="1740" y="3357"/>
                    <a:pt x="1712" y="3358"/>
                    <a:pt x="1683" y="3358"/>
                  </a:cubicBezTo>
                  <a:cubicBezTo>
                    <a:pt x="1664" y="3358"/>
                    <a:pt x="1646" y="3358"/>
                    <a:pt x="1627" y="3357"/>
                  </a:cubicBezTo>
                  <a:cubicBezTo>
                    <a:pt x="1620" y="3357"/>
                    <a:pt x="1610" y="3363"/>
                    <a:pt x="1610" y="3373"/>
                  </a:cubicBezTo>
                  <a:cubicBezTo>
                    <a:pt x="1608" y="3382"/>
                    <a:pt x="1616" y="3392"/>
                    <a:pt x="1626" y="3392"/>
                  </a:cubicBezTo>
                  <a:cubicBezTo>
                    <a:pt x="1649" y="3393"/>
                    <a:pt x="1673" y="3393"/>
                    <a:pt x="1697" y="3393"/>
                  </a:cubicBezTo>
                  <a:cubicBezTo>
                    <a:pt x="1720" y="3393"/>
                    <a:pt x="1746" y="3393"/>
                    <a:pt x="1769" y="3392"/>
                  </a:cubicBezTo>
                  <a:cubicBezTo>
                    <a:pt x="1779" y="3392"/>
                    <a:pt x="1786" y="3383"/>
                    <a:pt x="1786" y="3373"/>
                  </a:cubicBezTo>
                  <a:cubicBezTo>
                    <a:pt x="1786" y="3365"/>
                    <a:pt x="1779" y="3357"/>
                    <a:pt x="1770" y="3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53" name="Google Shape;5953;p42"/>
            <p:cNvSpPr/>
            <p:nvPr/>
          </p:nvSpPr>
          <p:spPr>
            <a:xfrm>
              <a:off x="2595534" y="1554772"/>
              <a:ext cx="289710" cy="224994"/>
            </a:xfrm>
            <a:custGeom>
              <a:avLst/>
              <a:gdLst/>
              <a:ahLst/>
              <a:cxnLst/>
              <a:rect l="l" t="t" r="r" b="b"/>
              <a:pathLst>
                <a:path w="1052" h="817" extrusionOk="0">
                  <a:moveTo>
                    <a:pt x="936" y="1"/>
                  </a:moveTo>
                  <a:cubicBezTo>
                    <a:pt x="930" y="1"/>
                    <a:pt x="924" y="1"/>
                    <a:pt x="917" y="2"/>
                  </a:cubicBezTo>
                  <a:cubicBezTo>
                    <a:pt x="176" y="137"/>
                    <a:pt x="23" y="661"/>
                    <a:pt x="17" y="683"/>
                  </a:cubicBezTo>
                  <a:cubicBezTo>
                    <a:pt x="0" y="739"/>
                    <a:pt x="33" y="796"/>
                    <a:pt x="89" y="813"/>
                  </a:cubicBezTo>
                  <a:cubicBezTo>
                    <a:pt x="100" y="816"/>
                    <a:pt x="109" y="817"/>
                    <a:pt x="119" y="817"/>
                  </a:cubicBezTo>
                  <a:cubicBezTo>
                    <a:pt x="165" y="817"/>
                    <a:pt x="207" y="786"/>
                    <a:pt x="221" y="740"/>
                  </a:cubicBezTo>
                  <a:cubicBezTo>
                    <a:pt x="227" y="724"/>
                    <a:pt x="352" y="322"/>
                    <a:pt x="956" y="212"/>
                  </a:cubicBezTo>
                  <a:cubicBezTo>
                    <a:pt x="1013" y="202"/>
                    <a:pt x="1051" y="146"/>
                    <a:pt x="1041" y="88"/>
                  </a:cubicBezTo>
                  <a:cubicBezTo>
                    <a:pt x="1032" y="36"/>
                    <a:pt x="986" y="1"/>
                    <a:pt x="936" y="1"/>
                  </a:cubicBez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grpSp>
          <p:nvGrpSpPr>
            <p:cNvPr id="5954" name="Google Shape;5954;p42"/>
            <p:cNvGrpSpPr/>
            <p:nvPr/>
          </p:nvGrpSpPr>
          <p:grpSpPr>
            <a:xfrm>
              <a:off x="2694540" y="1666293"/>
              <a:ext cx="462928" cy="434653"/>
              <a:chOff x="2532249" y="2703090"/>
              <a:chExt cx="236502" cy="222056"/>
            </a:xfrm>
          </p:grpSpPr>
          <p:sp>
            <p:nvSpPr>
              <p:cNvPr id="5955" name="Google Shape;5955;p42"/>
              <p:cNvSpPr/>
              <p:nvPr/>
            </p:nvSpPr>
            <p:spPr>
              <a:xfrm>
                <a:off x="2532249" y="2716938"/>
                <a:ext cx="190777" cy="208207"/>
              </a:xfrm>
              <a:custGeom>
                <a:avLst/>
                <a:gdLst/>
                <a:ahLst/>
                <a:cxnLst/>
                <a:rect l="l" t="t" r="r" b="b"/>
                <a:pathLst>
                  <a:path w="1598" h="1744" extrusionOk="0">
                    <a:moveTo>
                      <a:pt x="1161" y="33"/>
                    </a:moveTo>
                    <a:cubicBezTo>
                      <a:pt x="1308" y="33"/>
                      <a:pt x="1394" y="321"/>
                      <a:pt x="1427" y="428"/>
                    </a:cubicBezTo>
                    <a:cubicBezTo>
                      <a:pt x="1461" y="538"/>
                      <a:pt x="1582" y="911"/>
                      <a:pt x="1383" y="911"/>
                    </a:cubicBezTo>
                    <a:cubicBezTo>
                      <a:pt x="1380" y="911"/>
                      <a:pt x="1376" y="910"/>
                      <a:pt x="1372" y="910"/>
                    </a:cubicBezTo>
                    <a:cubicBezTo>
                      <a:pt x="1217" y="900"/>
                      <a:pt x="1137" y="663"/>
                      <a:pt x="1103" y="538"/>
                    </a:cubicBezTo>
                    <a:cubicBezTo>
                      <a:pt x="1080" y="459"/>
                      <a:pt x="1069" y="378"/>
                      <a:pt x="1069" y="296"/>
                    </a:cubicBezTo>
                    <a:cubicBezTo>
                      <a:pt x="1068" y="208"/>
                      <a:pt x="1064" y="87"/>
                      <a:pt x="1143" y="34"/>
                    </a:cubicBezTo>
                    <a:cubicBezTo>
                      <a:pt x="1149" y="33"/>
                      <a:pt x="1155" y="33"/>
                      <a:pt x="1161" y="33"/>
                    </a:cubicBezTo>
                    <a:close/>
                    <a:moveTo>
                      <a:pt x="1057" y="75"/>
                    </a:moveTo>
                    <a:lnTo>
                      <a:pt x="1057" y="75"/>
                    </a:lnTo>
                    <a:cubicBezTo>
                      <a:pt x="1007" y="195"/>
                      <a:pt x="1042" y="453"/>
                      <a:pt x="1057" y="514"/>
                    </a:cubicBezTo>
                    <a:cubicBezTo>
                      <a:pt x="1085" y="650"/>
                      <a:pt x="1166" y="900"/>
                      <a:pt x="1325" y="945"/>
                    </a:cubicBezTo>
                    <a:cubicBezTo>
                      <a:pt x="1285" y="951"/>
                      <a:pt x="1241" y="961"/>
                      <a:pt x="1196" y="972"/>
                    </a:cubicBezTo>
                    <a:cubicBezTo>
                      <a:pt x="1203" y="957"/>
                      <a:pt x="1211" y="942"/>
                      <a:pt x="1216" y="927"/>
                    </a:cubicBezTo>
                    <a:cubicBezTo>
                      <a:pt x="1217" y="924"/>
                      <a:pt x="1215" y="922"/>
                      <a:pt x="1212" y="922"/>
                    </a:cubicBezTo>
                    <a:cubicBezTo>
                      <a:pt x="1210" y="922"/>
                      <a:pt x="1208" y="922"/>
                      <a:pt x="1207" y="925"/>
                    </a:cubicBezTo>
                    <a:cubicBezTo>
                      <a:pt x="1201" y="941"/>
                      <a:pt x="1193" y="957"/>
                      <a:pt x="1185" y="975"/>
                    </a:cubicBezTo>
                    <a:cubicBezTo>
                      <a:pt x="1139" y="985"/>
                      <a:pt x="1093" y="995"/>
                      <a:pt x="1045" y="1005"/>
                    </a:cubicBezTo>
                    <a:cubicBezTo>
                      <a:pt x="1074" y="956"/>
                      <a:pt x="1099" y="906"/>
                      <a:pt x="1118" y="853"/>
                    </a:cubicBezTo>
                    <a:cubicBezTo>
                      <a:pt x="1119" y="850"/>
                      <a:pt x="1116" y="848"/>
                      <a:pt x="1114" y="848"/>
                    </a:cubicBezTo>
                    <a:cubicBezTo>
                      <a:pt x="1113" y="848"/>
                      <a:pt x="1112" y="849"/>
                      <a:pt x="1111" y="850"/>
                    </a:cubicBezTo>
                    <a:cubicBezTo>
                      <a:pt x="1089" y="904"/>
                      <a:pt x="1063" y="956"/>
                      <a:pt x="1033" y="1007"/>
                    </a:cubicBezTo>
                    <a:cubicBezTo>
                      <a:pt x="997" y="1015"/>
                      <a:pt x="961" y="1022"/>
                      <a:pt x="925" y="1029"/>
                    </a:cubicBezTo>
                    <a:cubicBezTo>
                      <a:pt x="937" y="1006"/>
                      <a:pt x="947" y="982"/>
                      <a:pt x="955" y="955"/>
                    </a:cubicBezTo>
                    <a:cubicBezTo>
                      <a:pt x="956" y="952"/>
                      <a:pt x="954" y="951"/>
                      <a:pt x="953" y="951"/>
                    </a:cubicBezTo>
                    <a:cubicBezTo>
                      <a:pt x="951" y="951"/>
                      <a:pt x="950" y="952"/>
                      <a:pt x="949" y="954"/>
                    </a:cubicBezTo>
                    <a:cubicBezTo>
                      <a:pt x="940" y="981"/>
                      <a:pt x="930" y="1006"/>
                      <a:pt x="916" y="1031"/>
                    </a:cubicBezTo>
                    <a:cubicBezTo>
                      <a:pt x="886" y="1036"/>
                      <a:pt x="855" y="1042"/>
                      <a:pt x="827" y="1046"/>
                    </a:cubicBezTo>
                    <a:cubicBezTo>
                      <a:pt x="821" y="1047"/>
                      <a:pt x="814" y="1047"/>
                      <a:pt x="809" y="1048"/>
                    </a:cubicBezTo>
                    <a:cubicBezTo>
                      <a:pt x="823" y="1019"/>
                      <a:pt x="838" y="990"/>
                      <a:pt x="850" y="960"/>
                    </a:cubicBezTo>
                    <a:cubicBezTo>
                      <a:pt x="852" y="957"/>
                      <a:pt x="849" y="954"/>
                      <a:pt x="847" y="954"/>
                    </a:cubicBezTo>
                    <a:cubicBezTo>
                      <a:pt x="845" y="954"/>
                      <a:pt x="844" y="955"/>
                      <a:pt x="844" y="956"/>
                    </a:cubicBezTo>
                    <a:cubicBezTo>
                      <a:pt x="829" y="987"/>
                      <a:pt x="814" y="1018"/>
                      <a:pt x="802" y="1049"/>
                    </a:cubicBezTo>
                    <a:cubicBezTo>
                      <a:pt x="767" y="1054"/>
                      <a:pt x="734" y="1060"/>
                      <a:pt x="700" y="1065"/>
                    </a:cubicBezTo>
                    <a:cubicBezTo>
                      <a:pt x="725" y="1013"/>
                      <a:pt x="750" y="960"/>
                      <a:pt x="771" y="906"/>
                    </a:cubicBezTo>
                    <a:cubicBezTo>
                      <a:pt x="772" y="903"/>
                      <a:pt x="769" y="901"/>
                      <a:pt x="767" y="901"/>
                    </a:cubicBezTo>
                    <a:cubicBezTo>
                      <a:pt x="765" y="901"/>
                      <a:pt x="763" y="902"/>
                      <a:pt x="762" y="903"/>
                    </a:cubicBezTo>
                    <a:cubicBezTo>
                      <a:pt x="737" y="956"/>
                      <a:pt x="712" y="1012"/>
                      <a:pt x="690" y="1067"/>
                    </a:cubicBezTo>
                    <a:cubicBezTo>
                      <a:pt x="671" y="1069"/>
                      <a:pt x="653" y="1072"/>
                      <a:pt x="632" y="1074"/>
                    </a:cubicBezTo>
                    <a:cubicBezTo>
                      <a:pt x="629" y="1071"/>
                      <a:pt x="626" y="1069"/>
                      <a:pt x="622" y="1069"/>
                    </a:cubicBezTo>
                    <a:cubicBezTo>
                      <a:pt x="621" y="1069"/>
                      <a:pt x="620" y="1070"/>
                      <a:pt x="619" y="1070"/>
                    </a:cubicBezTo>
                    <a:cubicBezTo>
                      <a:pt x="632" y="1044"/>
                      <a:pt x="642" y="1019"/>
                      <a:pt x="650" y="992"/>
                    </a:cubicBezTo>
                    <a:cubicBezTo>
                      <a:pt x="650" y="990"/>
                      <a:pt x="648" y="988"/>
                      <a:pt x="647" y="988"/>
                    </a:cubicBezTo>
                    <a:cubicBezTo>
                      <a:pt x="645" y="988"/>
                      <a:pt x="644" y="989"/>
                      <a:pt x="643" y="991"/>
                    </a:cubicBezTo>
                    <a:cubicBezTo>
                      <a:pt x="633" y="1021"/>
                      <a:pt x="622" y="1049"/>
                      <a:pt x="608" y="1078"/>
                    </a:cubicBezTo>
                    <a:cubicBezTo>
                      <a:pt x="572" y="1083"/>
                      <a:pt x="537" y="1087"/>
                      <a:pt x="501" y="1092"/>
                    </a:cubicBezTo>
                    <a:cubicBezTo>
                      <a:pt x="504" y="1088"/>
                      <a:pt x="506" y="1084"/>
                      <a:pt x="507" y="1082"/>
                    </a:cubicBezTo>
                    <a:cubicBezTo>
                      <a:pt x="520" y="1058"/>
                      <a:pt x="530" y="1032"/>
                      <a:pt x="541" y="1007"/>
                    </a:cubicBezTo>
                    <a:cubicBezTo>
                      <a:pt x="542" y="1005"/>
                      <a:pt x="540" y="1003"/>
                      <a:pt x="538" y="1003"/>
                    </a:cubicBezTo>
                    <a:cubicBezTo>
                      <a:pt x="537" y="1003"/>
                      <a:pt x="536" y="1004"/>
                      <a:pt x="536" y="1005"/>
                    </a:cubicBezTo>
                    <a:cubicBezTo>
                      <a:pt x="530" y="1021"/>
                      <a:pt x="522" y="1034"/>
                      <a:pt x="516" y="1049"/>
                    </a:cubicBezTo>
                    <a:cubicBezTo>
                      <a:pt x="515" y="1053"/>
                      <a:pt x="498" y="1094"/>
                      <a:pt x="492" y="1094"/>
                    </a:cubicBezTo>
                    <a:cubicBezTo>
                      <a:pt x="491" y="1094"/>
                      <a:pt x="491" y="1094"/>
                      <a:pt x="491" y="1093"/>
                    </a:cubicBezTo>
                    <a:cubicBezTo>
                      <a:pt x="490" y="1093"/>
                      <a:pt x="490" y="1093"/>
                      <a:pt x="489" y="1093"/>
                    </a:cubicBezTo>
                    <a:cubicBezTo>
                      <a:pt x="488" y="1093"/>
                      <a:pt x="486" y="1094"/>
                      <a:pt x="487" y="1095"/>
                    </a:cubicBezTo>
                    <a:lnTo>
                      <a:pt x="425" y="1104"/>
                    </a:lnTo>
                    <a:cubicBezTo>
                      <a:pt x="440" y="1082"/>
                      <a:pt x="450" y="1058"/>
                      <a:pt x="459" y="1033"/>
                    </a:cubicBezTo>
                    <a:cubicBezTo>
                      <a:pt x="460" y="1030"/>
                      <a:pt x="458" y="1029"/>
                      <a:pt x="456" y="1029"/>
                    </a:cubicBezTo>
                    <a:cubicBezTo>
                      <a:pt x="454" y="1029"/>
                      <a:pt x="452" y="1030"/>
                      <a:pt x="451" y="1032"/>
                    </a:cubicBezTo>
                    <a:cubicBezTo>
                      <a:pt x="443" y="1058"/>
                      <a:pt x="430" y="1080"/>
                      <a:pt x="418" y="1105"/>
                    </a:cubicBezTo>
                    <a:cubicBezTo>
                      <a:pt x="393" y="1109"/>
                      <a:pt x="368" y="1113"/>
                      <a:pt x="343" y="1116"/>
                    </a:cubicBezTo>
                    <a:cubicBezTo>
                      <a:pt x="359" y="1085"/>
                      <a:pt x="376" y="1054"/>
                      <a:pt x="392" y="1024"/>
                    </a:cubicBezTo>
                    <a:cubicBezTo>
                      <a:pt x="393" y="1022"/>
                      <a:pt x="391" y="1019"/>
                      <a:pt x="388" y="1019"/>
                    </a:cubicBezTo>
                    <a:cubicBezTo>
                      <a:pt x="387" y="1019"/>
                      <a:pt x="385" y="1019"/>
                      <a:pt x="385" y="1021"/>
                    </a:cubicBezTo>
                    <a:cubicBezTo>
                      <a:pt x="367" y="1052"/>
                      <a:pt x="351" y="1085"/>
                      <a:pt x="333" y="1118"/>
                    </a:cubicBezTo>
                    <a:cubicBezTo>
                      <a:pt x="331" y="1118"/>
                      <a:pt x="327" y="1119"/>
                      <a:pt x="325" y="1119"/>
                    </a:cubicBezTo>
                    <a:cubicBezTo>
                      <a:pt x="310" y="1105"/>
                      <a:pt x="297" y="1090"/>
                      <a:pt x="285" y="1075"/>
                    </a:cubicBezTo>
                    <a:cubicBezTo>
                      <a:pt x="285" y="1075"/>
                      <a:pt x="286" y="1075"/>
                      <a:pt x="286" y="1074"/>
                    </a:cubicBezTo>
                    <a:cubicBezTo>
                      <a:pt x="305" y="1033"/>
                      <a:pt x="321" y="991"/>
                      <a:pt x="337" y="949"/>
                    </a:cubicBezTo>
                    <a:cubicBezTo>
                      <a:pt x="339" y="946"/>
                      <a:pt x="336" y="943"/>
                      <a:pt x="333" y="943"/>
                    </a:cubicBezTo>
                    <a:cubicBezTo>
                      <a:pt x="331" y="943"/>
                      <a:pt x="329" y="944"/>
                      <a:pt x="328" y="946"/>
                    </a:cubicBezTo>
                    <a:cubicBezTo>
                      <a:pt x="313" y="987"/>
                      <a:pt x="297" y="1029"/>
                      <a:pt x="281" y="1072"/>
                    </a:cubicBezTo>
                    <a:cubicBezTo>
                      <a:pt x="262" y="1047"/>
                      <a:pt x="248" y="1022"/>
                      <a:pt x="238" y="996"/>
                    </a:cubicBezTo>
                    <a:cubicBezTo>
                      <a:pt x="245" y="966"/>
                      <a:pt x="256" y="937"/>
                      <a:pt x="269" y="910"/>
                    </a:cubicBezTo>
                    <a:cubicBezTo>
                      <a:pt x="270" y="907"/>
                      <a:pt x="267" y="904"/>
                      <a:pt x="265" y="904"/>
                    </a:cubicBezTo>
                    <a:cubicBezTo>
                      <a:pt x="263" y="904"/>
                      <a:pt x="262" y="904"/>
                      <a:pt x="261" y="906"/>
                    </a:cubicBezTo>
                    <a:cubicBezTo>
                      <a:pt x="248" y="932"/>
                      <a:pt x="238" y="959"/>
                      <a:pt x="233" y="986"/>
                    </a:cubicBezTo>
                    <a:cubicBezTo>
                      <a:pt x="224" y="962"/>
                      <a:pt x="219" y="939"/>
                      <a:pt x="216" y="914"/>
                    </a:cubicBezTo>
                    <a:cubicBezTo>
                      <a:pt x="216" y="914"/>
                      <a:pt x="218" y="914"/>
                      <a:pt x="218" y="913"/>
                    </a:cubicBezTo>
                    <a:cubicBezTo>
                      <a:pt x="231" y="874"/>
                      <a:pt x="248" y="838"/>
                      <a:pt x="266" y="801"/>
                    </a:cubicBezTo>
                    <a:cubicBezTo>
                      <a:pt x="268" y="798"/>
                      <a:pt x="265" y="795"/>
                      <a:pt x="262" y="795"/>
                    </a:cubicBezTo>
                    <a:cubicBezTo>
                      <a:pt x="261" y="795"/>
                      <a:pt x="260" y="795"/>
                      <a:pt x="260" y="797"/>
                    </a:cubicBezTo>
                    <a:cubicBezTo>
                      <a:pt x="240" y="829"/>
                      <a:pt x="225" y="865"/>
                      <a:pt x="214" y="903"/>
                    </a:cubicBezTo>
                    <a:cubicBezTo>
                      <a:pt x="210" y="859"/>
                      <a:pt x="214" y="814"/>
                      <a:pt x="226" y="767"/>
                    </a:cubicBezTo>
                    <a:cubicBezTo>
                      <a:pt x="354" y="663"/>
                      <a:pt x="480" y="556"/>
                      <a:pt x="607" y="451"/>
                    </a:cubicBezTo>
                    <a:cubicBezTo>
                      <a:pt x="692" y="381"/>
                      <a:pt x="776" y="311"/>
                      <a:pt x="862" y="240"/>
                    </a:cubicBezTo>
                    <a:cubicBezTo>
                      <a:pt x="904" y="204"/>
                      <a:pt x="946" y="169"/>
                      <a:pt x="990" y="134"/>
                    </a:cubicBezTo>
                    <a:cubicBezTo>
                      <a:pt x="1012" y="116"/>
                      <a:pt x="1033" y="95"/>
                      <a:pt x="1057" y="75"/>
                    </a:cubicBezTo>
                    <a:close/>
                    <a:moveTo>
                      <a:pt x="211" y="781"/>
                    </a:moveTo>
                    <a:lnTo>
                      <a:pt x="211" y="781"/>
                    </a:lnTo>
                    <a:cubicBezTo>
                      <a:pt x="165" y="899"/>
                      <a:pt x="204" y="1037"/>
                      <a:pt x="301" y="1121"/>
                    </a:cubicBezTo>
                    <a:cubicBezTo>
                      <a:pt x="291" y="1123"/>
                      <a:pt x="282" y="1124"/>
                      <a:pt x="275" y="1125"/>
                    </a:cubicBezTo>
                    <a:cubicBezTo>
                      <a:pt x="180" y="1029"/>
                      <a:pt x="158" y="930"/>
                      <a:pt x="188" y="801"/>
                    </a:cubicBezTo>
                    <a:lnTo>
                      <a:pt x="211" y="781"/>
                    </a:lnTo>
                    <a:close/>
                    <a:moveTo>
                      <a:pt x="159" y="821"/>
                    </a:moveTo>
                    <a:lnTo>
                      <a:pt x="159" y="821"/>
                    </a:lnTo>
                    <a:cubicBezTo>
                      <a:pt x="129" y="930"/>
                      <a:pt x="149" y="1063"/>
                      <a:pt x="240" y="1130"/>
                    </a:cubicBezTo>
                    <a:cubicBezTo>
                      <a:pt x="234" y="1133"/>
                      <a:pt x="229" y="1133"/>
                      <a:pt x="223" y="1134"/>
                    </a:cubicBezTo>
                    <a:cubicBezTo>
                      <a:pt x="222" y="1134"/>
                      <a:pt x="220" y="1134"/>
                      <a:pt x="219" y="1134"/>
                    </a:cubicBezTo>
                    <a:cubicBezTo>
                      <a:pt x="146" y="1134"/>
                      <a:pt x="108" y="1076"/>
                      <a:pt x="87" y="1013"/>
                    </a:cubicBezTo>
                    <a:cubicBezTo>
                      <a:pt x="71" y="966"/>
                      <a:pt x="75" y="926"/>
                      <a:pt x="86" y="880"/>
                    </a:cubicBezTo>
                    <a:cubicBezTo>
                      <a:pt x="87" y="880"/>
                      <a:pt x="87" y="878"/>
                      <a:pt x="88" y="878"/>
                    </a:cubicBezTo>
                    <a:cubicBezTo>
                      <a:pt x="112" y="859"/>
                      <a:pt x="136" y="840"/>
                      <a:pt x="159" y="821"/>
                    </a:cubicBezTo>
                    <a:close/>
                    <a:moveTo>
                      <a:pt x="621" y="1111"/>
                    </a:moveTo>
                    <a:cubicBezTo>
                      <a:pt x="666" y="1206"/>
                      <a:pt x="679" y="1309"/>
                      <a:pt x="679" y="1415"/>
                    </a:cubicBezTo>
                    <a:cubicBezTo>
                      <a:pt x="679" y="1500"/>
                      <a:pt x="671" y="1595"/>
                      <a:pt x="614" y="1652"/>
                    </a:cubicBezTo>
                    <a:cubicBezTo>
                      <a:pt x="636" y="1600"/>
                      <a:pt x="639" y="1530"/>
                      <a:pt x="643" y="1472"/>
                    </a:cubicBezTo>
                    <a:cubicBezTo>
                      <a:pt x="646" y="1397"/>
                      <a:pt x="641" y="1323"/>
                      <a:pt x="628" y="1249"/>
                    </a:cubicBezTo>
                    <a:cubicBezTo>
                      <a:pt x="619" y="1202"/>
                      <a:pt x="610" y="1151"/>
                      <a:pt x="573" y="1119"/>
                    </a:cubicBezTo>
                    <a:cubicBezTo>
                      <a:pt x="589" y="1116"/>
                      <a:pt x="606" y="1114"/>
                      <a:pt x="621" y="1111"/>
                    </a:cubicBezTo>
                    <a:close/>
                    <a:moveTo>
                      <a:pt x="546" y="1118"/>
                    </a:moveTo>
                    <a:cubicBezTo>
                      <a:pt x="546" y="1120"/>
                      <a:pt x="547" y="1123"/>
                      <a:pt x="548" y="1125"/>
                    </a:cubicBezTo>
                    <a:cubicBezTo>
                      <a:pt x="591" y="1175"/>
                      <a:pt x="598" y="1269"/>
                      <a:pt x="604" y="1331"/>
                    </a:cubicBezTo>
                    <a:cubicBezTo>
                      <a:pt x="610" y="1390"/>
                      <a:pt x="610" y="1445"/>
                      <a:pt x="605" y="1499"/>
                    </a:cubicBezTo>
                    <a:cubicBezTo>
                      <a:pt x="597" y="1586"/>
                      <a:pt x="591" y="1691"/>
                      <a:pt x="481" y="1702"/>
                    </a:cubicBezTo>
                    <a:cubicBezTo>
                      <a:pt x="465" y="1703"/>
                      <a:pt x="449" y="1704"/>
                      <a:pt x="432" y="1704"/>
                    </a:cubicBezTo>
                    <a:cubicBezTo>
                      <a:pt x="421" y="1704"/>
                      <a:pt x="409" y="1704"/>
                      <a:pt x="398" y="1703"/>
                    </a:cubicBezTo>
                    <a:cubicBezTo>
                      <a:pt x="350" y="1699"/>
                      <a:pt x="331" y="1691"/>
                      <a:pt x="336" y="1648"/>
                    </a:cubicBezTo>
                    <a:cubicBezTo>
                      <a:pt x="361" y="1648"/>
                      <a:pt x="385" y="1648"/>
                      <a:pt x="409" y="1647"/>
                    </a:cubicBezTo>
                    <a:cubicBezTo>
                      <a:pt x="413" y="1647"/>
                      <a:pt x="413" y="1641"/>
                      <a:pt x="409" y="1641"/>
                    </a:cubicBezTo>
                    <a:cubicBezTo>
                      <a:pt x="401" y="1640"/>
                      <a:pt x="393" y="1640"/>
                      <a:pt x="385" y="1640"/>
                    </a:cubicBezTo>
                    <a:cubicBezTo>
                      <a:pt x="369" y="1640"/>
                      <a:pt x="354" y="1641"/>
                      <a:pt x="337" y="1641"/>
                    </a:cubicBezTo>
                    <a:cubicBezTo>
                      <a:pt x="337" y="1638"/>
                      <a:pt x="339" y="1636"/>
                      <a:pt x="339" y="1633"/>
                    </a:cubicBezTo>
                    <a:cubicBezTo>
                      <a:pt x="343" y="1615"/>
                      <a:pt x="348" y="1597"/>
                      <a:pt x="352" y="1580"/>
                    </a:cubicBezTo>
                    <a:cubicBezTo>
                      <a:pt x="377" y="1581"/>
                      <a:pt x="403" y="1584"/>
                      <a:pt x="430" y="1587"/>
                    </a:cubicBezTo>
                    <a:cubicBezTo>
                      <a:pt x="434" y="1587"/>
                      <a:pt x="434" y="1581"/>
                      <a:pt x="431" y="1580"/>
                    </a:cubicBezTo>
                    <a:cubicBezTo>
                      <a:pt x="405" y="1575"/>
                      <a:pt x="379" y="1574"/>
                      <a:pt x="354" y="1574"/>
                    </a:cubicBezTo>
                    <a:cubicBezTo>
                      <a:pt x="361" y="1553"/>
                      <a:pt x="367" y="1530"/>
                      <a:pt x="372" y="1509"/>
                    </a:cubicBezTo>
                    <a:cubicBezTo>
                      <a:pt x="380" y="1509"/>
                      <a:pt x="388" y="1509"/>
                      <a:pt x="396" y="1509"/>
                    </a:cubicBezTo>
                    <a:cubicBezTo>
                      <a:pt x="415" y="1509"/>
                      <a:pt x="435" y="1508"/>
                      <a:pt x="454" y="1508"/>
                    </a:cubicBezTo>
                    <a:cubicBezTo>
                      <a:pt x="459" y="1508"/>
                      <a:pt x="459" y="1500"/>
                      <a:pt x="454" y="1500"/>
                    </a:cubicBezTo>
                    <a:cubicBezTo>
                      <a:pt x="443" y="1500"/>
                      <a:pt x="433" y="1499"/>
                      <a:pt x="422" y="1499"/>
                    </a:cubicBezTo>
                    <a:cubicBezTo>
                      <a:pt x="407" y="1499"/>
                      <a:pt x="391" y="1500"/>
                      <a:pt x="374" y="1502"/>
                    </a:cubicBezTo>
                    <a:cubicBezTo>
                      <a:pt x="381" y="1478"/>
                      <a:pt x="387" y="1454"/>
                      <a:pt x="390" y="1430"/>
                    </a:cubicBezTo>
                    <a:cubicBezTo>
                      <a:pt x="402" y="1429"/>
                      <a:pt x="414" y="1429"/>
                      <a:pt x="425" y="1429"/>
                    </a:cubicBezTo>
                    <a:cubicBezTo>
                      <a:pt x="454" y="1429"/>
                      <a:pt x="482" y="1431"/>
                      <a:pt x="511" y="1432"/>
                    </a:cubicBezTo>
                    <a:cubicBezTo>
                      <a:pt x="517" y="1432"/>
                      <a:pt x="517" y="1426"/>
                      <a:pt x="511" y="1425"/>
                    </a:cubicBezTo>
                    <a:cubicBezTo>
                      <a:pt x="488" y="1422"/>
                      <a:pt x="464" y="1421"/>
                      <a:pt x="441" y="1421"/>
                    </a:cubicBezTo>
                    <a:cubicBezTo>
                      <a:pt x="424" y="1421"/>
                      <a:pt x="408" y="1422"/>
                      <a:pt x="392" y="1423"/>
                    </a:cubicBezTo>
                    <a:cubicBezTo>
                      <a:pt x="395" y="1400"/>
                      <a:pt x="397" y="1376"/>
                      <a:pt x="395" y="1351"/>
                    </a:cubicBezTo>
                    <a:lnTo>
                      <a:pt x="395" y="1351"/>
                    </a:lnTo>
                    <a:cubicBezTo>
                      <a:pt x="406" y="1352"/>
                      <a:pt x="417" y="1353"/>
                      <a:pt x="428" y="1353"/>
                    </a:cubicBezTo>
                    <a:cubicBezTo>
                      <a:pt x="439" y="1353"/>
                      <a:pt x="450" y="1352"/>
                      <a:pt x="460" y="1351"/>
                    </a:cubicBezTo>
                    <a:cubicBezTo>
                      <a:pt x="464" y="1351"/>
                      <a:pt x="464" y="1345"/>
                      <a:pt x="460" y="1345"/>
                    </a:cubicBezTo>
                    <a:cubicBezTo>
                      <a:pt x="439" y="1345"/>
                      <a:pt x="417" y="1345"/>
                      <a:pt x="394" y="1346"/>
                    </a:cubicBezTo>
                    <a:lnTo>
                      <a:pt x="394" y="1343"/>
                    </a:lnTo>
                    <a:cubicBezTo>
                      <a:pt x="393" y="1319"/>
                      <a:pt x="389" y="1297"/>
                      <a:pt x="384" y="1274"/>
                    </a:cubicBezTo>
                    <a:lnTo>
                      <a:pt x="384" y="1274"/>
                    </a:lnTo>
                    <a:cubicBezTo>
                      <a:pt x="413" y="1277"/>
                      <a:pt x="443" y="1278"/>
                      <a:pt x="472" y="1278"/>
                    </a:cubicBezTo>
                    <a:cubicBezTo>
                      <a:pt x="477" y="1278"/>
                      <a:pt x="476" y="1271"/>
                      <a:pt x="472" y="1269"/>
                    </a:cubicBezTo>
                    <a:cubicBezTo>
                      <a:pt x="443" y="1268"/>
                      <a:pt x="412" y="1268"/>
                      <a:pt x="383" y="1267"/>
                    </a:cubicBezTo>
                    <a:cubicBezTo>
                      <a:pt x="376" y="1242"/>
                      <a:pt x="367" y="1217"/>
                      <a:pt x="356" y="1195"/>
                    </a:cubicBezTo>
                    <a:cubicBezTo>
                      <a:pt x="388" y="1195"/>
                      <a:pt x="418" y="1195"/>
                      <a:pt x="450" y="1193"/>
                    </a:cubicBezTo>
                    <a:cubicBezTo>
                      <a:pt x="455" y="1193"/>
                      <a:pt x="455" y="1185"/>
                      <a:pt x="450" y="1185"/>
                    </a:cubicBezTo>
                    <a:cubicBezTo>
                      <a:pt x="440" y="1185"/>
                      <a:pt x="431" y="1185"/>
                      <a:pt x="421" y="1185"/>
                    </a:cubicBezTo>
                    <a:cubicBezTo>
                      <a:pt x="398" y="1185"/>
                      <a:pt x="375" y="1186"/>
                      <a:pt x="352" y="1186"/>
                    </a:cubicBezTo>
                    <a:cubicBezTo>
                      <a:pt x="343" y="1171"/>
                      <a:pt x="333" y="1157"/>
                      <a:pt x="322" y="1144"/>
                    </a:cubicBezTo>
                    <a:cubicBezTo>
                      <a:pt x="397" y="1136"/>
                      <a:pt x="472" y="1128"/>
                      <a:pt x="546" y="1118"/>
                    </a:cubicBezTo>
                    <a:close/>
                    <a:moveTo>
                      <a:pt x="1167" y="0"/>
                    </a:moveTo>
                    <a:cubicBezTo>
                      <a:pt x="1152" y="0"/>
                      <a:pt x="1136" y="3"/>
                      <a:pt x="1120" y="9"/>
                    </a:cubicBezTo>
                    <a:cubicBezTo>
                      <a:pt x="1117" y="8"/>
                      <a:pt x="1115" y="7"/>
                      <a:pt x="1113" y="7"/>
                    </a:cubicBezTo>
                    <a:cubicBezTo>
                      <a:pt x="1108" y="7"/>
                      <a:pt x="1105" y="11"/>
                      <a:pt x="1094" y="16"/>
                    </a:cubicBezTo>
                    <a:cubicBezTo>
                      <a:pt x="1045" y="41"/>
                      <a:pt x="994" y="97"/>
                      <a:pt x="951" y="132"/>
                    </a:cubicBezTo>
                    <a:cubicBezTo>
                      <a:pt x="854" y="210"/>
                      <a:pt x="757" y="291"/>
                      <a:pt x="660" y="370"/>
                    </a:cubicBezTo>
                    <a:cubicBezTo>
                      <a:pt x="501" y="501"/>
                      <a:pt x="342" y="629"/>
                      <a:pt x="185" y="761"/>
                    </a:cubicBezTo>
                    <a:cubicBezTo>
                      <a:pt x="185" y="761"/>
                      <a:pt x="184" y="761"/>
                      <a:pt x="184" y="762"/>
                    </a:cubicBezTo>
                    <a:cubicBezTo>
                      <a:pt x="145" y="795"/>
                      <a:pt x="106" y="827"/>
                      <a:pt x="67" y="860"/>
                    </a:cubicBezTo>
                    <a:cubicBezTo>
                      <a:pt x="62" y="865"/>
                      <a:pt x="62" y="870"/>
                      <a:pt x="64" y="874"/>
                    </a:cubicBezTo>
                    <a:cubicBezTo>
                      <a:pt x="1" y="960"/>
                      <a:pt x="82" y="1164"/>
                      <a:pt x="193" y="1164"/>
                    </a:cubicBezTo>
                    <a:cubicBezTo>
                      <a:pt x="203" y="1164"/>
                      <a:pt x="214" y="1162"/>
                      <a:pt x="225" y="1158"/>
                    </a:cubicBezTo>
                    <a:cubicBezTo>
                      <a:pt x="228" y="1157"/>
                      <a:pt x="229" y="1156"/>
                      <a:pt x="230" y="1155"/>
                    </a:cubicBezTo>
                    <a:cubicBezTo>
                      <a:pt x="244" y="1153"/>
                      <a:pt x="259" y="1153"/>
                      <a:pt x="271" y="1152"/>
                    </a:cubicBezTo>
                    <a:cubicBezTo>
                      <a:pt x="271" y="1152"/>
                      <a:pt x="272" y="1152"/>
                      <a:pt x="272" y="1153"/>
                    </a:cubicBezTo>
                    <a:cubicBezTo>
                      <a:pt x="274" y="1154"/>
                      <a:pt x="275" y="1155"/>
                      <a:pt x="277" y="1155"/>
                    </a:cubicBezTo>
                    <a:cubicBezTo>
                      <a:pt x="280" y="1155"/>
                      <a:pt x="282" y="1153"/>
                      <a:pt x="284" y="1152"/>
                    </a:cubicBezTo>
                    <a:cubicBezTo>
                      <a:pt x="287" y="1152"/>
                      <a:pt x="290" y="1152"/>
                      <a:pt x="295" y="1151"/>
                    </a:cubicBezTo>
                    <a:cubicBezTo>
                      <a:pt x="389" y="1303"/>
                      <a:pt x="371" y="1464"/>
                      <a:pt x="311" y="1627"/>
                    </a:cubicBezTo>
                    <a:cubicBezTo>
                      <a:pt x="298" y="1662"/>
                      <a:pt x="280" y="1697"/>
                      <a:pt x="317" y="1721"/>
                    </a:cubicBezTo>
                    <a:cubicBezTo>
                      <a:pt x="343" y="1738"/>
                      <a:pt x="384" y="1743"/>
                      <a:pt x="424" y="1743"/>
                    </a:cubicBezTo>
                    <a:cubicBezTo>
                      <a:pt x="456" y="1743"/>
                      <a:pt x="488" y="1739"/>
                      <a:pt x="511" y="1735"/>
                    </a:cubicBezTo>
                    <a:cubicBezTo>
                      <a:pt x="532" y="1731"/>
                      <a:pt x="548" y="1724"/>
                      <a:pt x="564" y="1714"/>
                    </a:cubicBezTo>
                    <a:cubicBezTo>
                      <a:pt x="663" y="1704"/>
                      <a:pt x="700" y="1590"/>
                      <a:pt x="707" y="1501"/>
                    </a:cubicBezTo>
                    <a:cubicBezTo>
                      <a:pt x="717" y="1368"/>
                      <a:pt x="706" y="1229"/>
                      <a:pt x="651" y="1107"/>
                    </a:cubicBezTo>
                    <a:lnTo>
                      <a:pt x="823" y="1080"/>
                    </a:lnTo>
                    <a:cubicBezTo>
                      <a:pt x="936" y="1063"/>
                      <a:pt x="1049" y="1042"/>
                      <a:pt x="1160" y="1018"/>
                    </a:cubicBezTo>
                    <a:lnTo>
                      <a:pt x="1160" y="1018"/>
                    </a:lnTo>
                    <a:cubicBezTo>
                      <a:pt x="1160" y="1018"/>
                      <a:pt x="1160" y="1019"/>
                      <a:pt x="1159" y="1019"/>
                    </a:cubicBezTo>
                    <a:cubicBezTo>
                      <a:pt x="1157" y="1021"/>
                      <a:pt x="1158" y="1024"/>
                      <a:pt x="1160" y="1024"/>
                    </a:cubicBezTo>
                    <a:cubicBezTo>
                      <a:pt x="1161" y="1024"/>
                      <a:pt x="1162" y="1024"/>
                      <a:pt x="1162" y="1023"/>
                    </a:cubicBezTo>
                    <a:cubicBezTo>
                      <a:pt x="1165" y="1020"/>
                      <a:pt x="1166" y="1018"/>
                      <a:pt x="1167" y="1015"/>
                    </a:cubicBezTo>
                    <a:cubicBezTo>
                      <a:pt x="1263" y="993"/>
                      <a:pt x="1358" y="969"/>
                      <a:pt x="1452" y="940"/>
                    </a:cubicBezTo>
                    <a:cubicBezTo>
                      <a:pt x="1458" y="937"/>
                      <a:pt x="1461" y="933"/>
                      <a:pt x="1462" y="928"/>
                    </a:cubicBezTo>
                    <a:cubicBezTo>
                      <a:pt x="1597" y="849"/>
                      <a:pt x="1502" y="557"/>
                      <a:pt x="1468" y="445"/>
                    </a:cubicBezTo>
                    <a:cubicBezTo>
                      <a:pt x="1433" y="327"/>
                      <a:pt x="1385" y="203"/>
                      <a:pt x="1319" y="101"/>
                    </a:cubicBezTo>
                    <a:cubicBezTo>
                      <a:pt x="1282" y="47"/>
                      <a:pt x="1230" y="0"/>
                      <a:pt x="1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56" name="Google Shape;5956;p42"/>
              <p:cNvSpPr/>
              <p:nvPr/>
            </p:nvSpPr>
            <p:spPr>
              <a:xfrm>
                <a:off x="2656290" y="2725176"/>
                <a:ext cx="5050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423" h="823" extrusionOk="0">
                    <a:moveTo>
                      <a:pt x="132" y="1"/>
                    </a:moveTo>
                    <a:cubicBezTo>
                      <a:pt x="39" y="1"/>
                      <a:pt x="52" y="153"/>
                      <a:pt x="54" y="216"/>
                    </a:cubicBezTo>
                    <a:cubicBezTo>
                      <a:pt x="57" y="341"/>
                      <a:pt x="80" y="471"/>
                      <a:pt x="121" y="590"/>
                    </a:cubicBezTo>
                    <a:cubicBezTo>
                      <a:pt x="151" y="673"/>
                      <a:pt x="197" y="769"/>
                      <a:pt x="282" y="809"/>
                    </a:cubicBezTo>
                    <a:cubicBezTo>
                      <a:pt x="301" y="818"/>
                      <a:pt x="322" y="823"/>
                      <a:pt x="341" y="823"/>
                    </a:cubicBezTo>
                    <a:cubicBezTo>
                      <a:pt x="385" y="823"/>
                      <a:pt x="422" y="800"/>
                      <a:pt x="423" y="747"/>
                    </a:cubicBezTo>
                    <a:cubicBezTo>
                      <a:pt x="423" y="742"/>
                      <a:pt x="419" y="740"/>
                      <a:pt x="416" y="740"/>
                    </a:cubicBezTo>
                    <a:cubicBezTo>
                      <a:pt x="413" y="740"/>
                      <a:pt x="411" y="741"/>
                      <a:pt x="410" y="744"/>
                    </a:cubicBezTo>
                    <a:cubicBezTo>
                      <a:pt x="377" y="779"/>
                      <a:pt x="346" y="796"/>
                      <a:pt x="317" y="796"/>
                    </a:cubicBezTo>
                    <a:cubicBezTo>
                      <a:pt x="295" y="796"/>
                      <a:pt x="275" y="786"/>
                      <a:pt x="255" y="768"/>
                    </a:cubicBezTo>
                    <a:cubicBezTo>
                      <a:pt x="244" y="758"/>
                      <a:pt x="234" y="748"/>
                      <a:pt x="223" y="737"/>
                    </a:cubicBezTo>
                    <a:cubicBezTo>
                      <a:pt x="204" y="714"/>
                      <a:pt x="189" y="691"/>
                      <a:pt x="174" y="665"/>
                    </a:cubicBezTo>
                    <a:cubicBezTo>
                      <a:pt x="147" y="612"/>
                      <a:pt x="130" y="554"/>
                      <a:pt x="116" y="496"/>
                    </a:cubicBezTo>
                    <a:cubicBezTo>
                      <a:pt x="91" y="397"/>
                      <a:pt x="0" y="57"/>
                      <a:pt x="142" y="8"/>
                    </a:cubicBezTo>
                    <a:cubicBezTo>
                      <a:pt x="146" y="7"/>
                      <a:pt x="144" y="1"/>
                      <a:pt x="141" y="1"/>
                    </a:cubicBezTo>
                    <a:cubicBezTo>
                      <a:pt x="138" y="1"/>
                      <a:pt x="135" y="1"/>
                      <a:pt x="1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57" name="Google Shape;5957;p42"/>
              <p:cNvSpPr/>
              <p:nvPr/>
            </p:nvSpPr>
            <p:spPr>
              <a:xfrm>
                <a:off x="2670974" y="2764334"/>
                <a:ext cx="17550" cy="25787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6" extrusionOk="0">
                    <a:moveTo>
                      <a:pt x="10" y="0"/>
                    </a:moveTo>
                    <a:cubicBezTo>
                      <a:pt x="4" y="0"/>
                      <a:pt x="1" y="10"/>
                      <a:pt x="7" y="13"/>
                    </a:cubicBezTo>
                    <a:cubicBezTo>
                      <a:pt x="80" y="48"/>
                      <a:pt x="112" y="122"/>
                      <a:pt x="86" y="199"/>
                    </a:cubicBezTo>
                    <a:cubicBezTo>
                      <a:pt x="83" y="209"/>
                      <a:pt x="91" y="216"/>
                      <a:pt x="99" y="216"/>
                    </a:cubicBezTo>
                    <a:cubicBezTo>
                      <a:pt x="105" y="216"/>
                      <a:pt x="110" y="213"/>
                      <a:pt x="113" y="206"/>
                    </a:cubicBezTo>
                    <a:cubicBezTo>
                      <a:pt x="146" y="118"/>
                      <a:pt x="100" y="26"/>
                      <a:pt x="12" y="1"/>
                    </a:cubicBezTo>
                    <a:cubicBezTo>
                      <a:pt x="12" y="0"/>
                      <a:pt x="11" y="0"/>
                      <a:pt x="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58" name="Google Shape;5958;p42"/>
              <p:cNvSpPr/>
              <p:nvPr/>
            </p:nvSpPr>
            <p:spPr>
              <a:xfrm>
                <a:off x="2713356" y="2746785"/>
                <a:ext cx="32234" cy="14684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23" extrusionOk="0">
                    <a:moveTo>
                      <a:pt x="248" y="1"/>
                    </a:moveTo>
                    <a:cubicBezTo>
                      <a:pt x="247" y="1"/>
                      <a:pt x="245" y="1"/>
                      <a:pt x="244" y="1"/>
                    </a:cubicBezTo>
                    <a:cubicBezTo>
                      <a:pt x="164" y="29"/>
                      <a:pt x="79" y="71"/>
                      <a:pt x="5" y="112"/>
                    </a:cubicBezTo>
                    <a:cubicBezTo>
                      <a:pt x="0" y="114"/>
                      <a:pt x="3" y="122"/>
                      <a:pt x="8" y="122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90" y="97"/>
                      <a:pt x="178" y="67"/>
                      <a:pt x="255" y="29"/>
                    </a:cubicBezTo>
                    <a:cubicBezTo>
                      <a:pt x="270" y="21"/>
                      <a:pt x="261" y="1"/>
                      <a:pt x="2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59" name="Google Shape;5959;p42"/>
              <p:cNvSpPr/>
              <p:nvPr/>
            </p:nvSpPr>
            <p:spPr>
              <a:xfrm>
                <a:off x="2704044" y="2711805"/>
                <a:ext cx="47276" cy="30801"/>
              </a:xfrm>
              <a:custGeom>
                <a:avLst/>
                <a:gdLst/>
                <a:ahLst/>
                <a:cxnLst/>
                <a:rect l="l" t="t" r="r" b="b"/>
                <a:pathLst>
                  <a:path w="396" h="258" extrusionOk="0">
                    <a:moveTo>
                      <a:pt x="368" y="0"/>
                    </a:moveTo>
                    <a:cubicBezTo>
                      <a:pt x="365" y="0"/>
                      <a:pt x="362" y="1"/>
                      <a:pt x="360" y="3"/>
                    </a:cubicBezTo>
                    <a:cubicBezTo>
                      <a:pt x="239" y="76"/>
                      <a:pt x="125" y="161"/>
                      <a:pt x="9" y="241"/>
                    </a:cubicBezTo>
                    <a:cubicBezTo>
                      <a:pt x="1" y="246"/>
                      <a:pt x="6" y="257"/>
                      <a:pt x="14" y="257"/>
                    </a:cubicBezTo>
                    <a:cubicBezTo>
                      <a:pt x="15" y="257"/>
                      <a:pt x="17" y="257"/>
                      <a:pt x="18" y="256"/>
                    </a:cubicBezTo>
                    <a:cubicBezTo>
                      <a:pt x="145" y="192"/>
                      <a:pt x="273" y="122"/>
                      <a:pt x="382" y="32"/>
                    </a:cubicBezTo>
                    <a:cubicBezTo>
                      <a:pt x="396" y="20"/>
                      <a:pt x="383" y="0"/>
                      <a:pt x="3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60" name="Google Shape;5960;p42"/>
              <p:cNvSpPr/>
              <p:nvPr/>
            </p:nvSpPr>
            <p:spPr>
              <a:xfrm>
                <a:off x="2694851" y="2703090"/>
                <a:ext cx="19460" cy="18624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56" extrusionOk="0">
                    <a:moveTo>
                      <a:pt x="149" y="1"/>
                    </a:moveTo>
                    <a:cubicBezTo>
                      <a:pt x="148" y="1"/>
                      <a:pt x="147" y="1"/>
                      <a:pt x="145" y="2"/>
                    </a:cubicBezTo>
                    <a:cubicBezTo>
                      <a:pt x="115" y="14"/>
                      <a:pt x="95" y="43"/>
                      <a:pt x="73" y="65"/>
                    </a:cubicBezTo>
                    <a:cubicBezTo>
                      <a:pt x="49" y="90"/>
                      <a:pt x="25" y="115"/>
                      <a:pt x="5" y="142"/>
                    </a:cubicBezTo>
                    <a:cubicBezTo>
                      <a:pt x="1" y="149"/>
                      <a:pt x="6" y="156"/>
                      <a:pt x="13" y="156"/>
                    </a:cubicBezTo>
                    <a:cubicBezTo>
                      <a:pt x="14" y="156"/>
                      <a:pt x="16" y="155"/>
                      <a:pt x="17" y="154"/>
                    </a:cubicBezTo>
                    <a:cubicBezTo>
                      <a:pt x="44" y="136"/>
                      <a:pt x="68" y="115"/>
                      <a:pt x="92" y="93"/>
                    </a:cubicBezTo>
                    <a:cubicBezTo>
                      <a:pt x="115" y="73"/>
                      <a:pt x="147" y="50"/>
                      <a:pt x="160" y="22"/>
                    </a:cubicBezTo>
                    <a:cubicBezTo>
                      <a:pt x="163" y="14"/>
                      <a:pt x="158" y="1"/>
                      <a:pt x="1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61" name="Google Shape;5961;p42"/>
              <p:cNvSpPr/>
              <p:nvPr/>
            </p:nvSpPr>
            <p:spPr>
              <a:xfrm>
                <a:off x="2720280" y="2767677"/>
                <a:ext cx="25071" cy="11103"/>
              </a:xfrm>
              <a:custGeom>
                <a:avLst/>
                <a:gdLst/>
                <a:ahLst/>
                <a:cxnLst/>
                <a:rect l="l" t="t" r="r" b="b"/>
                <a:pathLst>
                  <a:path w="210" h="93" extrusionOk="0">
                    <a:moveTo>
                      <a:pt x="194" y="0"/>
                    </a:moveTo>
                    <a:cubicBezTo>
                      <a:pt x="194" y="0"/>
                      <a:pt x="193" y="0"/>
                      <a:pt x="193" y="0"/>
                    </a:cubicBezTo>
                    <a:cubicBezTo>
                      <a:pt x="160" y="3"/>
                      <a:pt x="129" y="21"/>
                      <a:pt x="101" y="34"/>
                    </a:cubicBezTo>
                    <a:cubicBezTo>
                      <a:pt x="70" y="46"/>
                      <a:pt x="40" y="60"/>
                      <a:pt x="11" y="73"/>
                    </a:cubicBezTo>
                    <a:cubicBezTo>
                      <a:pt x="0" y="78"/>
                      <a:pt x="7" y="93"/>
                      <a:pt x="16" y="93"/>
                    </a:cubicBezTo>
                    <a:cubicBezTo>
                      <a:pt x="17" y="93"/>
                      <a:pt x="18" y="93"/>
                      <a:pt x="19" y="92"/>
                    </a:cubicBezTo>
                    <a:cubicBezTo>
                      <a:pt x="54" y="85"/>
                      <a:pt x="88" y="73"/>
                      <a:pt x="122" y="61"/>
                    </a:cubicBezTo>
                    <a:cubicBezTo>
                      <a:pt x="149" y="50"/>
                      <a:pt x="180" y="42"/>
                      <a:pt x="201" y="22"/>
                    </a:cubicBezTo>
                    <a:cubicBezTo>
                      <a:pt x="210" y="15"/>
                      <a:pt x="205" y="0"/>
                      <a:pt x="1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62" name="Google Shape;5962;p42"/>
              <p:cNvSpPr/>
              <p:nvPr/>
            </p:nvSpPr>
            <p:spPr>
              <a:xfrm>
                <a:off x="2720042" y="2793703"/>
                <a:ext cx="48709" cy="10625"/>
              </a:xfrm>
              <a:custGeom>
                <a:avLst/>
                <a:gdLst/>
                <a:ahLst/>
                <a:cxnLst/>
                <a:rect l="l" t="t" r="r" b="b"/>
                <a:pathLst>
                  <a:path w="408" h="89" extrusionOk="0">
                    <a:moveTo>
                      <a:pt x="38" y="1"/>
                    </a:moveTo>
                    <a:cubicBezTo>
                      <a:pt x="29" y="1"/>
                      <a:pt x="20" y="1"/>
                      <a:pt x="12" y="1"/>
                    </a:cubicBezTo>
                    <a:cubicBezTo>
                      <a:pt x="2" y="1"/>
                      <a:pt x="0" y="16"/>
                      <a:pt x="9" y="18"/>
                    </a:cubicBezTo>
                    <a:cubicBezTo>
                      <a:pt x="74" y="40"/>
                      <a:pt x="144" y="47"/>
                      <a:pt x="211" y="61"/>
                    </a:cubicBezTo>
                    <a:cubicBezTo>
                      <a:pt x="272" y="72"/>
                      <a:pt x="330" y="84"/>
                      <a:pt x="390" y="88"/>
                    </a:cubicBezTo>
                    <a:cubicBezTo>
                      <a:pt x="391" y="88"/>
                      <a:pt x="391" y="88"/>
                      <a:pt x="391" y="88"/>
                    </a:cubicBezTo>
                    <a:cubicBezTo>
                      <a:pt x="407" y="88"/>
                      <a:pt x="407" y="68"/>
                      <a:pt x="394" y="63"/>
                    </a:cubicBezTo>
                    <a:cubicBezTo>
                      <a:pt x="290" y="25"/>
                      <a:pt x="153" y="1"/>
                      <a:pt x="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63" name="Google Shape;5963;p42"/>
              <p:cNvSpPr/>
              <p:nvPr/>
            </p:nvSpPr>
            <p:spPr>
              <a:xfrm>
                <a:off x="2724459" y="2815670"/>
                <a:ext cx="27339" cy="10386"/>
              </a:xfrm>
              <a:custGeom>
                <a:avLst/>
                <a:gdLst/>
                <a:ahLst/>
                <a:cxnLst/>
                <a:rect l="l" t="t" r="r" b="b"/>
                <a:pathLst>
                  <a:path w="229" h="87" extrusionOk="0">
                    <a:moveTo>
                      <a:pt x="24" y="1"/>
                    </a:moveTo>
                    <a:cubicBezTo>
                      <a:pt x="18" y="1"/>
                      <a:pt x="12" y="1"/>
                      <a:pt x="6" y="2"/>
                    </a:cubicBezTo>
                    <a:cubicBezTo>
                      <a:pt x="1" y="4"/>
                      <a:pt x="0" y="11"/>
                      <a:pt x="4" y="15"/>
                    </a:cubicBezTo>
                    <a:cubicBezTo>
                      <a:pt x="28" y="33"/>
                      <a:pt x="61" y="38"/>
                      <a:pt x="89" y="48"/>
                    </a:cubicBezTo>
                    <a:cubicBezTo>
                      <a:pt x="125" y="62"/>
                      <a:pt x="164" y="81"/>
                      <a:pt x="201" y="86"/>
                    </a:cubicBezTo>
                    <a:cubicBezTo>
                      <a:pt x="202" y="86"/>
                      <a:pt x="203" y="87"/>
                      <a:pt x="204" y="87"/>
                    </a:cubicBezTo>
                    <a:cubicBezTo>
                      <a:pt x="220" y="87"/>
                      <a:pt x="228" y="66"/>
                      <a:pt x="212" y="56"/>
                    </a:cubicBezTo>
                    <a:cubicBezTo>
                      <a:pt x="181" y="35"/>
                      <a:pt x="139" y="26"/>
                      <a:pt x="105" y="17"/>
                    </a:cubicBezTo>
                    <a:cubicBezTo>
                      <a:pt x="79" y="11"/>
                      <a:pt x="51" y="1"/>
                      <a:pt x="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</p:grpSp>
      </p:grpSp>
      <p:grpSp>
        <p:nvGrpSpPr>
          <p:cNvPr id="5964" name="Google Shape;5964;p42"/>
          <p:cNvGrpSpPr/>
          <p:nvPr/>
        </p:nvGrpSpPr>
        <p:grpSpPr>
          <a:xfrm>
            <a:off x="7911362" y="4217195"/>
            <a:ext cx="1299356" cy="1298287"/>
            <a:chOff x="5907037" y="3085189"/>
            <a:chExt cx="981881" cy="981073"/>
          </a:xfrm>
        </p:grpSpPr>
        <p:grpSp>
          <p:nvGrpSpPr>
            <p:cNvPr id="5965" name="Google Shape;5965;p42"/>
            <p:cNvGrpSpPr/>
            <p:nvPr/>
          </p:nvGrpSpPr>
          <p:grpSpPr>
            <a:xfrm>
              <a:off x="5907037" y="3085189"/>
              <a:ext cx="981881" cy="981073"/>
              <a:chOff x="5787130" y="3084325"/>
              <a:chExt cx="596779" cy="596252"/>
            </a:xfrm>
          </p:grpSpPr>
          <p:sp>
            <p:nvSpPr>
              <p:cNvPr id="5966" name="Google Shape;5966;p42"/>
              <p:cNvSpPr/>
              <p:nvPr/>
            </p:nvSpPr>
            <p:spPr>
              <a:xfrm>
                <a:off x="5806460" y="3128609"/>
                <a:ext cx="557767" cy="508035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2891" extrusionOk="0">
                    <a:moveTo>
                      <a:pt x="1587" y="0"/>
                    </a:moveTo>
                    <a:cubicBezTo>
                      <a:pt x="1217" y="0"/>
                      <a:pt x="847" y="141"/>
                      <a:pt x="565" y="424"/>
                    </a:cubicBezTo>
                    <a:cubicBezTo>
                      <a:pt x="0" y="988"/>
                      <a:pt x="0" y="1903"/>
                      <a:pt x="565" y="2467"/>
                    </a:cubicBezTo>
                    <a:cubicBezTo>
                      <a:pt x="847" y="2749"/>
                      <a:pt x="1217" y="2891"/>
                      <a:pt x="1587" y="2891"/>
                    </a:cubicBezTo>
                    <a:cubicBezTo>
                      <a:pt x="1957" y="2891"/>
                      <a:pt x="2327" y="2749"/>
                      <a:pt x="2608" y="2467"/>
                    </a:cubicBezTo>
                    <a:cubicBezTo>
                      <a:pt x="3173" y="1903"/>
                      <a:pt x="3173" y="988"/>
                      <a:pt x="2608" y="424"/>
                    </a:cubicBezTo>
                    <a:cubicBezTo>
                      <a:pt x="2327" y="141"/>
                      <a:pt x="1957" y="0"/>
                      <a:pt x="15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67" name="Google Shape;5967;p42"/>
              <p:cNvSpPr/>
              <p:nvPr/>
            </p:nvSpPr>
            <p:spPr>
              <a:xfrm>
                <a:off x="5787130" y="3084325"/>
                <a:ext cx="596779" cy="596252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3393" extrusionOk="0">
                    <a:moveTo>
                      <a:pt x="1764" y="2"/>
                    </a:moveTo>
                    <a:cubicBezTo>
                      <a:pt x="1755" y="2"/>
                      <a:pt x="1745" y="9"/>
                      <a:pt x="1745" y="19"/>
                    </a:cubicBezTo>
                    <a:cubicBezTo>
                      <a:pt x="1744" y="28"/>
                      <a:pt x="1752" y="36"/>
                      <a:pt x="1762" y="36"/>
                    </a:cubicBezTo>
                    <a:cubicBezTo>
                      <a:pt x="1810" y="39"/>
                      <a:pt x="1857" y="41"/>
                      <a:pt x="1903" y="49"/>
                    </a:cubicBezTo>
                    <a:lnTo>
                      <a:pt x="1905" y="49"/>
                    </a:lnTo>
                    <a:cubicBezTo>
                      <a:pt x="1914" y="49"/>
                      <a:pt x="1922" y="41"/>
                      <a:pt x="1922" y="33"/>
                    </a:cubicBezTo>
                    <a:cubicBezTo>
                      <a:pt x="1923" y="24"/>
                      <a:pt x="1917" y="15"/>
                      <a:pt x="1907" y="14"/>
                    </a:cubicBezTo>
                    <a:cubicBezTo>
                      <a:pt x="1859" y="9"/>
                      <a:pt x="1811" y="4"/>
                      <a:pt x="1764" y="2"/>
                    </a:cubicBezTo>
                    <a:close/>
                    <a:moveTo>
                      <a:pt x="1621" y="0"/>
                    </a:moveTo>
                    <a:cubicBezTo>
                      <a:pt x="1572" y="4"/>
                      <a:pt x="1524" y="8"/>
                      <a:pt x="1477" y="14"/>
                    </a:cubicBezTo>
                    <a:cubicBezTo>
                      <a:pt x="1467" y="15"/>
                      <a:pt x="1460" y="24"/>
                      <a:pt x="1462" y="34"/>
                    </a:cubicBezTo>
                    <a:cubicBezTo>
                      <a:pt x="1463" y="43"/>
                      <a:pt x="1470" y="50"/>
                      <a:pt x="1479" y="50"/>
                    </a:cubicBezTo>
                    <a:cubicBezTo>
                      <a:pt x="1480" y="50"/>
                      <a:pt x="1480" y="50"/>
                      <a:pt x="1482" y="49"/>
                    </a:cubicBezTo>
                    <a:cubicBezTo>
                      <a:pt x="1530" y="41"/>
                      <a:pt x="1577" y="38"/>
                      <a:pt x="1623" y="35"/>
                    </a:cubicBezTo>
                    <a:cubicBezTo>
                      <a:pt x="1632" y="35"/>
                      <a:pt x="1639" y="28"/>
                      <a:pt x="1639" y="18"/>
                    </a:cubicBezTo>
                    <a:cubicBezTo>
                      <a:pt x="1639" y="9"/>
                      <a:pt x="1631" y="0"/>
                      <a:pt x="1622" y="0"/>
                    </a:cubicBezTo>
                    <a:close/>
                    <a:moveTo>
                      <a:pt x="2046" y="36"/>
                    </a:moveTo>
                    <a:cubicBezTo>
                      <a:pt x="2038" y="36"/>
                      <a:pt x="2031" y="42"/>
                      <a:pt x="2028" y="51"/>
                    </a:cubicBezTo>
                    <a:cubicBezTo>
                      <a:pt x="2027" y="60"/>
                      <a:pt x="2033" y="69"/>
                      <a:pt x="2042" y="71"/>
                    </a:cubicBezTo>
                    <a:cubicBezTo>
                      <a:pt x="2088" y="80"/>
                      <a:pt x="2134" y="92"/>
                      <a:pt x="2179" y="106"/>
                    </a:cubicBezTo>
                    <a:cubicBezTo>
                      <a:pt x="2180" y="107"/>
                      <a:pt x="2183" y="107"/>
                      <a:pt x="2184" y="107"/>
                    </a:cubicBezTo>
                    <a:cubicBezTo>
                      <a:pt x="2192" y="107"/>
                      <a:pt x="2199" y="102"/>
                      <a:pt x="2200" y="95"/>
                    </a:cubicBezTo>
                    <a:cubicBezTo>
                      <a:pt x="2204" y="85"/>
                      <a:pt x="2197" y="75"/>
                      <a:pt x="2187" y="72"/>
                    </a:cubicBezTo>
                    <a:cubicBezTo>
                      <a:pt x="2141" y="59"/>
                      <a:pt x="2096" y="47"/>
                      <a:pt x="2048" y="36"/>
                    </a:cubicBezTo>
                    <a:cubicBezTo>
                      <a:pt x="2048" y="36"/>
                      <a:pt x="2047" y="36"/>
                      <a:pt x="2046" y="36"/>
                    </a:cubicBezTo>
                    <a:close/>
                    <a:moveTo>
                      <a:pt x="1341" y="38"/>
                    </a:moveTo>
                    <a:cubicBezTo>
                      <a:pt x="1340" y="38"/>
                      <a:pt x="1338" y="38"/>
                      <a:pt x="1336" y="38"/>
                    </a:cubicBezTo>
                    <a:cubicBezTo>
                      <a:pt x="1289" y="49"/>
                      <a:pt x="1242" y="61"/>
                      <a:pt x="1197" y="75"/>
                    </a:cubicBezTo>
                    <a:cubicBezTo>
                      <a:pt x="1188" y="77"/>
                      <a:pt x="1183" y="87"/>
                      <a:pt x="1186" y="97"/>
                    </a:cubicBezTo>
                    <a:cubicBezTo>
                      <a:pt x="1188" y="104"/>
                      <a:pt x="1194" y="110"/>
                      <a:pt x="1202" y="110"/>
                    </a:cubicBezTo>
                    <a:lnTo>
                      <a:pt x="1207" y="110"/>
                    </a:lnTo>
                    <a:cubicBezTo>
                      <a:pt x="1252" y="96"/>
                      <a:pt x="1298" y="84"/>
                      <a:pt x="1344" y="73"/>
                    </a:cubicBezTo>
                    <a:cubicBezTo>
                      <a:pt x="1355" y="71"/>
                      <a:pt x="1361" y="61"/>
                      <a:pt x="1358" y="52"/>
                    </a:cubicBezTo>
                    <a:cubicBezTo>
                      <a:pt x="1356" y="43"/>
                      <a:pt x="1349" y="38"/>
                      <a:pt x="1341" y="38"/>
                    </a:cubicBezTo>
                    <a:close/>
                    <a:moveTo>
                      <a:pt x="2320" y="119"/>
                    </a:moveTo>
                    <a:cubicBezTo>
                      <a:pt x="2313" y="119"/>
                      <a:pt x="2305" y="123"/>
                      <a:pt x="2302" y="129"/>
                    </a:cubicBezTo>
                    <a:cubicBezTo>
                      <a:pt x="2298" y="139"/>
                      <a:pt x="2303" y="149"/>
                      <a:pt x="2312" y="153"/>
                    </a:cubicBezTo>
                    <a:cubicBezTo>
                      <a:pt x="2355" y="169"/>
                      <a:pt x="2399" y="190"/>
                      <a:pt x="2441" y="210"/>
                    </a:cubicBezTo>
                    <a:cubicBezTo>
                      <a:pt x="2444" y="212"/>
                      <a:pt x="2446" y="212"/>
                      <a:pt x="2449" y="212"/>
                    </a:cubicBezTo>
                    <a:cubicBezTo>
                      <a:pt x="2455" y="212"/>
                      <a:pt x="2462" y="208"/>
                      <a:pt x="2465" y="203"/>
                    </a:cubicBezTo>
                    <a:cubicBezTo>
                      <a:pt x="2469" y="194"/>
                      <a:pt x="2466" y="183"/>
                      <a:pt x="2457" y="179"/>
                    </a:cubicBezTo>
                    <a:cubicBezTo>
                      <a:pt x="2414" y="157"/>
                      <a:pt x="2370" y="138"/>
                      <a:pt x="2325" y="119"/>
                    </a:cubicBezTo>
                    <a:cubicBezTo>
                      <a:pt x="2323" y="119"/>
                      <a:pt x="2322" y="119"/>
                      <a:pt x="2320" y="119"/>
                    </a:cubicBezTo>
                    <a:close/>
                    <a:moveTo>
                      <a:pt x="1068" y="121"/>
                    </a:moveTo>
                    <a:cubicBezTo>
                      <a:pt x="1065" y="121"/>
                      <a:pt x="1063" y="121"/>
                      <a:pt x="1061" y="122"/>
                    </a:cubicBezTo>
                    <a:cubicBezTo>
                      <a:pt x="1017" y="142"/>
                      <a:pt x="973" y="161"/>
                      <a:pt x="931" y="183"/>
                    </a:cubicBezTo>
                    <a:cubicBezTo>
                      <a:pt x="922" y="188"/>
                      <a:pt x="920" y="198"/>
                      <a:pt x="923" y="206"/>
                    </a:cubicBezTo>
                    <a:cubicBezTo>
                      <a:pt x="926" y="213"/>
                      <a:pt x="932" y="217"/>
                      <a:pt x="938" y="217"/>
                    </a:cubicBezTo>
                    <a:cubicBezTo>
                      <a:pt x="941" y="217"/>
                      <a:pt x="943" y="215"/>
                      <a:pt x="946" y="214"/>
                    </a:cubicBezTo>
                    <a:cubicBezTo>
                      <a:pt x="987" y="193"/>
                      <a:pt x="1030" y="173"/>
                      <a:pt x="1074" y="156"/>
                    </a:cubicBezTo>
                    <a:cubicBezTo>
                      <a:pt x="1083" y="152"/>
                      <a:pt x="1087" y="142"/>
                      <a:pt x="1084" y="132"/>
                    </a:cubicBezTo>
                    <a:cubicBezTo>
                      <a:pt x="1081" y="125"/>
                      <a:pt x="1075" y="121"/>
                      <a:pt x="1068" y="121"/>
                    </a:cubicBezTo>
                    <a:close/>
                    <a:moveTo>
                      <a:pt x="2574" y="245"/>
                    </a:moveTo>
                    <a:cubicBezTo>
                      <a:pt x="2567" y="245"/>
                      <a:pt x="2561" y="248"/>
                      <a:pt x="2558" y="254"/>
                    </a:cubicBezTo>
                    <a:cubicBezTo>
                      <a:pt x="2553" y="261"/>
                      <a:pt x="2555" y="273"/>
                      <a:pt x="2564" y="278"/>
                    </a:cubicBezTo>
                    <a:cubicBezTo>
                      <a:pt x="2604" y="302"/>
                      <a:pt x="2644" y="328"/>
                      <a:pt x="2682" y="357"/>
                    </a:cubicBezTo>
                    <a:cubicBezTo>
                      <a:pt x="2685" y="359"/>
                      <a:pt x="2688" y="360"/>
                      <a:pt x="2692" y="360"/>
                    </a:cubicBezTo>
                    <a:cubicBezTo>
                      <a:pt x="2697" y="360"/>
                      <a:pt x="2702" y="358"/>
                      <a:pt x="2704" y="352"/>
                    </a:cubicBezTo>
                    <a:cubicBezTo>
                      <a:pt x="2711" y="345"/>
                      <a:pt x="2708" y="334"/>
                      <a:pt x="2701" y="328"/>
                    </a:cubicBezTo>
                    <a:cubicBezTo>
                      <a:pt x="2662" y="298"/>
                      <a:pt x="2623" y="272"/>
                      <a:pt x="2582" y="247"/>
                    </a:cubicBezTo>
                    <a:cubicBezTo>
                      <a:pt x="2580" y="245"/>
                      <a:pt x="2577" y="245"/>
                      <a:pt x="2574" y="245"/>
                    </a:cubicBezTo>
                    <a:close/>
                    <a:moveTo>
                      <a:pt x="815" y="251"/>
                    </a:moveTo>
                    <a:cubicBezTo>
                      <a:pt x="812" y="251"/>
                      <a:pt x="808" y="252"/>
                      <a:pt x="805" y="254"/>
                    </a:cubicBezTo>
                    <a:cubicBezTo>
                      <a:pt x="764" y="278"/>
                      <a:pt x="725" y="306"/>
                      <a:pt x="686" y="334"/>
                    </a:cubicBezTo>
                    <a:cubicBezTo>
                      <a:pt x="679" y="340"/>
                      <a:pt x="676" y="351"/>
                      <a:pt x="682" y="359"/>
                    </a:cubicBezTo>
                    <a:cubicBezTo>
                      <a:pt x="686" y="364"/>
                      <a:pt x="692" y="367"/>
                      <a:pt x="697" y="367"/>
                    </a:cubicBezTo>
                    <a:cubicBezTo>
                      <a:pt x="700" y="367"/>
                      <a:pt x="703" y="366"/>
                      <a:pt x="708" y="363"/>
                    </a:cubicBezTo>
                    <a:cubicBezTo>
                      <a:pt x="745" y="334"/>
                      <a:pt x="785" y="307"/>
                      <a:pt x="825" y="283"/>
                    </a:cubicBezTo>
                    <a:cubicBezTo>
                      <a:pt x="832" y="278"/>
                      <a:pt x="835" y="268"/>
                      <a:pt x="830" y="259"/>
                    </a:cubicBezTo>
                    <a:cubicBezTo>
                      <a:pt x="826" y="254"/>
                      <a:pt x="821" y="251"/>
                      <a:pt x="815" y="251"/>
                    </a:cubicBezTo>
                    <a:close/>
                    <a:moveTo>
                      <a:pt x="2802" y="414"/>
                    </a:moveTo>
                    <a:cubicBezTo>
                      <a:pt x="2797" y="414"/>
                      <a:pt x="2792" y="416"/>
                      <a:pt x="2789" y="420"/>
                    </a:cubicBezTo>
                    <a:cubicBezTo>
                      <a:pt x="2783" y="428"/>
                      <a:pt x="2783" y="439"/>
                      <a:pt x="2790" y="446"/>
                    </a:cubicBezTo>
                    <a:cubicBezTo>
                      <a:pt x="2826" y="476"/>
                      <a:pt x="2861" y="510"/>
                      <a:pt x="2892" y="543"/>
                    </a:cubicBezTo>
                    <a:cubicBezTo>
                      <a:pt x="2896" y="547"/>
                      <a:pt x="2901" y="548"/>
                      <a:pt x="2906" y="548"/>
                    </a:cubicBezTo>
                    <a:cubicBezTo>
                      <a:pt x="2911" y="548"/>
                      <a:pt x="2915" y="547"/>
                      <a:pt x="2918" y="545"/>
                    </a:cubicBezTo>
                    <a:cubicBezTo>
                      <a:pt x="2925" y="537"/>
                      <a:pt x="2925" y="526"/>
                      <a:pt x="2918" y="519"/>
                    </a:cubicBezTo>
                    <a:cubicBezTo>
                      <a:pt x="2886" y="484"/>
                      <a:pt x="2850" y="451"/>
                      <a:pt x="2815" y="419"/>
                    </a:cubicBezTo>
                    <a:cubicBezTo>
                      <a:pt x="2811" y="416"/>
                      <a:pt x="2807" y="414"/>
                      <a:pt x="2802" y="414"/>
                    </a:cubicBezTo>
                    <a:close/>
                    <a:moveTo>
                      <a:pt x="587" y="421"/>
                    </a:moveTo>
                    <a:cubicBezTo>
                      <a:pt x="582" y="421"/>
                      <a:pt x="578" y="422"/>
                      <a:pt x="574" y="425"/>
                    </a:cubicBezTo>
                    <a:cubicBezTo>
                      <a:pt x="538" y="457"/>
                      <a:pt x="503" y="491"/>
                      <a:pt x="471" y="525"/>
                    </a:cubicBezTo>
                    <a:cubicBezTo>
                      <a:pt x="462" y="533"/>
                      <a:pt x="462" y="545"/>
                      <a:pt x="471" y="551"/>
                    </a:cubicBezTo>
                    <a:cubicBezTo>
                      <a:pt x="474" y="555"/>
                      <a:pt x="480" y="556"/>
                      <a:pt x="483" y="556"/>
                    </a:cubicBezTo>
                    <a:cubicBezTo>
                      <a:pt x="488" y="556"/>
                      <a:pt x="492" y="553"/>
                      <a:pt x="497" y="549"/>
                    </a:cubicBezTo>
                    <a:cubicBezTo>
                      <a:pt x="529" y="516"/>
                      <a:pt x="563" y="482"/>
                      <a:pt x="598" y="452"/>
                    </a:cubicBezTo>
                    <a:cubicBezTo>
                      <a:pt x="606" y="446"/>
                      <a:pt x="606" y="434"/>
                      <a:pt x="599" y="426"/>
                    </a:cubicBezTo>
                    <a:cubicBezTo>
                      <a:pt x="596" y="422"/>
                      <a:pt x="592" y="421"/>
                      <a:pt x="587" y="421"/>
                    </a:cubicBezTo>
                    <a:close/>
                    <a:moveTo>
                      <a:pt x="3002" y="620"/>
                    </a:moveTo>
                    <a:cubicBezTo>
                      <a:pt x="2997" y="620"/>
                      <a:pt x="2993" y="621"/>
                      <a:pt x="2990" y="624"/>
                    </a:cubicBezTo>
                    <a:cubicBezTo>
                      <a:pt x="2982" y="630"/>
                      <a:pt x="2980" y="641"/>
                      <a:pt x="2988" y="649"/>
                    </a:cubicBezTo>
                    <a:cubicBezTo>
                      <a:pt x="3017" y="685"/>
                      <a:pt x="3045" y="724"/>
                      <a:pt x="3071" y="762"/>
                    </a:cubicBezTo>
                    <a:cubicBezTo>
                      <a:pt x="3075" y="767"/>
                      <a:pt x="3081" y="769"/>
                      <a:pt x="3086" y="769"/>
                    </a:cubicBezTo>
                    <a:cubicBezTo>
                      <a:pt x="3089" y="769"/>
                      <a:pt x="3092" y="768"/>
                      <a:pt x="3096" y="766"/>
                    </a:cubicBezTo>
                    <a:cubicBezTo>
                      <a:pt x="3105" y="761"/>
                      <a:pt x="3106" y="748"/>
                      <a:pt x="3101" y="741"/>
                    </a:cubicBezTo>
                    <a:cubicBezTo>
                      <a:pt x="3075" y="701"/>
                      <a:pt x="3046" y="664"/>
                      <a:pt x="3015" y="626"/>
                    </a:cubicBezTo>
                    <a:cubicBezTo>
                      <a:pt x="3012" y="622"/>
                      <a:pt x="3007" y="620"/>
                      <a:pt x="3002" y="620"/>
                    </a:cubicBezTo>
                    <a:close/>
                    <a:moveTo>
                      <a:pt x="389" y="627"/>
                    </a:moveTo>
                    <a:cubicBezTo>
                      <a:pt x="383" y="627"/>
                      <a:pt x="378" y="630"/>
                      <a:pt x="374" y="634"/>
                    </a:cubicBezTo>
                    <a:cubicBezTo>
                      <a:pt x="344" y="673"/>
                      <a:pt x="316" y="711"/>
                      <a:pt x="288" y="750"/>
                    </a:cubicBezTo>
                    <a:cubicBezTo>
                      <a:pt x="283" y="758"/>
                      <a:pt x="286" y="770"/>
                      <a:pt x="293" y="775"/>
                    </a:cubicBezTo>
                    <a:cubicBezTo>
                      <a:pt x="298" y="776"/>
                      <a:pt x="301" y="777"/>
                      <a:pt x="304" y="777"/>
                    </a:cubicBezTo>
                    <a:cubicBezTo>
                      <a:pt x="311" y="777"/>
                      <a:pt x="316" y="775"/>
                      <a:pt x="319" y="771"/>
                    </a:cubicBezTo>
                    <a:cubicBezTo>
                      <a:pt x="345" y="732"/>
                      <a:pt x="373" y="694"/>
                      <a:pt x="403" y="657"/>
                    </a:cubicBezTo>
                    <a:cubicBezTo>
                      <a:pt x="409" y="649"/>
                      <a:pt x="408" y="638"/>
                      <a:pt x="400" y="632"/>
                    </a:cubicBezTo>
                    <a:cubicBezTo>
                      <a:pt x="397" y="629"/>
                      <a:pt x="393" y="627"/>
                      <a:pt x="389" y="627"/>
                    </a:cubicBezTo>
                    <a:close/>
                    <a:moveTo>
                      <a:pt x="3160" y="854"/>
                    </a:moveTo>
                    <a:cubicBezTo>
                      <a:pt x="3157" y="854"/>
                      <a:pt x="3154" y="854"/>
                      <a:pt x="3151" y="856"/>
                    </a:cubicBezTo>
                    <a:cubicBezTo>
                      <a:pt x="3143" y="861"/>
                      <a:pt x="3140" y="871"/>
                      <a:pt x="3145" y="880"/>
                    </a:cubicBezTo>
                    <a:cubicBezTo>
                      <a:pt x="3168" y="920"/>
                      <a:pt x="3189" y="962"/>
                      <a:pt x="3209" y="1006"/>
                    </a:cubicBezTo>
                    <a:cubicBezTo>
                      <a:pt x="3213" y="1012"/>
                      <a:pt x="3219" y="1017"/>
                      <a:pt x="3225" y="1017"/>
                    </a:cubicBezTo>
                    <a:cubicBezTo>
                      <a:pt x="3228" y="1017"/>
                      <a:pt x="3230" y="1017"/>
                      <a:pt x="3232" y="1013"/>
                    </a:cubicBezTo>
                    <a:cubicBezTo>
                      <a:pt x="3240" y="1009"/>
                      <a:pt x="3244" y="999"/>
                      <a:pt x="3240" y="991"/>
                    </a:cubicBezTo>
                    <a:cubicBezTo>
                      <a:pt x="3220" y="947"/>
                      <a:pt x="3198" y="904"/>
                      <a:pt x="3176" y="863"/>
                    </a:cubicBezTo>
                    <a:cubicBezTo>
                      <a:pt x="3172" y="857"/>
                      <a:pt x="3166" y="854"/>
                      <a:pt x="3160" y="854"/>
                    </a:cubicBezTo>
                    <a:close/>
                    <a:moveTo>
                      <a:pt x="228" y="864"/>
                    </a:moveTo>
                    <a:cubicBezTo>
                      <a:pt x="222" y="864"/>
                      <a:pt x="216" y="867"/>
                      <a:pt x="214" y="873"/>
                    </a:cubicBezTo>
                    <a:cubicBezTo>
                      <a:pt x="190" y="915"/>
                      <a:pt x="169" y="959"/>
                      <a:pt x="149" y="1002"/>
                    </a:cubicBezTo>
                    <a:cubicBezTo>
                      <a:pt x="145" y="1011"/>
                      <a:pt x="149" y="1022"/>
                      <a:pt x="158" y="1026"/>
                    </a:cubicBezTo>
                    <a:cubicBezTo>
                      <a:pt x="160" y="1027"/>
                      <a:pt x="164" y="1027"/>
                      <a:pt x="166" y="1027"/>
                    </a:cubicBezTo>
                    <a:cubicBezTo>
                      <a:pt x="173" y="1027"/>
                      <a:pt x="180" y="1023"/>
                      <a:pt x="180" y="1018"/>
                    </a:cubicBezTo>
                    <a:cubicBezTo>
                      <a:pt x="199" y="975"/>
                      <a:pt x="221" y="932"/>
                      <a:pt x="243" y="891"/>
                    </a:cubicBezTo>
                    <a:cubicBezTo>
                      <a:pt x="248" y="882"/>
                      <a:pt x="246" y="872"/>
                      <a:pt x="237" y="867"/>
                    </a:cubicBezTo>
                    <a:cubicBezTo>
                      <a:pt x="234" y="865"/>
                      <a:pt x="231" y="864"/>
                      <a:pt x="228" y="864"/>
                    </a:cubicBezTo>
                    <a:close/>
                    <a:moveTo>
                      <a:pt x="3278" y="1114"/>
                    </a:moveTo>
                    <a:cubicBezTo>
                      <a:pt x="3276" y="1114"/>
                      <a:pt x="3275" y="1114"/>
                      <a:pt x="3273" y="1115"/>
                    </a:cubicBezTo>
                    <a:cubicBezTo>
                      <a:pt x="3264" y="1119"/>
                      <a:pt x="3259" y="1129"/>
                      <a:pt x="3263" y="1138"/>
                    </a:cubicBezTo>
                    <a:cubicBezTo>
                      <a:pt x="3279" y="1181"/>
                      <a:pt x="3293" y="1227"/>
                      <a:pt x="3305" y="1272"/>
                    </a:cubicBezTo>
                    <a:cubicBezTo>
                      <a:pt x="3306" y="1279"/>
                      <a:pt x="3314" y="1285"/>
                      <a:pt x="3321" y="1285"/>
                    </a:cubicBezTo>
                    <a:lnTo>
                      <a:pt x="3325" y="1285"/>
                    </a:lnTo>
                    <a:cubicBezTo>
                      <a:pt x="3335" y="1283"/>
                      <a:pt x="3341" y="1272"/>
                      <a:pt x="3337" y="1263"/>
                    </a:cubicBezTo>
                    <a:cubicBezTo>
                      <a:pt x="3326" y="1216"/>
                      <a:pt x="3312" y="1170"/>
                      <a:pt x="3296" y="1125"/>
                    </a:cubicBezTo>
                    <a:cubicBezTo>
                      <a:pt x="3292" y="1118"/>
                      <a:pt x="3285" y="1114"/>
                      <a:pt x="3278" y="1114"/>
                    </a:cubicBezTo>
                    <a:close/>
                    <a:moveTo>
                      <a:pt x="116" y="1123"/>
                    </a:moveTo>
                    <a:cubicBezTo>
                      <a:pt x="109" y="1123"/>
                      <a:pt x="101" y="1128"/>
                      <a:pt x="98" y="1135"/>
                    </a:cubicBezTo>
                    <a:cubicBezTo>
                      <a:pt x="82" y="1181"/>
                      <a:pt x="67" y="1227"/>
                      <a:pt x="56" y="1273"/>
                    </a:cubicBezTo>
                    <a:cubicBezTo>
                      <a:pt x="53" y="1284"/>
                      <a:pt x="60" y="1293"/>
                      <a:pt x="68" y="1295"/>
                    </a:cubicBezTo>
                    <a:lnTo>
                      <a:pt x="72" y="1295"/>
                    </a:lnTo>
                    <a:cubicBezTo>
                      <a:pt x="81" y="1295"/>
                      <a:pt x="87" y="1289"/>
                      <a:pt x="92" y="1282"/>
                    </a:cubicBezTo>
                    <a:cubicBezTo>
                      <a:pt x="103" y="1236"/>
                      <a:pt x="118" y="1191"/>
                      <a:pt x="133" y="1146"/>
                    </a:cubicBezTo>
                    <a:cubicBezTo>
                      <a:pt x="135" y="1136"/>
                      <a:pt x="130" y="1128"/>
                      <a:pt x="122" y="1124"/>
                    </a:cubicBezTo>
                    <a:cubicBezTo>
                      <a:pt x="120" y="1123"/>
                      <a:pt x="118" y="1123"/>
                      <a:pt x="116" y="1123"/>
                    </a:cubicBezTo>
                    <a:close/>
                    <a:moveTo>
                      <a:pt x="3352" y="1388"/>
                    </a:moveTo>
                    <a:cubicBezTo>
                      <a:pt x="3351" y="1388"/>
                      <a:pt x="3349" y="1389"/>
                      <a:pt x="3348" y="1389"/>
                    </a:cubicBezTo>
                    <a:cubicBezTo>
                      <a:pt x="3340" y="1390"/>
                      <a:pt x="3332" y="1398"/>
                      <a:pt x="3334" y="1408"/>
                    </a:cubicBezTo>
                    <a:cubicBezTo>
                      <a:pt x="3342" y="1454"/>
                      <a:pt x="3348" y="1502"/>
                      <a:pt x="3352" y="1549"/>
                    </a:cubicBezTo>
                    <a:cubicBezTo>
                      <a:pt x="3353" y="1559"/>
                      <a:pt x="3361" y="1565"/>
                      <a:pt x="3370" y="1565"/>
                    </a:cubicBezTo>
                    <a:lnTo>
                      <a:pt x="3371" y="1565"/>
                    </a:lnTo>
                    <a:cubicBezTo>
                      <a:pt x="3381" y="1564"/>
                      <a:pt x="3389" y="1556"/>
                      <a:pt x="3388" y="1546"/>
                    </a:cubicBezTo>
                    <a:cubicBezTo>
                      <a:pt x="3382" y="1497"/>
                      <a:pt x="3376" y="1449"/>
                      <a:pt x="3368" y="1402"/>
                    </a:cubicBezTo>
                    <a:cubicBezTo>
                      <a:pt x="3367" y="1395"/>
                      <a:pt x="3360" y="1388"/>
                      <a:pt x="3352" y="1388"/>
                    </a:cubicBezTo>
                    <a:close/>
                    <a:moveTo>
                      <a:pt x="41" y="1398"/>
                    </a:moveTo>
                    <a:cubicBezTo>
                      <a:pt x="33" y="1398"/>
                      <a:pt x="26" y="1404"/>
                      <a:pt x="25" y="1412"/>
                    </a:cubicBezTo>
                    <a:cubicBezTo>
                      <a:pt x="17" y="1460"/>
                      <a:pt x="11" y="1509"/>
                      <a:pt x="7" y="1556"/>
                    </a:cubicBezTo>
                    <a:cubicBezTo>
                      <a:pt x="7" y="1566"/>
                      <a:pt x="14" y="1574"/>
                      <a:pt x="24" y="1575"/>
                    </a:cubicBezTo>
                    <a:lnTo>
                      <a:pt x="25" y="1575"/>
                    </a:lnTo>
                    <a:cubicBezTo>
                      <a:pt x="35" y="1575"/>
                      <a:pt x="42" y="1568"/>
                      <a:pt x="42" y="1559"/>
                    </a:cubicBezTo>
                    <a:cubicBezTo>
                      <a:pt x="46" y="1513"/>
                      <a:pt x="52" y="1466"/>
                      <a:pt x="60" y="1420"/>
                    </a:cubicBezTo>
                    <a:cubicBezTo>
                      <a:pt x="62" y="1409"/>
                      <a:pt x="56" y="1400"/>
                      <a:pt x="46" y="1399"/>
                    </a:cubicBezTo>
                    <a:cubicBezTo>
                      <a:pt x="44" y="1399"/>
                      <a:pt x="42" y="1398"/>
                      <a:pt x="41" y="1398"/>
                    </a:cubicBezTo>
                    <a:close/>
                    <a:moveTo>
                      <a:pt x="3377" y="1672"/>
                    </a:moveTo>
                    <a:cubicBezTo>
                      <a:pt x="3367" y="1672"/>
                      <a:pt x="3360" y="1680"/>
                      <a:pt x="3360" y="1690"/>
                    </a:cubicBezTo>
                    <a:lnTo>
                      <a:pt x="3360" y="1697"/>
                    </a:lnTo>
                    <a:cubicBezTo>
                      <a:pt x="3360" y="1744"/>
                      <a:pt x="3357" y="1791"/>
                      <a:pt x="3353" y="1837"/>
                    </a:cubicBezTo>
                    <a:cubicBezTo>
                      <a:pt x="3353" y="1847"/>
                      <a:pt x="3360" y="1856"/>
                      <a:pt x="3370" y="1857"/>
                    </a:cubicBezTo>
                    <a:lnTo>
                      <a:pt x="3371" y="1857"/>
                    </a:lnTo>
                    <a:cubicBezTo>
                      <a:pt x="3380" y="1857"/>
                      <a:pt x="3388" y="1849"/>
                      <a:pt x="3389" y="1840"/>
                    </a:cubicBezTo>
                    <a:cubicBezTo>
                      <a:pt x="3393" y="1792"/>
                      <a:pt x="3396" y="1744"/>
                      <a:pt x="3396" y="1697"/>
                    </a:cubicBezTo>
                    <a:lnTo>
                      <a:pt x="3396" y="1690"/>
                    </a:lnTo>
                    <a:cubicBezTo>
                      <a:pt x="3396" y="1680"/>
                      <a:pt x="3388" y="1672"/>
                      <a:pt x="3377" y="1672"/>
                    </a:cubicBezTo>
                    <a:close/>
                    <a:moveTo>
                      <a:pt x="19" y="1682"/>
                    </a:moveTo>
                    <a:cubicBezTo>
                      <a:pt x="9" y="1682"/>
                      <a:pt x="1" y="1689"/>
                      <a:pt x="1" y="1699"/>
                    </a:cubicBezTo>
                    <a:cubicBezTo>
                      <a:pt x="1" y="1747"/>
                      <a:pt x="4" y="1795"/>
                      <a:pt x="7" y="1842"/>
                    </a:cubicBezTo>
                    <a:cubicBezTo>
                      <a:pt x="9" y="1852"/>
                      <a:pt x="16" y="1860"/>
                      <a:pt x="25" y="1860"/>
                    </a:cubicBezTo>
                    <a:lnTo>
                      <a:pt x="26" y="1860"/>
                    </a:lnTo>
                    <a:cubicBezTo>
                      <a:pt x="37" y="1858"/>
                      <a:pt x="45" y="1850"/>
                      <a:pt x="43" y="1840"/>
                    </a:cubicBezTo>
                    <a:cubicBezTo>
                      <a:pt x="40" y="1794"/>
                      <a:pt x="37" y="1747"/>
                      <a:pt x="37" y="1699"/>
                    </a:cubicBezTo>
                    <a:cubicBezTo>
                      <a:pt x="37" y="1689"/>
                      <a:pt x="30" y="1682"/>
                      <a:pt x="19" y="1682"/>
                    </a:cubicBezTo>
                    <a:close/>
                    <a:moveTo>
                      <a:pt x="3351" y="1962"/>
                    </a:moveTo>
                    <a:cubicBezTo>
                      <a:pt x="3343" y="1962"/>
                      <a:pt x="3336" y="1968"/>
                      <a:pt x="3335" y="1977"/>
                    </a:cubicBezTo>
                    <a:cubicBezTo>
                      <a:pt x="3327" y="2023"/>
                      <a:pt x="3317" y="2070"/>
                      <a:pt x="3306" y="2115"/>
                    </a:cubicBezTo>
                    <a:cubicBezTo>
                      <a:pt x="3304" y="2125"/>
                      <a:pt x="3310" y="2134"/>
                      <a:pt x="3319" y="2137"/>
                    </a:cubicBezTo>
                    <a:lnTo>
                      <a:pt x="3322" y="2137"/>
                    </a:lnTo>
                    <a:cubicBezTo>
                      <a:pt x="3330" y="2137"/>
                      <a:pt x="3337" y="2132"/>
                      <a:pt x="3340" y="2124"/>
                    </a:cubicBezTo>
                    <a:cubicBezTo>
                      <a:pt x="3352" y="2078"/>
                      <a:pt x="3362" y="2030"/>
                      <a:pt x="3370" y="1983"/>
                    </a:cubicBezTo>
                    <a:cubicBezTo>
                      <a:pt x="3372" y="1973"/>
                      <a:pt x="3366" y="1964"/>
                      <a:pt x="3356" y="1963"/>
                    </a:cubicBezTo>
                    <a:cubicBezTo>
                      <a:pt x="3354" y="1962"/>
                      <a:pt x="3352" y="1962"/>
                      <a:pt x="3351" y="1962"/>
                    </a:cubicBezTo>
                    <a:close/>
                    <a:moveTo>
                      <a:pt x="45" y="1966"/>
                    </a:moveTo>
                    <a:cubicBezTo>
                      <a:pt x="44" y="1966"/>
                      <a:pt x="42" y="1967"/>
                      <a:pt x="41" y="1967"/>
                    </a:cubicBezTo>
                    <a:cubicBezTo>
                      <a:pt x="32" y="1968"/>
                      <a:pt x="25" y="1977"/>
                      <a:pt x="26" y="1988"/>
                    </a:cubicBezTo>
                    <a:cubicBezTo>
                      <a:pt x="36" y="2035"/>
                      <a:pt x="46" y="2082"/>
                      <a:pt x="57" y="2128"/>
                    </a:cubicBezTo>
                    <a:cubicBezTo>
                      <a:pt x="58" y="2136"/>
                      <a:pt x="66" y="2141"/>
                      <a:pt x="74" y="2141"/>
                    </a:cubicBezTo>
                    <a:cubicBezTo>
                      <a:pt x="75" y="2141"/>
                      <a:pt x="76" y="2140"/>
                      <a:pt x="77" y="2140"/>
                    </a:cubicBezTo>
                    <a:cubicBezTo>
                      <a:pt x="77" y="2140"/>
                      <a:pt x="77" y="2140"/>
                      <a:pt x="78" y="2141"/>
                    </a:cubicBezTo>
                    <a:cubicBezTo>
                      <a:pt x="87" y="2138"/>
                      <a:pt x="93" y="2128"/>
                      <a:pt x="91" y="2118"/>
                    </a:cubicBezTo>
                    <a:cubicBezTo>
                      <a:pt x="79" y="2074"/>
                      <a:pt x="68" y="2026"/>
                      <a:pt x="61" y="1980"/>
                    </a:cubicBezTo>
                    <a:cubicBezTo>
                      <a:pt x="60" y="1973"/>
                      <a:pt x="54" y="1966"/>
                      <a:pt x="45" y="1966"/>
                    </a:cubicBezTo>
                    <a:close/>
                    <a:moveTo>
                      <a:pt x="3279" y="2239"/>
                    </a:moveTo>
                    <a:cubicBezTo>
                      <a:pt x="3272" y="2239"/>
                      <a:pt x="3266" y="2243"/>
                      <a:pt x="3264" y="2250"/>
                    </a:cubicBezTo>
                    <a:cubicBezTo>
                      <a:pt x="3248" y="2293"/>
                      <a:pt x="3230" y="2338"/>
                      <a:pt x="3211" y="2380"/>
                    </a:cubicBezTo>
                    <a:cubicBezTo>
                      <a:pt x="3208" y="2390"/>
                      <a:pt x="3211" y="2400"/>
                      <a:pt x="3220" y="2404"/>
                    </a:cubicBezTo>
                    <a:cubicBezTo>
                      <a:pt x="3223" y="2405"/>
                      <a:pt x="3225" y="2405"/>
                      <a:pt x="3228" y="2405"/>
                    </a:cubicBezTo>
                    <a:cubicBezTo>
                      <a:pt x="3234" y="2405"/>
                      <a:pt x="3240" y="2402"/>
                      <a:pt x="3243" y="2398"/>
                    </a:cubicBezTo>
                    <a:cubicBezTo>
                      <a:pt x="3262" y="2354"/>
                      <a:pt x="3281" y="2308"/>
                      <a:pt x="3297" y="2264"/>
                    </a:cubicBezTo>
                    <a:cubicBezTo>
                      <a:pt x="3301" y="2253"/>
                      <a:pt x="3296" y="2244"/>
                      <a:pt x="3286" y="2240"/>
                    </a:cubicBezTo>
                    <a:cubicBezTo>
                      <a:pt x="3284" y="2239"/>
                      <a:pt x="3282" y="2239"/>
                      <a:pt x="3279" y="2239"/>
                    </a:cubicBezTo>
                    <a:close/>
                    <a:moveTo>
                      <a:pt x="114" y="2241"/>
                    </a:moveTo>
                    <a:cubicBezTo>
                      <a:pt x="112" y="2241"/>
                      <a:pt x="110" y="2241"/>
                      <a:pt x="108" y="2241"/>
                    </a:cubicBezTo>
                    <a:cubicBezTo>
                      <a:pt x="99" y="2245"/>
                      <a:pt x="94" y="2256"/>
                      <a:pt x="98" y="2265"/>
                    </a:cubicBezTo>
                    <a:cubicBezTo>
                      <a:pt x="113" y="2310"/>
                      <a:pt x="133" y="2354"/>
                      <a:pt x="152" y="2398"/>
                    </a:cubicBezTo>
                    <a:cubicBezTo>
                      <a:pt x="155" y="2404"/>
                      <a:pt x="163" y="2408"/>
                      <a:pt x="169" y="2408"/>
                    </a:cubicBezTo>
                    <a:cubicBezTo>
                      <a:pt x="171" y="2408"/>
                      <a:pt x="174" y="2408"/>
                      <a:pt x="175" y="2405"/>
                    </a:cubicBezTo>
                    <a:cubicBezTo>
                      <a:pt x="184" y="2401"/>
                      <a:pt x="188" y="2391"/>
                      <a:pt x="184" y="2382"/>
                    </a:cubicBezTo>
                    <a:cubicBezTo>
                      <a:pt x="165" y="2341"/>
                      <a:pt x="147" y="2295"/>
                      <a:pt x="132" y="2252"/>
                    </a:cubicBezTo>
                    <a:cubicBezTo>
                      <a:pt x="129" y="2244"/>
                      <a:pt x="121" y="2241"/>
                      <a:pt x="114" y="2241"/>
                    </a:cubicBezTo>
                    <a:close/>
                    <a:moveTo>
                      <a:pt x="3162" y="2497"/>
                    </a:moveTo>
                    <a:cubicBezTo>
                      <a:pt x="3156" y="2497"/>
                      <a:pt x="3150" y="2500"/>
                      <a:pt x="3147" y="2506"/>
                    </a:cubicBezTo>
                    <a:cubicBezTo>
                      <a:pt x="3125" y="2547"/>
                      <a:pt x="3100" y="2588"/>
                      <a:pt x="3073" y="2627"/>
                    </a:cubicBezTo>
                    <a:cubicBezTo>
                      <a:pt x="3068" y="2634"/>
                      <a:pt x="3070" y="2645"/>
                      <a:pt x="3079" y="2651"/>
                    </a:cubicBezTo>
                    <a:cubicBezTo>
                      <a:pt x="3082" y="2653"/>
                      <a:pt x="3085" y="2654"/>
                      <a:pt x="3089" y="2654"/>
                    </a:cubicBezTo>
                    <a:cubicBezTo>
                      <a:pt x="3095" y="2654"/>
                      <a:pt x="3100" y="2651"/>
                      <a:pt x="3102" y="2647"/>
                    </a:cubicBezTo>
                    <a:cubicBezTo>
                      <a:pt x="3130" y="2608"/>
                      <a:pt x="3155" y="2566"/>
                      <a:pt x="3178" y="2525"/>
                    </a:cubicBezTo>
                    <a:cubicBezTo>
                      <a:pt x="3183" y="2515"/>
                      <a:pt x="3181" y="2505"/>
                      <a:pt x="3172" y="2500"/>
                    </a:cubicBezTo>
                    <a:cubicBezTo>
                      <a:pt x="3168" y="2498"/>
                      <a:pt x="3165" y="2497"/>
                      <a:pt x="3162" y="2497"/>
                    </a:cubicBezTo>
                    <a:close/>
                    <a:moveTo>
                      <a:pt x="233" y="2499"/>
                    </a:moveTo>
                    <a:cubicBezTo>
                      <a:pt x="230" y="2499"/>
                      <a:pt x="227" y="2500"/>
                      <a:pt x="225" y="2501"/>
                    </a:cubicBezTo>
                    <a:cubicBezTo>
                      <a:pt x="217" y="2506"/>
                      <a:pt x="214" y="2517"/>
                      <a:pt x="219" y="2526"/>
                    </a:cubicBezTo>
                    <a:cubicBezTo>
                      <a:pt x="241" y="2568"/>
                      <a:pt x="267" y="2609"/>
                      <a:pt x="293" y="2648"/>
                    </a:cubicBezTo>
                    <a:cubicBezTo>
                      <a:pt x="297" y="2654"/>
                      <a:pt x="303" y="2656"/>
                      <a:pt x="308" y="2656"/>
                    </a:cubicBezTo>
                    <a:cubicBezTo>
                      <a:pt x="312" y="2656"/>
                      <a:pt x="316" y="2655"/>
                      <a:pt x="318" y="2653"/>
                    </a:cubicBezTo>
                    <a:cubicBezTo>
                      <a:pt x="327" y="2647"/>
                      <a:pt x="328" y="2635"/>
                      <a:pt x="323" y="2628"/>
                    </a:cubicBezTo>
                    <a:cubicBezTo>
                      <a:pt x="297" y="2588"/>
                      <a:pt x="272" y="2548"/>
                      <a:pt x="249" y="2507"/>
                    </a:cubicBezTo>
                    <a:cubicBezTo>
                      <a:pt x="246" y="2502"/>
                      <a:pt x="239" y="2499"/>
                      <a:pt x="233" y="2499"/>
                    </a:cubicBezTo>
                    <a:close/>
                    <a:moveTo>
                      <a:pt x="3005" y="2731"/>
                    </a:moveTo>
                    <a:cubicBezTo>
                      <a:pt x="3000" y="2731"/>
                      <a:pt x="2995" y="2734"/>
                      <a:pt x="2992" y="2738"/>
                    </a:cubicBezTo>
                    <a:cubicBezTo>
                      <a:pt x="2962" y="2773"/>
                      <a:pt x="2931" y="2809"/>
                      <a:pt x="2898" y="2844"/>
                    </a:cubicBezTo>
                    <a:cubicBezTo>
                      <a:pt x="2890" y="2852"/>
                      <a:pt x="2890" y="2863"/>
                      <a:pt x="2898" y="2870"/>
                    </a:cubicBezTo>
                    <a:cubicBezTo>
                      <a:pt x="2902" y="2874"/>
                      <a:pt x="2907" y="2875"/>
                      <a:pt x="2911" y="2875"/>
                    </a:cubicBezTo>
                    <a:cubicBezTo>
                      <a:pt x="2915" y="2875"/>
                      <a:pt x="2920" y="2874"/>
                      <a:pt x="2925" y="2870"/>
                    </a:cubicBezTo>
                    <a:cubicBezTo>
                      <a:pt x="2958" y="2834"/>
                      <a:pt x="2990" y="2798"/>
                      <a:pt x="3019" y="2761"/>
                    </a:cubicBezTo>
                    <a:cubicBezTo>
                      <a:pt x="3025" y="2753"/>
                      <a:pt x="3024" y="2742"/>
                      <a:pt x="3017" y="2735"/>
                    </a:cubicBezTo>
                    <a:cubicBezTo>
                      <a:pt x="3014" y="2733"/>
                      <a:pt x="3009" y="2731"/>
                      <a:pt x="3005" y="2731"/>
                    </a:cubicBezTo>
                    <a:close/>
                    <a:moveTo>
                      <a:pt x="393" y="2735"/>
                    </a:moveTo>
                    <a:cubicBezTo>
                      <a:pt x="389" y="2735"/>
                      <a:pt x="386" y="2736"/>
                      <a:pt x="383" y="2739"/>
                    </a:cubicBezTo>
                    <a:cubicBezTo>
                      <a:pt x="374" y="2746"/>
                      <a:pt x="373" y="2757"/>
                      <a:pt x="379" y="2764"/>
                    </a:cubicBezTo>
                    <a:cubicBezTo>
                      <a:pt x="410" y="2802"/>
                      <a:pt x="442" y="2838"/>
                      <a:pt x="476" y="2873"/>
                    </a:cubicBezTo>
                    <a:cubicBezTo>
                      <a:pt x="480" y="2876"/>
                      <a:pt x="483" y="2878"/>
                      <a:pt x="488" y="2878"/>
                    </a:cubicBezTo>
                    <a:cubicBezTo>
                      <a:pt x="492" y="2878"/>
                      <a:pt x="496" y="2876"/>
                      <a:pt x="501" y="2874"/>
                    </a:cubicBezTo>
                    <a:cubicBezTo>
                      <a:pt x="507" y="2865"/>
                      <a:pt x="507" y="2854"/>
                      <a:pt x="501" y="2848"/>
                    </a:cubicBezTo>
                    <a:cubicBezTo>
                      <a:pt x="469" y="2813"/>
                      <a:pt x="437" y="2778"/>
                      <a:pt x="408" y="2742"/>
                    </a:cubicBezTo>
                    <a:cubicBezTo>
                      <a:pt x="404" y="2737"/>
                      <a:pt x="399" y="2735"/>
                      <a:pt x="393" y="2735"/>
                    </a:cubicBezTo>
                    <a:close/>
                    <a:moveTo>
                      <a:pt x="2809" y="2938"/>
                    </a:moveTo>
                    <a:cubicBezTo>
                      <a:pt x="2805" y="2938"/>
                      <a:pt x="2801" y="2939"/>
                      <a:pt x="2797" y="2942"/>
                    </a:cubicBezTo>
                    <a:cubicBezTo>
                      <a:pt x="2760" y="2973"/>
                      <a:pt x="2724" y="3003"/>
                      <a:pt x="2687" y="3031"/>
                    </a:cubicBezTo>
                    <a:cubicBezTo>
                      <a:pt x="2680" y="3036"/>
                      <a:pt x="2677" y="3048"/>
                      <a:pt x="2683" y="3055"/>
                    </a:cubicBezTo>
                    <a:cubicBezTo>
                      <a:pt x="2687" y="3060"/>
                      <a:pt x="2692" y="3063"/>
                      <a:pt x="2697" y="3063"/>
                    </a:cubicBezTo>
                    <a:cubicBezTo>
                      <a:pt x="2701" y="3063"/>
                      <a:pt x="2705" y="3062"/>
                      <a:pt x="2709" y="3060"/>
                    </a:cubicBezTo>
                    <a:cubicBezTo>
                      <a:pt x="2747" y="3032"/>
                      <a:pt x="2785" y="3001"/>
                      <a:pt x="2821" y="2969"/>
                    </a:cubicBezTo>
                    <a:cubicBezTo>
                      <a:pt x="2829" y="2963"/>
                      <a:pt x="2829" y="2951"/>
                      <a:pt x="2823" y="2943"/>
                    </a:cubicBezTo>
                    <a:cubicBezTo>
                      <a:pt x="2819" y="2939"/>
                      <a:pt x="2814" y="2938"/>
                      <a:pt x="2809" y="2938"/>
                    </a:cubicBezTo>
                    <a:close/>
                    <a:moveTo>
                      <a:pt x="591" y="2939"/>
                    </a:moveTo>
                    <a:cubicBezTo>
                      <a:pt x="586" y="2939"/>
                      <a:pt x="581" y="2941"/>
                      <a:pt x="578" y="2945"/>
                    </a:cubicBezTo>
                    <a:cubicBezTo>
                      <a:pt x="572" y="2952"/>
                      <a:pt x="572" y="2964"/>
                      <a:pt x="579" y="2971"/>
                    </a:cubicBezTo>
                    <a:cubicBezTo>
                      <a:pt x="616" y="3003"/>
                      <a:pt x="654" y="3033"/>
                      <a:pt x="692" y="3061"/>
                    </a:cubicBezTo>
                    <a:cubicBezTo>
                      <a:pt x="695" y="3064"/>
                      <a:pt x="698" y="3065"/>
                      <a:pt x="702" y="3065"/>
                    </a:cubicBezTo>
                    <a:cubicBezTo>
                      <a:pt x="707" y="3065"/>
                      <a:pt x="712" y="3063"/>
                      <a:pt x="717" y="3057"/>
                    </a:cubicBezTo>
                    <a:cubicBezTo>
                      <a:pt x="722" y="3049"/>
                      <a:pt x="721" y="3038"/>
                      <a:pt x="713" y="3032"/>
                    </a:cubicBezTo>
                    <a:cubicBezTo>
                      <a:pt x="676" y="3006"/>
                      <a:pt x="639" y="2975"/>
                      <a:pt x="604" y="2943"/>
                    </a:cubicBezTo>
                    <a:cubicBezTo>
                      <a:pt x="600" y="2940"/>
                      <a:pt x="595" y="2939"/>
                      <a:pt x="591" y="2939"/>
                    </a:cubicBezTo>
                    <a:close/>
                    <a:moveTo>
                      <a:pt x="2579" y="3106"/>
                    </a:moveTo>
                    <a:cubicBezTo>
                      <a:pt x="2576" y="3106"/>
                      <a:pt x="2572" y="3107"/>
                      <a:pt x="2569" y="3109"/>
                    </a:cubicBezTo>
                    <a:cubicBezTo>
                      <a:pt x="2529" y="3132"/>
                      <a:pt x="2488" y="3156"/>
                      <a:pt x="2446" y="3177"/>
                    </a:cubicBezTo>
                    <a:cubicBezTo>
                      <a:pt x="2437" y="3183"/>
                      <a:pt x="2435" y="3193"/>
                      <a:pt x="2439" y="3202"/>
                    </a:cubicBezTo>
                    <a:cubicBezTo>
                      <a:pt x="2441" y="3208"/>
                      <a:pt x="2447" y="3212"/>
                      <a:pt x="2454" y="3212"/>
                    </a:cubicBezTo>
                    <a:cubicBezTo>
                      <a:pt x="2458" y="3212"/>
                      <a:pt x="2461" y="3212"/>
                      <a:pt x="2462" y="3209"/>
                    </a:cubicBezTo>
                    <a:cubicBezTo>
                      <a:pt x="2504" y="3188"/>
                      <a:pt x="2546" y="3165"/>
                      <a:pt x="2587" y="3140"/>
                    </a:cubicBezTo>
                    <a:cubicBezTo>
                      <a:pt x="2596" y="3135"/>
                      <a:pt x="2599" y="3124"/>
                      <a:pt x="2594" y="3115"/>
                    </a:cubicBezTo>
                    <a:cubicBezTo>
                      <a:pt x="2590" y="3109"/>
                      <a:pt x="2585" y="3106"/>
                      <a:pt x="2579" y="3106"/>
                    </a:cubicBezTo>
                    <a:close/>
                    <a:moveTo>
                      <a:pt x="820" y="3109"/>
                    </a:moveTo>
                    <a:cubicBezTo>
                      <a:pt x="813" y="3109"/>
                      <a:pt x="808" y="3112"/>
                      <a:pt x="804" y="3118"/>
                    </a:cubicBezTo>
                    <a:cubicBezTo>
                      <a:pt x="799" y="3125"/>
                      <a:pt x="802" y="3137"/>
                      <a:pt x="810" y="3142"/>
                    </a:cubicBezTo>
                    <a:cubicBezTo>
                      <a:pt x="851" y="3167"/>
                      <a:pt x="894" y="3191"/>
                      <a:pt x="936" y="3212"/>
                    </a:cubicBezTo>
                    <a:cubicBezTo>
                      <a:pt x="938" y="3213"/>
                      <a:pt x="941" y="3213"/>
                      <a:pt x="943" y="3213"/>
                    </a:cubicBezTo>
                    <a:cubicBezTo>
                      <a:pt x="950" y="3213"/>
                      <a:pt x="957" y="3211"/>
                      <a:pt x="959" y="3205"/>
                    </a:cubicBezTo>
                    <a:cubicBezTo>
                      <a:pt x="964" y="3196"/>
                      <a:pt x="961" y="3185"/>
                      <a:pt x="951" y="3181"/>
                    </a:cubicBezTo>
                    <a:cubicBezTo>
                      <a:pt x="910" y="3159"/>
                      <a:pt x="869" y="3136"/>
                      <a:pt x="829" y="3111"/>
                    </a:cubicBezTo>
                    <a:cubicBezTo>
                      <a:pt x="826" y="3109"/>
                      <a:pt x="823" y="3109"/>
                      <a:pt x="820" y="3109"/>
                    </a:cubicBezTo>
                    <a:close/>
                    <a:moveTo>
                      <a:pt x="2326" y="3235"/>
                    </a:moveTo>
                    <a:cubicBezTo>
                      <a:pt x="2323" y="3235"/>
                      <a:pt x="2321" y="3236"/>
                      <a:pt x="2318" y="3237"/>
                    </a:cubicBezTo>
                    <a:cubicBezTo>
                      <a:pt x="2275" y="3254"/>
                      <a:pt x="2230" y="3270"/>
                      <a:pt x="2185" y="3284"/>
                    </a:cubicBezTo>
                    <a:cubicBezTo>
                      <a:pt x="2176" y="3287"/>
                      <a:pt x="2171" y="3297"/>
                      <a:pt x="2174" y="3305"/>
                    </a:cubicBezTo>
                    <a:cubicBezTo>
                      <a:pt x="2176" y="3314"/>
                      <a:pt x="2183" y="3319"/>
                      <a:pt x="2190" y="3319"/>
                    </a:cubicBezTo>
                    <a:lnTo>
                      <a:pt x="2196" y="3319"/>
                    </a:lnTo>
                    <a:cubicBezTo>
                      <a:pt x="2241" y="3304"/>
                      <a:pt x="2287" y="3288"/>
                      <a:pt x="2332" y="3270"/>
                    </a:cubicBezTo>
                    <a:cubicBezTo>
                      <a:pt x="2340" y="3267"/>
                      <a:pt x="2345" y="3256"/>
                      <a:pt x="2341" y="3247"/>
                    </a:cubicBezTo>
                    <a:cubicBezTo>
                      <a:pt x="2339" y="3239"/>
                      <a:pt x="2332" y="3235"/>
                      <a:pt x="2326" y="3235"/>
                    </a:cubicBezTo>
                    <a:close/>
                    <a:moveTo>
                      <a:pt x="1074" y="3236"/>
                    </a:moveTo>
                    <a:cubicBezTo>
                      <a:pt x="1067" y="3236"/>
                      <a:pt x="1060" y="3241"/>
                      <a:pt x="1058" y="3248"/>
                    </a:cubicBezTo>
                    <a:cubicBezTo>
                      <a:pt x="1054" y="3257"/>
                      <a:pt x="1059" y="3268"/>
                      <a:pt x="1068" y="3272"/>
                    </a:cubicBezTo>
                    <a:cubicBezTo>
                      <a:pt x="1112" y="3289"/>
                      <a:pt x="1157" y="3304"/>
                      <a:pt x="1203" y="3319"/>
                    </a:cubicBezTo>
                    <a:cubicBezTo>
                      <a:pt x="1204" y="3320"/>
                      <a:pt x="1207" y="3320"/>
                      <a:pt x="1208" y="3320"/>
                    </a:cubicBezTo>
                    <a:cubicBezTo>
                      <a:pt x="1216" y="3320"/>
                      <a:pt x="1223" y="3315"/>
                      <a:pt x="1225" y="3306"/>
                    </a:cubicBezTo>
                    <a:cubicBezTo>
                      <a:pt x="1229" y="3298"/>
                      <a:pt x="1223" y="3288"/>
                      <a:pt x="1213" y="3285"/>
                    </a:cubicBezTo>
                    <a:cubicBezTo>
                      <a:pt x="1168" y="3271"/>
                      <a:pt x="1124" y="3256"/>
                      <a:pt x="1080" y="3238"/>
                    </a:cubicBezTo>
                    <a:cubicBezTo>
                      <a:pt x="1078" y="3237"/>
                      <a:pt x="1076" y="3236"/>
                      <a:pt x="1074" y="3236"/>
                    </a:cubicBezTo>
                    <a:close/>
                    <a:moveTo>
                      <a:pt x="2054" y="3318"/>
                    </a:moveTo>
                    <a:cubicBezTo>
                      <a:pt x="2053" y="3318"/>
                      <a:pt x="2052" y="3318"/>
                      <a:pt x="2050" y="3319"/>
                    </a:cubicBezTo>
                    <a:cubicBezTo>
                      <a:pt x="2004" y="3329"/>
                      <a:pt x="1956" y="3336"/>
                      <a:pt x="1910" y="3343"/>
                    </a:cubicBezTo>
                    <a:cubicBezTo>
                      <a:pt x="1900" y="3344"/>
                      <a:pt x="1894" y="3352"/>
                      <a:pt x="1895" y="3364"/>
                    </a:cubicBezTo>
                    <a:cubicBezTo>
                      <a:pt x="1897" y="3372"/>
                      <a:pt x="1904" y="3378"/>
                      <a:pt x="1913" y="3378"/>
                    </a:cubicBezTo>
                    <a:cubicBezTo>
                      <a:pt x="1913" y="3378"/>
                      <a:pt x="1914" y="3378"/>
                      <a:pt x="1914" y="3377"/>
                    </a:cubicBezTo>
                    <a:cubicBezTo>
                      <a:pt x="1961" y="3371"/>
                      <a:pt x="2010" y="3364"/>
                      <a:pt x="2056" y="3352"/>
                    </a:cubicBezTo>
                    <a:cubicBezTo>
                      <a:pt x="2067" y="3351"/>
                      <a:pt x="2073" y="3341"/>
                      <a:pt x="2071" y="3333"/>
                    </a:cubicBezTo>
                    <a:cubicBezTo>
                      <a:pt x="2069" y="3324"/>
                      <a:pt x="2062" y="3318"/>
                      <a:pt x="2054" y="3318"/>
                    </a:cubicBezTo>
                    <a:close/>
                    <a:moveTo>
                      <a:pt x="1346" y="3321"/>
                    </a:moveTo>
                    <a:cubicBezTo>
                      <a:pt x="1338" y="3321"/>
                      <a:pt x="1329" y="3327"/>
                      <a:pt x="1327" y="3335"/>
                    </a:cubicBezTo>
                    <a:cubicBezTo>
                      <a:pt x="1326" y="3344"/>
                      <a:pt x="1332" y="3353"/>
                      <a:pt x="1341" y="3356"/>
                    </a:cubicBezTo>
                    <a:cubicBezTo>
                      <a:pt x="1387" y="3366"/>
                      <a:pt x="1434" y="3374"/>
                      <a:pt x="1483" y="3380"/>
                    </a:cubicBezTo>
                    <a:lnTo>
                      <a:pt x="1486" y="3380"/>
                    </a:lnTo>
                    <a:cubicBezTo>
                      <a:pt x="1495" y="3380"/>
                      <a:pt x="1503" y="3372"/>
                      <a:pt x="1503" y="3365"/>
                    </a:cubicBezTo>
                    <a:cubicBezTo>
                      <a:pt x="1504" y="3354"/>
                      <a:pt x="1497" y="3345"/>
                      <a:pt x="1488" y="3344"/>
                    </a:cubicBezTo>
                    <a:cubicBezTo>
                      <a:pt x="1439" y="3339"/>
                      <a:pt x="1392" y="3331"/>
                      <a:pt x="1347" y="3321"/>
                    </a:cubicBezTo>
                    <a:cubicBezTo>
                      <a:pt x="1347" y="3321"/>
                      <a:pt x="1346" y="3321"/>
                      <a:pt x="1346" y="3321"/>
                    </a:cubicBezTo>
                    <a:close/>
                    <a:moveTo>
                      <a:pt x="1771" y="3356"/>
                    </a:moveTo>
                    <a:cubicBezTo>
                      <a:pt x="1771" y="3356"/>
                      <a:pt x="1770" y="3356"/>
                      <a:pt x="1770" y="3357"/>
                    </a:cubicBezTo>
                    <a:cubicBezTo>
                      <a:pt x="1748" y="3359"/>
                      <a:pt x="1725" y="3359"/>
                      <a:pt x="1702" y="3359"/>
                    </a:cubicBezTo>
                    <a:cubicBezTo>
                      <a:pt x="1678" y="3359"/>
                      <a:pt x="1653" y="3359"/>
                      <a:pt x="1629" y="3357"/>
                    </a:cubicBezTo>
                    <a:cubicBezTo>
                      <a:pt x="1622" y="3357"/>
                      <a:pt x="1611" y="3364"/>
                      <a:pt x="1611" y="3374"/>
                    </a:cubicBezTo>
                    <a:cubicBezTo>
                      <a:pt x="1610" y="3382"/>
                      <a:pt x="1618" y="3391"/>
                      <a:pt x="1628" y="3391"/>
                    </a:cubicBezTo>
                    <a:cubicBezTo>
                      <a:pt x="1652" y="3392"/>
                      <a:pt x="1677" y="3392"/>
                      <a:pt x="1702" y="3392"/>
                    </a:cubicBezTo>
                    <a:cubicBezTo>
                      <a:pt x="1725" y="3392"/>
                      <a:pt x="1748" y="3391"/>
                      <a:pt x="1771" y="3391"/>
                    </a:cubicBezTo>
                    <a:cubicBezTo>
                      <a:pt x="1780" y="3391"/>
                      <a:pt x="1787" y="3384"/>
                      <a:pt x="1787" y="3374"/>
                    </a:cubicBezTo>
                    <a:cubicBezTo>
                      <a:pt x="1787" y="3365"/>
                      <a:pt x="1780" y="3356"/>
                      <a:pt x="1771" y="335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68" name="Google Shape;5968;p42"/>
              <p:cNvSpPr/>
              <p:nvPr/>
            </p:nvSpPr>
            <p:spPr>
              <a:xfrm>
                <a:off x="5881496" y="3172717"/>
                <a:ext cx="184692" cy="143571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817" extrusionOk="0">
                    <a:moveTo>
                      <a:pt x="936" y="0"/>
                    </a:moveTo>
                    <a:cubicBezTo>
                      <a:pt x="929" y="0"/>
                      <a:pt x="923" y="1"/>
                      <a:pt x="917" y="2"/>
                    </a:cubicBezTo>
                    <a:cubicBezTo>
                      <a:pt x="176" y="137"/>
                      <a:pt x="23" y="661"/>
                      <a:pt x="16" y="682"/>
                    </a:cubicBezTo>
                    <a:cubicBezTo>
                      <a:pt x="0" y="739"/>
                      <a:pt x="33" y="796"/>
                      <a:pt x="89" y="812"/>
                    </a:cubicBezTo>
                    <a:cubicBezTo>
                      <a:pt x="99" y="815"/>
                      <a:pt x="109" y="816"/>
                      <a:pt x="119" y="816"/>
                    </a:cubicBezTo>
                    <a:cubicBezTo>
                      <a:pt x="165" y="816"/>
                      <a:pt x="209" y="787"/>
                      <a:pt x="221" y="740"/>
                    </a:cubicBezTo>
                    <a:cubicBezTo>
                      <a:pt x="226" y="723"/>
                      <a:pt x="351" y="321"/>
                      <a:pt x="956" y="212"/>
                    </a:cubicBezTo>
                    <a:cubicBezTo>
                      <a:pt x="1013" y="201"/>
                      <a:pt x="1051" y="145"/>
                      <a:pt x="1041" y="87"/>
                    </a:cubicBezTo>
                    <a:cubicBezTo>
                      <a:pt x="1031" y="36"/>
                      <a:pt x="986" y="0"/>
                      <a:pt x="936" y="0"/>
                    </a:cubicBezTo>
                    <a:close/>
                  </a:path>
                </a:pathLst>
              </a:custGeom>
              <a:solidFill>
                <a:srgbClr val="FAFFFF">
                  <a:alpha val="466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</p:grpSp>
        <p:grpSp>
          <p:nvGrpSpPr>
            <p:cNvPr id="5969" name="Google Shape;5969;p42"/>
            <p:cNvGrpSpPr/>
            <p:nvPr/>
          </p:nvGrpSpPr>
          <p:grpSpPr>
            <a:xfrm>
              <a:off x="6170971" y="3343043"/>
              <a:ext cx="488353" cy="495164"/>
              <a:chOff x="5893650" y="2337533"/>
              <a:chExt cx="221817" cy="224921"/>
            </a:xfrm>
          </p:grpSpPr>
          <p:sp>
            <p:nvSpPr>
              <p:cNvPr id="5970" name="Google Shape;5970;p42"/>
              <p:cNvSpPr/>
              <p:nvPr/>
            </p:nvSpPr>
            <p:spPr>
              <a:xfrm>
                <a:off x="5893650" y="2337533"/>
                <a:ext cx="221817" cy="224921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84" extrusionOk="0">
                    <a:moveTo>
                      <a:pt x="640" y="192"/>
                    </a:moveTo>
                    <a:cubicBezTo>
                      <a:pt x="688" y="192"/>
                      <a:pt x="713" y="226"/>
                      <a:pt x="744" y="259"/>
                    </a:cubicBezTo>
                    <a:cubicBezTo>
                      <a:pt x="668" y="311"/>
                      <a:pt x="593" y="362"/>
                      <a:pt x="519" y="414"/>
                    </a:cubicBezTo>
                    <a:cubicBezTo>
                      <a:pt x="494" y="430"/>
                      <a:pt x="471" y="449"/>
                      <a:pt x="446" y="465"/>
                    </a:cubicBezTo>
                    <a:cubicBezTo>
                      <a:pt x="446" y="464"/>
                      <a:pt x="444" y="462"/>
                      <a:pt x="444" y="460"/>
                    </a:cubicBezTo>
                    <a:cubicBezTo>
                      <a:pt x="437" y="448"/>
                      <a:pt x="427" y="435"/>
                      <a:pt x="420" y="422"/>
                    </a:cubicBezTo>
                    <a:cubicBezTo>
                      <a:pt x="407" y="396"/>
                      <a:pt x="406" y="343"/>
                      <a:pt x="422" y="317"/>
                    </a:cubicBezTo>
                    <a:cubicBezTo>
                      <a:pt x="441" y="288"/>
                      <a:pt x="497" y="263"/>
                      <a:pt x="523" y="246"/>
                    </a:cubicBezTo>
                    <a:cubicBezTo>
                      <a:pt x="562" y="221"/>
                      <a:pt x="590" y="194"/>
                      <a:pt x="638" y="192"/>
                    </a:cubicBezTo>
                    <a:cubicBezTo>
                      <a:pt x="639" y="192"/>
                      <a:pt x="640" y="192"/>
                      <a:pt x="640" y="192"/>
                    </a:cubicBezTo>
                    <a:close/>
                    <a:moveTo>
                      <a:pt x="651" y="91"/>
                    </a:moveTo>
                    <a:cubicBezTo>
                      <a:pt x="719" y="91"/>
                      <a:pt x="766" y="168"/>
                      <a:pt x="805" y="216"/>
                    </a:cubicBezTo>
                    <a:cubicBezTo>
                      <a:pt x="794" y="225"/>
                      <a:pt x="784" y="232"/>
                      <a:pt x="772" y="239"/>
                    </a:cubicBezTo>
                    <a:cubicBezTo>
                      <a:pt x="740" y="201"/>
                      <a:pt x="694" y="143"/>
                      <a:pt x="641" y="143"/>
                    </a:cubicBezTo>
                    <a:cubicBezTo>
                      <a:pt x="638" y="143"/>
                      <a:pt x="635" y="143"/>
                      <a:pt x="632" y="144"/>
                    </a:cubicBezTo>
                    <a:cubicBezTo>
                      <a:pt x="573" y="151"/>
                      <a:pt x="507" y="215"/>
                      <a:pt x="458" y="247"/>
                    </a:cubicBezTo>
                    <a:cubicBezTo>
                      <a:pt x="366" y="308"/>
                      <a:pt x="327" y="390"/>
                      <a:pt x="421" y="476"/>
                    </a:cubicBezTo>
                    <a:cubicBezTo>
                      <a:pt x="422" y="477"/>
                      <a:pt x="425" y="477"/>
                      <a:pt x="426" y="479"/>
                    </a:cubicBezTo>
                    <a:cubicBezTo>
                      <a:pt x="409" y="491"/>
                      <a:pt x="392" y="503"/>
                      <a:pt x="374" y="515"/>
                    </a:cubicBezTo>
                    <a:cubicBezTo>
                      <a:pt x="343" y="459"/>
                      <a:pt x="277" y="380"/>
                      <a:pt x="325" y="316"/>
                    </a:cubicBezTo>
                    <a:cubicBezTo>
                      <a:pt x="364" y="263"/>
                      <a:pt x="437" y="224"/>
                      <a:pt x="488" y="186"/>
                    </a:cubicBezTo>
                    <a:cubicBezTo>
                      <a:pt x="527" y="159"/>
                      <a:pt x="583" y="104"/>
                      <a:pt x="627" y="94"/>
                    </a:cubicBezTo>
                    <a:cubicBezTo>
                      <a:pt x="635" y="92"/>
                      <a:pt x="643" y="91"/>
                      <a:pt x="651" y="91"/>
                    </a:cubicBezTo>
                    <a:close/>
                    <a:moveTo>
                      <a:pt x="89" y="814"/>
                    </a:moveTo>
                    <a:cubicBezTo>
                      <a:pt x="94" y="814"/>
                      <a:pt x="99" y="821"/>
                      <a:pt x="105" y="833"/>
                    </a:cubicBezTo>
                    <a:cubicBezTo>
                      <a:pt x="92" y="861"/>
                      <a:pt x="82" y="891"/>
                      <a:pt x="74" y="921"/>
                    </a:cubicBezTo>
                    <a:cubicBezTo>
                      <a:pt x="64" y="889"/>
                      <a:pt x="63" y="859"/>
                      <a:pt x="74" y="839"/>
                    </a:cubicBezTo>
                    <a:cubicBezTo>
                      <a:pt x="78" y="822"/>
                      <a:pt x="84" y="814"/>
                      <a:pt x="89" y="814"/>
                    </a:cubicBezTo>
                    <a:close/>
                    <a:moveTo>
                      <a:pt x="110" y="846"/>
                    </a:moveTo>
                    <a:cubicBezTo>
                      <a:pt x="112" y="851"/>
                      <a:pt x="115" y="855"/>
                      <a:pt x="116" y="861"/>
                    </a:cubicBezTo>
                    <a:cubicBezTo>
                      <a:pt x="125" y="875"/>
                      <a:pt x="133" y="889"/>
                      <a:pt x="141" y="902"/>
                    </a:cubicBezTo>
                    <a:cubicBezTo>
                      <a:pt x="134" y="920"/>
                      <a:pt x="128" y="938"/>
                      <a:pt x="120" y="955"/>
                    </a:cubicBezTo>
                    <a:cubicBezTo>
                      <a:pt x="115" y="969"/>
                      <a:pt x="105" y="984"/>
                      <a:pt x="103" y="999"/>
                    </a:cubicBezTo>
                    <a:cubicBezTo>
                      <a:pt x="93" y="978"/>
                      <a:pt x="85" y="956"/>
                      <a:pt x="78" y="936"/>
                    </a:cubicBezTo>
                    <a:cubicBezTo>
                      <a:pt x="85" y="905"/>
                      <a:pt x="97" y="875"/>
                      <a:pt x="110" y="846"/>
                    </a:cubicBezTo>
                    <a:close/>
                    <a:moveTo>
                      <a:pt x="1052" y="726"/>
                    </a:moveTo>
                    <a:cubicBezTo>
                      <a:pt x="1064" y="726"/>
                      <a:pt x="1078" y="730"/>
                      <a:pt x="1095" y="740"/>
                    </a:cubicBezTo>
                    <a:cubicBezTo>
                      <a:pt x="1127" y="761"/>
                      <a:pt x="1157" y="798"/>
                      <a:pt x="1182" y="829"/>
                    </a:cubicBezTo>
                    <a:cubicBezTo>
                      <a:pt x="1185" y="834"/>
                      <a:pt x="1190" y="838"/>
                      <a:pt x="1194" y="838"/>
                    </a:cubicBezTo>
                    <a:cubicBezTo>
                      <a:pt x="1194" y="839"/>
                      <a:pt x="1193" y="839"/>
                      <a:pt x="1193" y="840"/>
                    </a:cubicBezTo>
                    <a:cubicBezTo>
                      <a:pt x="1180" y="886"/>
                      <a:pt x="1126" y="920"/>
                      <a:pt x="1092" y="951"/>
                    </a:cubicBezTo>
                    <a:cubicBezTo>
                      <a:pt x="1067" y="973"/>
                      <a:pt x="1026" y="1009"/>
                      <a:pt x="987" y="1015"/>
                    </a:cubicBezTo>
                    <a:cubicBezTo>
                      <a:pt x="983" y="1013"/>
                      <a:pt x="979" y="1011"/>
                      <a:pt x="975" y="1009"/>
                    </a:cubicBezTo>
                    <a:cubicBezTo>
                      <a:pt x="969" y="1007"/>
                      <a:pt x="964" y="1004"/>
                      <a:pt x="958" y="1002"/>
                    </a:cubicBezTo>
                    <a:cubicBezTo>
                      <a:pt x="947" y="979"/>
                      <a:pt x="924" y="962"/>
                      <a:pt x="908" y="945"/>
                    </a:cubicBezTo>
                    <a:cubicBezTo>
                      <a:pt x="891" y="925"/>
                      <a:pt x="875" y="905"/>
                      <a:pt x="856" y="885"/>
                    </a:cubicBezTo>
                    <a:cubicBezTo>
                      <a:pt x="859" y="827"/>
                      <a:pt x="948" y="802"/>
                      <a:pt x="984" y="766"/>
                    </a:cubicBezTo>
                    <a:cubicBezTo>
                      <a:pt x="1007" y="743"/>
                      <a:pt x="1027" y="726"/>
                      <a:pt x="1052" y="726"/>
                    </a:cubicBezTo>
                    <a:close/>
                    <a:moveTo>
                      <a:pt x="148" y="915"/>
                    </a:moveTo>
                    <a:cubicBezTo>
                      <a:pt x="149" y="917"/>
                      <a:pt x="151" y="920"/>
                      <a:pt x="152" y="925"/>
                    </a:cubicBezTo>
                    <a:cubicBezTo>
                      <a:pt x="157" y="932"/>
                      <a:pt x="163" y="941"/>
                      <a:pt x="169" y="948"/>
                    </a:cubicBezTo>
                    <a:cubicBezTo>
                      <a:pt x="169" y="948"/>
                      <a:pt x="169" y="950"/>
                      <a:pt x="167" y="950"/>
                    </a:cubicBezTo>
                    <a:cubicBezTo>
                      <a:pt x="160" y="971"/>
                      <a:pt x="152" y="991"/>
                      <a:pt x="145" y="1011"/>
                    </a:cubicBezTo>
                    <a:cubicBezTo>
                      <a:pt x="140" y="1028"/>
                      <a:pt x="132" y="1045"/>
                      <a:pt x="130" y="1064"/>
                    </a:cubicBezTo>
                    <a:cubicBezTo>
                      <a:pt x="124" y="1045"/>
                      <a:pt x="115" y="1027"/>
                      <a:pt x="105" y="1006"/>
                    </a:cubicBezTo>
                    <a:cubicBezTo>
                      <a:pt x="108" y="1004"/>
                      <a:pt x="109" y="1004"/>
                      <a:pt x="109" y="1003"/>
                    </a:cubicBezTo>
                    <a:cubicBezTo>
                      <a:pt x="112" y="998"/>
                      <a:pt x="115" y="994"/>
                      <a:pt x="116" y="989"/>
                    </a:cubicBezTo>
                    <a:cubicBezTo>
                      <a:pt x="121" y="979"/>
                      <a:pt x="125" y="971"/>
                      <a:pt x="129" y="960"/>
                    </a:cubicBezTo>
                    <a:cubicBezTo>
                      <a:pt x="135" y="946"/>
                      <a:pt x="141" y="931"/>
                      <a:pt x="148" y="915"/>
                    </a:cubicBezTo>
                    <a:close/>
                    <a:moveTo>
                      <a:pt x="178" y="963"/>
                    </a:moveTo>
                    <a:cubicBezTo>
                      <a:pt x="190" y="982"/>
                      <a:pt x="201" y="999"/>
                      <a:pt x="212" y="1018"/>
                    </a:cubicBezTo>
                    <a:cubicBezTo>
                      <a:pt x="212" y="1018"/>
                      <a:pt x="212" y="1019"/>
                      <a:pt x="211" y="1019"/>
                    </a:cubicBezTo>
                    <a:cubicBezTo>
                      <a:pt x="200" y="1045"/>
                      <a:pt x="192" y="1073"/>
                      <a:pt x="183" y="1098"/>
                    </a:cubicBezTo>
                    <a:lnTo>
                      <a:pt x="172" y="1132"/>
                    </a:lnTo>
                    <a:cubicBezTo>
                      <a:pt x="172" y="1134"/>
                      <a:pt x="171" y="1137"/>
                      <a:pt x="170" y="1142"/>
                    </a:cubicBezTo>
                    <a:cubicBezTo>
                      <a:pt x="167" y="1136"/>
                      <a:pt x="164" y="1129"/>
                      <a:pt x="161" y="1122"/>
                    </a:cubicBezTo>
                    <a:cubicBezTo>
                      <a:pt x="155" y="1110"/>
                      <a:pt x="145" y="1090"/>
                      <a:pt x="135" y="1069"/>
                    </a:cubicBezTo>
                    <a:cubicBezTo>
                      <a:pt x="135" y="1069"/>
                      <a:pt x="136" y="1069"/>
                      <a:pt x="136" y="1068"/>
                    </a:cubicBezTo>
                    <a:cubicBezTo>
                      <a:pt x="148" y="1052"/>
                      <a:pt x="152" y="1032"/>
                      <a:pt x="160" y="1015"/>
                    </a:cubicBezTo>
                    <a:cubicBezTo>
                      <a:pt x="166" y="998"/>
                      <a:pt x="172" y="981"/>
                      <a:pt x="178" y="963"/>
                    </a:cubicBezTo>
                    <a:close/>
                    <a:moveTo>
                      <a:pt x="223" y="1033"/>
                    </a:moveTo>
                    <a:cubicBezTo>
                      <a:pt x="227" y="1038"/>
                      <a:pt x="230" y="1043"/>
                      <a:pt x="233" y="1048"/>
                    </a:cubicBezTo>
                    <a:cubicBezTo>
                      <a:pt x="242" y="1063"/>
                      <a:pt x="252" y="1078"/>
                      <a:pt x="261" y="1091"/>
                    </a:cubicBezTo>
                    <a:cubicBezTo>
                      <a:pt x="243" y="1139"/>
                      <a:pt x="227" y="1186"/>
                      <a:pt x="210" y="1234"/>
                    </a:cubicBezTo>
                    <a:cubicBezTo>
                      <a:pt x="197" y="1208"/>
                      <a:pt x="187" y="1183"/>
                      <a:pt x="177" y="1160"/>
                    </a:cubicBezTo>
                    <a:cubicBezTo>
                      <a:pt x="185" y="1142"/>
                      <a:pt x="190" y="1124"/>
                      <a:pt x="196" y="1109"/>
                    </a:cubicBezTo>
                    <a:cubicBezTo>
                      <a:pt x="206" y="1084"/>
                      <a:pt x="216" y="1059"/>
                      <a:pt x="223" y="1033"/>
                    </a:cubicBezTo>
                    <a:close/>
                    <a:moveTo>
                      <a:pt x="1157" y="32"/>
                    </a:moveTo>
                    <a:cubicBezTo>
                      <a:pt x="1252" y="32"/>
                      <a:pt x="1351" y="149"/>
                      <a:pt x="1412" y="210"/>
                    </a:cubicBezTo>
                    <a:cubicBezTo>
                      <a:pt x="1438" y="236"/>
                      <a:pt x="1566" y="408"/>
                      <a:pt x="1586" y="408"/>
                    </a:cubicBezTo>
                    <a:cubicBezTo>
                      <a:pt x="1586" y="408"/>
                      <a:pt x="1586" y="408"/>
                      <a:pt x="1586" y="408"/>
                    </a:cubicBezTo>
                    <a:lnTo>
                      <a:pt x="1586" y="408"/>
                    </a:lnTo>
                    <a:cubicBezTo>
                      <a:pt x="1581" y="409"/>
                      <a:pt x="1579" y="411"/>
                      <a:pt x="1577" y="415"/>
                    </a:cubicBezTo>
                    <a:cubicBezTo>
                      <a:pt x="1576" y="415"/>
                      <a:pt x="1576" y="415"/>
                      <a:pt x="1574" y="416"/>
                    </a:cubicBezTo>
                    <a:cubicBezTo>
                      <a:pt x="1425" y="507"/>
                      <a:pt x="1281" y="628"/>
                      <a:pt x="1158" y="751"/>
                    </a:cubicBezTo>
                    <a:cubicBezTo>
                      <a:pt x="1126" y="717"/>
                      <a:pt x="1089" y="691"/>
                      <a:pt x="1050" y="691"/>
                    </a:cubicBezTo>
                    <a:cubicBezTo>
                      <a:pt x="1025" y="691"/>
                      <a:pt x="1000" y="702"/>
                      <a:pt x="974" y="727"/>
                    </a:cubicBezTo>
                    <a:cubicBezTo>
                      <a:pt x="937" y="763"/>
                      <a:pt x="876" y="782"/>
                      <a:pt x="847" y="823"/>
                    </a:cubicBezTo>
                    <a:cubicBezTo>
                      <a:pt x="836" y="840"/>
                      <a:pt x="831" y="858"/>
                      <a:pt x="834" y="874"/>
                    </a:cubicBezTo>
                    <a:cubicBezTo>
                      <a:pt x="831" y="878"/>
                      <a:pt x="830" y="882"/>
                      <a:pt x="832" y="887"/>
                    </a:cubicBezTo>
                    <a:cubicBezTo>
                      <a:pt x="845" y="909"/>
                      <a:pt x="857" y="928"/>
                      <a:pt x="873" y="948"/>
                    </a:cubicBezTo>
                    <a:cubicBezTo>
                      <a:pt x="721" y="1058"/>
                      <a:pt x="571" y="1170"/>
                      <a:pt x="433" y="1295"/>
                    </a:cubicBezTo>
                    <a:cubicBezTo>
                      <a:pt x="425" y="1280"/>
                      <a:pt x="414" y="1265"/>
                      <a:pt x="405" y="1250"/>
                    </a:cubicBezTo>
                    <a:cubicBezTo>
                      <a:pt x="487" y="1172"/>
                      <a:pt x="571" y="1096"/>
                      <a:pt x="657" y="1023"/>
                    </a:cubicBezTo>
                    <a:cubicBezTo>
                      <a:pt x="660" y="1020"/>
                      <a:pt x="658" y="1016"/>
                      <a:pt x="654" y="1016"/>
                    </a:cubicBezTo>
                    <a:cubicBezTo>
                      <a:pt x="653" y="1016"/>
                      <a:pt x="652" y="1016"/>
                      <a:pt x="651" y="1017"/>
                    </a:cubicBezTo>
                    <a:cubicBezTo>
                      <a:pt x="563" y="1086"/>
                      <a:pt x="481" y="1163"/>
                      <a:pt x="401" y="1244"/>
                    </a:cubicBezTo>
                    <a:cubicBezTo>
                      <a:pt x="392" y="1229"/>
                      <a:pt x="384" y="1217"/>
                      <a:pt x="375" y="1203"/>
                    </a:cubicBezTo>
                    <a:cubicBezTo>
                      <a:pt x="419" y="1176"/>
                      <a:pt x="458" y="1142"/>
                      <a:pt x="494" y="1106"/>
                    </a:cubicBezTo>
                    <a:cubicBezTo>
                      <a:pt x="497" y="1102"/>
                      <a:pt x="495" y="1100"/>
                      <a:pt x="492" y="1100"/>
                    </a:cubicBezTo>
                    <a:cubicBezTo>
                      <a:pt x="491" y="1100"/>
                      <a:pt x="490" y="1100"/>
                      <a:pt x="489" y="1101"/>
                    </a:cubicBezTo>
                    <a:cubicBezTo>
                      <a:pt x="452" y="1136"/>
                      <a:pt x="412" y="1167"/>
                      <a:pt x="371" y="1198"/>
                    </a:cubicBezTo>
                    <a:cubicBezTo>
                      <a:pt x="363" y="1182"/>
                      <a:pt x="353" y="1168"/>
                      <a:pt x="344" y="1153"/>
                    </a:cubicBezTo>
                    <a:cubicBezTo>
                      <a:pt x="417" y="1096"/>
                      <a:pt x="489" y="1034"/>
                      <a:pt x="558" y="970"/>
                    </a:cubicBezTo>
                    <a:cubicBezTo>
                      <a:pt x="560" y="967"/>
                      <a:pt x="557" y="963"/>
                      <a:pt x="555" y="963"/>
                    </a:cubicBezTo>
                    <a:cubicBezTo>
                      <a:pt x="554" y="963"/>
                      <a:pt x="553" y="964"/>
                      <a:pt x="552" y="964"/>
                    </a:cubicBezTo>
                    <a:cubicBezTo>
                      <a:pt x="482" y="1026"/>
                      <a:pt x="410" y="1086"/>
                      <a:pt x="341" y="1149"/>
                    </a:cubicBezTo>
                    <a:cubicBezTo>
                      <a:pt x="336" y="1140"/>
                      <a:pt x="330" y="1132"/>
                      <a:pt x="324" y="1123"/>
                    </a:cubicBezTo>
                    <a:cubicBezTo>
                      <a:pt x="320" y="1117"/>
                      <a:pt x="317" y="1111"/>
                      <a:pt x="312" y="1105"/>
                    </a:cubicBezTo>
                    <a:cubicBezTo>
                      <a:pt x="356" y="1071"/>
                      <a:pt x="400" y="1034"/>
                      <a:pt x="443" y="998"/>
                    </a:cubicBezTo>
                    <a:cubicBezTo>
                      <a:pt x="446" y="995"/>
                      <a:pt x="444" y="992"/>
                      <a:pt x="441" y="992"/>
                    </a:cubicBezTo>
                    <a:cubicBezTo>
                      <a:pt x="440" y="992"/>
                      <a:pt x="439" y="992"/>
                      <a:pt x="438" y="993"/>
                    </a:cubicBezTo>
                    <a:cubicBezTo>
                      <a:pt x="395" y="1028"/>
                      <a:pt x="351" y="1063"/>
                      <a:pt x="309" y="1097"/>
                    </a:cubicBezTo>
                    <a:cubicBezTo>
                      <a:pt x="299" y="1081"/>
                      <a:pt x="288" y="1066"/>
                      <a:pt x="278" y="1049"/>
                    </a:cubicBezTo>
                    <a:cubicBezTo>
                      <a:pt x="368" y="983"/>
                      <a:pt x="452" y="910"/>
                      <a:pt x="533" y="832"/>
                    </a:cubicBezTo>
                    <a:cubicBezTo>
                      <a:pt x="536" y="829"/>
                      <a:pt x="534" y="825"/>
                      <a:pt x="531" y="825"/>
                    </a:cubicBezTo>
                    <a:cubicBezTo>
                      <a:pt x="530" y="825"/>
                      <a:pt x="529" y="826"/>
                      <a:pt x="528" y="826"/>
                    </a:cubicBezTo>
                    <a:cubicBezTo>
                      <a:pt x="445" y="901"/>
                      <a:pt x="360" y="973"/>
                      <a:pt x="274" y="1044"/>
                    </a:cubicBezTo>
                    <a:cubicBezTo>
                      <a:pt x="266" y="1029"/>
                      <a:pt x="256" y="1015"/>
                      <a:pt x="246" y="999"/>
                    </a:cubicBezTo>
                    <a:cubicBezTo>
                      <a:pt x="292" y="964"/>
                      <a:pt x="333" y="927"/>
                      <a:pt x="375" y="890"/>
                    </a:cubicBezTo>
                    <a:cubicBezTo>
                      <a:pt x="378" y="887"/>
                      <a:pt x="375" y="884"/>
                      <a:pt x="372" y="884"/>
                    </a:cubicBezTo>
                    <a:cubicBezTo>
                      <a:pt x="371" y="884"/>
                      <a:pt x="371" y="884"/>
                      <a:pt x="370" y="885"/>
                    </a:cubicBezTo>
                    <a:cubicBezTo>
                      <a:pt x="327" y="920"/>
                      <a:pt x="283" y="956"/>
                      <a:pt x="242" y="993"/>
                    </a:cubicBezTo>
                    <a:cubicBezTo>
                      <a:pt x="235" y="980"/>
                      <a:pt x="226" y="967"/>
                      <a:pt x="218" y="954"/>
                    </a:cubicBezTo>
                    <a:cubicBezTo>
                      <a:pt x="292" y="897"/>
                      <a:pt x="364" y="837"/>
                      <a:pt x="433" y="775"/>
                    </a:cubicBezTo>
                    <a:cubicBezTo>
                      <a:pt x="436" y="773"/>
                      <a:pt x="433" y="767"/>
                      <a:pt x="430" y="767"/>
                    </a:cubicBezTo>
                    <a:cubicBezTo>
                      <a:pt x="429" y="767"/>
                      <a:pt x="428" y="767"/>
                      <a:pt x="428" y="768"/>
                    </a:cubicBezTo>
                    <a:cubicBezTo>
                      <a:pt x="355" y="824"/>
                      <a:pt x="283" y="886"/>
                      <a:pt x="213" y="947"/>
                    </a:cubicBezTo>
                    <a:lnTo>
                      <a:pt x="186" y="905"/>
                    </a:lnTo>
                    <a:cubicBezTo>
                      <a:pt x="297" y="819"/>
                      <a:pt x="410" y="731"/>
                      <a:pt x="508" y="633"/>
                    </a:cubicBezTo>
                    <a:cubicBezTo>
                      <a:pt x="511" y="630"/>
                      <a:pt x="508" y="625"/>
                      <a:pt x="505" y="625"/>
                    </a:cubicBezTo>
                    <a:cubicBezTo>
                      <a:pt x="504" y="625"/>
                      <a:pt x="504" y="625"/>
                      <a:pt x="503" y="626"/>
                    </a:cubicBezTo>
                    <a:cubicBezTo>
                      <a:pt x="391" y="707"/>
                      <a:pt x="284" y="805"/>
                      <a:pt x="182" y="900"/>
                    </a:cubicBezTo>
                    <a:lnTo>
                      <a:pt x="151" y="854"/>
                    </a:lnTo>
                    <a:cubicBezTo>
                      <a:pt x="181" y="829"/>
                      <a:pt x="211" y="804"/>
                      <a:pt x="241" y="781"/>
                    </a:cubicBezTo>
                    <a:cubicBezTo>
                      <a:pt x="273" y="756"/>
                      <a:pt x="310" y="733"/>
                      <a:pt x="340" y="706"/>
                    </a:cubicBezTo>
                    <a:cubicBezTo>
                      <a:pt x="343" y="703"/>
                      <a:pt x="340" y="699"/>
                      <a:pt x="336" y="699"/>
                    </a:cubicBezTo>
                    <a:cubicBezTo>
                      <a:pt x="336" y="699"/>
                      <a:pt x="335" y="699"/>
                      <a:pt x="334" y="699"/>
                    </a:cubicBezTo>
                    <a:cubicBezTo>
                      <a:pt x="267" y="732"/>
                      <a:pt x="200" y="793"/>
                      <a:pt x="148" y="848"/>
                    </a:cubicBezTo>
                    <a:cubicBezTo>
                      <a:pt x="144" y="842"/>
                      <a:pt x="141" y="838"/>
                      <a:pt x="138" y="832"/>
                    </a:cubicBezTo>
                    <a:cubicBezTo>
                      <a:pt x="131" y="822"/>
                      <a:pt x="123" y="810"/>
                      <a:pt x="113" y="800"/>
                    </a:cubicBezTo>
                    <a:cubicBezTo>
                      <a:pt x="235" y="749"/>
                      <a:pt x="346" y="647"/>
                      <a:pt x="441" y="559"/>
                    </a:cubicBezTo>
                    <a:cubicBezTo>
                      <a:pt x="444" y="557"/>
                      <a:pt x="442" y="552"/>
                      <a:pt x="438" y="552"/>
                    </a:cubicBezTo>
                    <a:cubicBezTo>
                      <a:pt x="438" y="552"/>
                      <a:pt x="437" y="552"/>
                      <a:pt x="436" y="553"/>
                    </a:cubicBezTo>
                    <a:cubicBezTo>
                      <a:pt x="325" y="634"/>
                      <a:pt x="232" y="735"/>
                      <a:pt x="108" y="795"/>
                    </a:cubicBezTo>
                    <a:cubicBezTo>
                      <a:pt x="100" y="787"/>
                      <a:pt x="93" y="781"/>
                      <a:pt x="85" y="777"/>
                    </a:cubicBezTo>
                    <a:cubicBezTo>
                      <a:pt x="150" y="708"/>
                      <a:pt x="246" y="654"/>
                      <a:pt x="318" y="602"/>
                    </a:cubicBezTo>
                    <a:cubicBezTo>
                      <a:pt x="410" y="536"/>
                      <a:pt x="503" y="470"/>
                      <a:pt x="596" y="405"/>
                    </a:cubicBezTo>
                    <a:cubicBezTo>
                      <a:pt x="779" y="278"/>
                      <a:pt x="963" y="157"/>
                      <a:pt x="1149" y="36"/>
                    </a:cubicBezTo>
                    <a:lnTo>
                      <a:pt x="1153" y="32"/>
                    </a:lnTo>
                    <a:cubicBezTo>
                      <a:pt x="1154" y="32"/>
                      <a:pt x="1155" y="32"/>
                      <a:pt x="1157" y="32"/>
                    </a:cubicBezTo>
                    <a:close/>
                    <a:moveTo>
                      <a:pt x="268" y="1105"/>
                    </a:moveTo>
                    <a:lnTo>
                      <a:pt x="306" y="1166"/>
                    </a:lnTo>
                    <a:cubicBezTo>
                      <a:pt x="287" y="1218"/>
                      <a:pt x="265" y="1273"/>
                      <a:pt x="249" y="1327"/>
                    </a:cubicBezTo>
                    <a:cubicBezTo>
                      <a:pt x="237" y="1300"/>
                      <a:pt x="225" y="1272"/>
                      <a:pt x="213" y="1243"/>
                    </a:cubicBezTo>
                    <a:cubicBezTo>
                      <a:pt x="233" y="1198"/>
                      <a:pt x="252" y="1151"/>
                      <a:pt x="268" y="1105"/>
                    </a:cubicBezTo>
                    <a:close/>
                    <a:moveTo>
                      <a:pt x="317" y="1182"/>
                    </a:moveTo>
                    <a:cubicBezTo>
                      <a:pt x="325" y="1197"/>
                      <a:pt x="333" y="1209"/>
                      <a:pt x="343" y="1223"/>
                    </a:cubicBezTo>
                    <a:cubicBezTo>
                      <a:pt x="312" y="1283"/>
                      <a:pt x="297" y="1350"/>
                      <a:pt x="286" y="1416"/>
                    </a:cubicBezTo>
                    <a:cubicBezTo>
                      <a:pt x="283" y="1407"/>
                      <a:pt x="279" y="1400"/>
                      <a:pt x="276" y="1391"/>
                    </a:cubicBezTo>
                    <a:cubicBezTo>
                      <a:pt x="269" y="1377"/>
                      <a:pt x="264" y="1362"/>
                      <a:pt x="258" y="1349"/>
                    </a:cubicBezTo>
                    <a:cubicBezTo>
                      <a:pt x="283" y="1298"/>
                      <a:pt x="303" y="1238"/>
                      <a:pt x="317" y="1182"/>
                    </a:cubicBezTo>
                    <a:close/>
                    <a:moveTo>
                      <a:pt x="350" y="1237"/>
                    </a:moveTo>
                    <a:cubicBezTo>
                      <a:pt x="359" y="1252"/>
                      <a:pt x="369" y="1267"/>
                      <a:pt x="378" y="1281"/>
                    </a:cubicBezTo>
                    <a:cubicBezTo>
                      <a:pt x="382" y="1288"/>
                      <a:pt x="386" y="1294"/>
                      <a:pt x="391" y="1300"/>
                    </a:cubicBezTo>
                    <a:cubicBezTo>
                      <a:pt x="389" y="1300"/>
                      <a:pt x="386" y="1301"/>
                      <a:pt x="385" y="1305"/>
                    </a:cubicBezTo>
                    <a:cubicBezTo>
                      <a:pt x="363" y="1368"/>
                      <a:pt x="341" y="1432"/>
                      <a:pt x="322" y="1494"/>
                    </a:cubicBezTo>
                    <a:cubicBezTo>
                      <a:pt x="312" y="1474"/>
                      <a:pt x="303" y="1452"/>
                      <a:pt x="293" y="1431"/>
                    </a:cubicBezTo>
                    <a:cubicBezTo>
                      <a:pt x="305" y="1362"/>
                      <a:pt x="327" y="1301"/>
                      <a:pt x="350" y="1237"/>
                    </a:cubicBezTo>
                    <a:close/>
                    <a:moveTo>
                      <a:pt x="399" y="1311"/>
                    </a:moveTo>
                    <a:cubicBezTo>
                      <a:pt x="412" y="1335"/>
                      <a:pt x="427" y="1357"/>
                      <a:pt x="442" y="1380"/>
                    </a:cubicBezTo>
                    <a:cubicBezTo>
                      <a:pt x="441" y="1380"/>
                      <a:pt x="439" y="1381"/>
                      <a:pt x="439" y="1382"/>
                    </a:cubicBezTo>
                    <a:cubicBezTo>
                      <a:pt x="410" y="1444"/>
                      <a:pt x="372" y="1519"/>
                      <a:pt x="364" y="1588"/>
                    </a:cubicBezTo>
                    <a:cubicBezTo>
                      <a:pt x="351" y="1562"/>
                      <a:pt x="340" y="1535"/>
                      <a:pt x="328" y="1510"/>
                    </a:cubicBezTo>
                    <a:cubicBezTo>
                      <a:pt x="353" y="1444"/>
                      <a:pt x="375" y="1378"/>
                      <a:pt x="399" y="1311"/>
                    </a:cubicBezTo>
                    <a:close/>
                    <a:moveTo>
                      <a:pt x="448" y="1392"/>
                    </a:moveTo>
                    <a:cubicBezTo>
                      <a:pt x="460" y="1411"/>
                      <a:pt x="472" y="1429"/>
                      <a:pt x="483" y="1447"/>
                    </a:cubicBezTo>
                    <a:cubicBezTo>
                      <a:pt x="452" y="1521"/>
                      <a:pt x="425" y="1597"/>
                      <a:pt x="399" y="1672"/>
                    </a:cubicBezTo>
                    <a:cubicBezTo>
                      <a:pt x="387" y="1647"/>
                      <a:pt x="376" y="1621"/>
                      <a:pt x="365" y="1596"/>
                    </a:cubicBezTo>
                    <a:cubicBezTo>
                      <a:pt x="396" y="1530"/>
                      <a:pt x="420" y="1460"/>
                      <a:pt x="448" y="1392"/>
                    </a:cubicBezTo>
                    <a:close/>
                    <a:moveTo>
                      <a:pt x="1546" y="483"/>
                    </a:moveTo>
                    <a:cubicBezTo>
                      <a:pt x="1594" y="533"/>
                      <a:pt x="1627" y="594"/>
                      <a:pt x="1669" y="649"/>
                    </a:cubicBezTo>
                    <a:cubicBezTo>
                      <a:pt x="1715" y="710"/>
                      <a:pt x="1765" y="769"/>
                      <a:pt x="1821" y="820"/>
                    </a:cubicBezTo>
                    <a:cubicBezTo>
                      <a:pt x="1653" y="1004"/>
                      <a:pt x="1450" y="1150"/>
                      <a:pt x="1250" y="1295"/>
                    </a:cubicBezTo>
                    <a:cubicBezTo>
                      <a:pt x="1164" y="1357"/>
                      <a:pt x="1079" y="1422"/>
                      <a:pt x="998" y="1490"/>
                    </a:cubicBezTo>
                    <a:cubicBezTo>
                      <a:pt x="900" y="1572"/>
                      <a:pt x="814" y="1666"/>
                      <a:pt x="711" y="1740"/>
                    </a:cubicBezTo>
                    <a:cubicBezTo>
                      <a:pt x="704" y="1730"/>
                      <a:pt x="698" y="1720"/>
                      <a:pt x="692" y="1708"/>
                    </a:cubicBezTo>
                    <a:cubicBezTo>
                      <a:pt x="800" y="1619"/>
                      <a:pt x="905" y="1525"/>
                      <a:pt x="1005" y="1428"/>
                    </a:cubicBezTo>
                    <a:cubicBezTo>
                      <a:pt x="1008" y="1425"/>
                      <a:pt x="1005" y="1420"/>
                      <a:pt x="1002" y="1420"/>
                    </a:cubicBezTo>
                    <a:cubicBezTo>
                      <a:pt x="1001" y="1420"/>
                      <a:pt x="999" y="1421"/>
                      <a:pt x="999" y="1422"/>
                    </a:cubicBezTo>
                    <a:cubicBezTo>
                      <a:pt x="895" y="1515"/>
                      <a:pt x="791" y="1608"/>
                      <a:pt x="689" y="1702"/>
                    </a:cubicBezTo>
                    <a:cubicBezTo>
                      <a:pt x="678" y="1684"/>
                      <a:pt x="667" y="1667"/>
                      <a:pt x="657" y="1649"/>
                    </a:cubicBezTo>
                    <a:cubicBezTo>
                      <a:pt x="714" y="1596"/>
                      <a:pt x="773" y="1546"/>
                      <a:pt x="835" y="1498"/>
                    </a:cubicBezTo>
                    <a:cubicBezTo>
                      <a:pt x="837" y="1495"/>
                      <a:pt x="835" y="1491"/>
                      <a:pt x="832" y="1491"/>
                    </a:cubicBezTo>
                    <a:cubicBezTo>
                      <a:pt x="832" y="1491"/>
                      <a:pt x="831" y="1491"/>
                      <a:pt x="831" y="1491"/>
                    </a:cubicBezTo>
                    <a:cubicBezTo>
                      <a:pt x="768" y="1537"/>
                      <a:pt x="709" y="1589"/>
                      <a:pt x="653" y="1644"/>
                    </a:cubicBezTo>
                    <a:lnTo>
                      <a:pt x="615" y="1582"/>
                    </a:lnTo>
                    <a:cubicBezTo>
                      <a:pt x="668" y="1534"/>
                      <a:pt x="726" y="1490"/>
                      <a:pt x="786" y="1451"/>
                    </a:cubicBezTo>
                    <a:cubicBezTo>
                      <a:pt x="789" y="1449"/>
                      <a:pt x="787" y="1445"/>
                      <a:pt x="785" y="1445"/>
                    </a:cubicBezTo>
                    <a:cubicBezTo>
                      <a:pt x="784" y="1445"/>
                      <a:pt x="783" y="1446"/>
                      <a:pt x="783" y="1446"/>
                    </a:cubicBezTo>
                    <a:cubicBezTo>
                      <a:pt x="719" y="1484"/>
                      <a:pt x="663" y="1528"/>
                      <a:pt x="611" y="1577"/>
                    </a:cubicBezTo>
                    <a:lnTo>
                      <a:pt x="565" y="1505"/>
                    </a:lnTo>
                    <a:cubicBezTo>
                      <a:pt x="640" y="1448"/>
                      <a:pt x="713" y="1389"/>
                      <a:pt x="786" y="1331"/>
                    </a:cubicBezTo>
                    <a:cubicBezTo>
                      <a:pt x="788" y="1328"/>
                      <a:pt x="786" y="1325"/>
                      <a:pt x="784" y="1325"/>
                    </a:cubicBezTo>
                    <a:cubicBezTo>
                      <a:pt x="783" y="1325"/>
                      <a:pt x="783" y="1325"/>
                      <a:pt x="783" y="1326"/>
                    </a:cubicBezTo>
                    <a:cubicBezTo>
                      <a:pt x="708" y="1382"/>
                      <a:pt x="634" y="1439"/>
                      <a:pt x="563" y="1501"/>
                    </a:cubicBezTo>
                    <a:cubicBezTo>
                      <a:pt x="548" y="1478"/>
                      <a:pt x="533" y="1455"/>
                      <a:pt x="519" y="1430"/>
                    </a:cubicBezTo>
                    <a:cubicBezTo>
                      <a:pt x="580" y="1391"/>
                      <a:pt x="639" y="1347"/>
                      <a:pt x="694" y="1300"/>
                    </a:cubicBezTo>
                    <a:cubicBezTo>
                      <a:pt x="696" y="1298"/>
                      <a:pt x="694" y="1294"/>
                      <a:pt x="692" y="1294"/>
                    </a:cubicBezTo>
                    <a:cubicBezTo>
                      <a:pt x="691" y="1294"/>
                      <a:pt x="691" y="1295"/>
                      <a:pt x="691" y="1295"/>
                    </a:cubicBezTo>
                    <a:cubicBezTo>
                      <a:pt x="632" y="1338"/>
                      <a:pt x="575" y="1382"/>
                      <a:pt x="517" y="1425"/>
                    </a:cubicBezTo>
                    <a:cubicBezTo>
                      <a:pt x="493" y="1389"/>
                      <a:pt x="471" y="1352"/>
                      <a:pt x="447" y="1316"/>
                    </a:cubicBezTo>
                    <a:cubicBezTo>
                      <a:pt x="448" y="1316"/>
                      <a:pt x="450" y="1315"/>
                      <a:pt x="450" y="1315"/>
                    </a:cubicBezTo>
                    <a:cubicBezTo>
                      <a:pt x="595" y="1199"/>
                      <a:pt x="740" y="1082"/>
                      <a:pt x="892" y="974"/>
                    </a:cubicBezTo>
                    <a:cubicBezTo>
                      <a:pt x="903" y="989"/>
                      <a:pt x="917" y="1005"/>
                      <a:pt x="932" y="1016"/>
                    </a:cubicBezTo>
                    <a:cubicBezTo>
                      <a:pt x="941" y="1039"/>
                      <a:pt x="959" y="1049"/>
                      <a:pt x="981" y="1049"/>
                    </a:cubicBezTo>
                    <a:cubicBezTo>
                      <a:pt x="1067" y="1049"/>
                      <a:pt x="1220" y="901"/>
                      <a:pt x="1228" y="845"/>
                    </a:cubicBezTo>
                    <a:cubicBezTo>
                      <a:pt x="1229" y="834"/>
                      <a:pt x="1221" y="829"/>
                      <a:pt x="1213" y="828"/>
                    </a:cubicBezTo>
                    <a:cubicBezTo>
                      <a:pt x="1215" y="823"/>
                      <a:pt x="1215" y="815"/>
                      <a:pt x="1210" y="808"/>
                    </a:cubicBezTo>
                    <a:cubicBezTo>
                      <a:pt x="1199" y="795"/>
                      <a:pt x="1188" y="781"/>
                      <a:pt x="1177" y="768"/>
                    </a:cubicBezTo>
                    <a:cubicBezTo>
                      <a:pt x="1302" y="677"/>
                      <a:pt x="1423" y="578"/>
                      <a:pt x="1546" y="483"/>
                    </a:cubicBezTo>
                    <a:close/>
                    <a:moveTo>
                      <a:pt x="635" y="1689"/>
                    </a:moveTo>
                    <a:cubicBezTo>
                      <a:pt x="650" y="1710"/>
                      <a:pt x="662" y="1731"/>
                      <a:pt x="676" y="1753"/>
                    </a:cubicBezTo>
                    <a:cubicBezTo>
                      <a:pt x="651" y="1753"/>
                      <a:pt x="624" y="1756"/>
                      <a:pt x="596" y="1764"/>
                    </a:cubicBezTo>
                    <a:cubicBezTo>
                      <a:pt x="611" y="1739"/>
                      <a:pt x="625" y="1714"/>
                      <a:pt x="635" y="1689"/>
                    </a:cubicBezTo>
                    <a:close/>
                    <a:moveTo>
                      <a:pt x="589" y="1617"/>
                    </a:moveTo>
                    <a:cubicBezTo>
                      <a:pt x="602" y="1638"/>
                      <a:pt x="616" y="1658"/>
                      <a:pt x="629" y="1679"/>
                    </a:cubicBezTo>
                    <a:cubicBezTo>
                      <a:pt x="627" y="1679"/>
                      <a:pt x="626" y="1680"/>
                      <a:pt x="626" y="1682"/>
                    </a:cubicBezTo>
                    <a:cubicBezTo>
                      <a:pt x="610" y="1708"/>
                      <a:pt x="596" y="1739"/>
                      <a:pt x="584" y="1767"/>
                    </a:cubicBezTo>
                    <a:cubicBezTo>
                      <a:pt x="555" y="1776"/>
                      <a:pt x="530" y="1789"/>
                      <a:pt x="506" y="1805"/>
                    </a:cubicBezTo>
                    <a:cubicBezTo>
                      <a:pt x="538" y="1745"/>
                      <a:pt x="568" y="1680"/>
                      <a:pt x="589" y="1617"/>
                    </a:cubicBezTo>
                    <a:close/>
                    <a:moveTo>
                      <a:pt x="492" y="1463"/>
                    </a:moveTo>
                    <a:cubicBezTo>
                      <a:pt x="504" y="1483"/>
                      <a:pt x="518" y="1503"/>
                      <a:pt x="529" y="1523"/>
                    </a:cubicBezTo>
                    <a:cubicBezTo>
                      <a:pt x="492" y="1596"/>
                      <a:pt x="464" y="1677"/>
                      <a:pt x="436" y="1751"/>
                    </a:cubicBezTo>
                    <a:cubicBezTo>
                      <a:pt x="434" y="1754"/>
                      <a:pt x="437" y="1757"/>
                      <a:pt x="440" y="1757"/>
                    </a:cubicBezTo>
                    <a:cubicBezTo>
                      <a:pt x="441" y="1757"/>
                      <a:pt x="442" y="1756"/>
                      <a:pt x="443" y="1754"/>
                    </a:cubicBezTo>
                    <a:cubicBezTo>
                      <a:pt x="476" y="1683"/>
                      <a:pt x="510" y="1608"/>
                      <a:pt x="536" y="1534"/>
                    </a:cubicBezTo>
                    <a:cubicBezTo>
                      <a:pt x="552" y="1557"/>
                      <a:pt x="566" y="1581"/>
                      <a:pt x="581" y="1605"/>
                    </a:cubicBezTo>
                    <a:cubicBezTo>
                      <a:pt x="544" y="1673"/>
                      <a:pt x="509" y="1751"/>
                      <a:pt x="482" y="1826"/>
                    </a:cubicBezTo>
                    <a:cubicBezTo>
                      <a:pt x="476" y="1832"/>
                      <a:pt x="469" y="1838"/>
                      <a:pt x="463" y="1846"/>
                    </a:cubicBezTo>
                    <a:cubicBezTo>
                      <a:pt x="445" y="1790"/>
                      <a:pt x="425" y="1734"/>
                      <a:pt x="401" y="1679"/>
                    </a:cubicBezTo>
                    <a:cubicBezTo>
                      <a:pt x="402" y="1679"/>
                      <a:pt x="405" y="1679"/>
                      <a:pt x="405" y="1678"/>
                    </a:cubicBezTo>
                    <a:cubicBezTo>
                      <a:pt x="420" y="1642"/>
                      <a:pt x="436" y="1606"/>
                      <a:pt x="450" y="1569"/>
                    </a:cubicBezTo>
                    <a:lnTo>
                      <a:pt x="473" y="1511"/>
                    </a:lnTo>
                    <a:cubicBezTo>
                      <a:pt x="477" y="1500"/>
                      <a:pt x="482" y="1489"/>
                      <a:pt x="485" y="1478"/>
                    </a:cubicBezTo>
                    <a:cubicBezTo>
                      <a:pt x="489" y="1473"/>
                      <a:pt x="492" y="1468"/>
                      <a:pt x="492" y="1463"/>
                    </a:cubicBezTo>
                    <a:close/>
                    <a:moveTo>
                      <a:pt x="1181" y="0"/>
                    </a:moveTo>
                    <a:cubicBezTo>
                      <a:pt x="1170" y="0"/>
                      <a:pt x="1159" y="2"/>
                      <a:pt x="1148" y="5"/>
                    </a:cubicBezTo>
                    <a:cubicBezTo>
                      <a:pt x="1145" y="3"/>
                      <a:pt x="1142" y="1"/>
                      <a:pt x="1139" y="1"/>
                    </a:cubicBezTo>
                    <a:cubicBezTo>
                      <a:pt x="1136" y="1"/>
                      <a:pt x="1133" y="2"/>
                      <a:pt x="1130" y="5"/>
                    </a:cubicBezTo>
                    <a:cubicBezTo>
                      <a:pt x="1032" y="66"/>
                      <a:pt x="935" y="128"/>
                      <a:pt x="840" y="193"/>
                    </a:cubicBezTo>
                    <a:cubicBezTo>
                      <a:pt x="801" y="142"/>
                      <a:pt x="734" y="36"/>
                      <a:pt x="667" y="30"/>
                    </a:cubicBezTo>
                    <a:cubicBezTo>
                      <a:pt x="666" y="30"/>
                      <a:pt x="665" y="30"/>
                      <a:pt x="663" y="30"/>
                    </a:cubicBezTo>
                    <a:cubicBezTo>
                      <a:pt x="635" y="30"/>
                      <a:pt x="600" y="62"/>
                      <a:pt x="579" y="75"/>
                    </a:cubicBezTo>
                    <a:cubicBezTo>
                      <a:pt x="526" y="108"/>
                      <a:pt x="477" y="143"/>
                      <a:pt x="427" y="180"/>
                    </a:cubicBezTo>
                    <a:cubicBezTo>
                      <a:pt x="374" y="220"/>
                      <a:pt x="276" y="272"/>
                      <a:pt x="260" y="342"/>
                    </a:cubicBezTo>
                    <a:cubicBezTo>
                      <a:pt x="246" y="406"/>
                      <a:pt x="310" y="488"/>
                      <a:pt x="354" y="529"/>
                    </a:cubicBezTo>
                    <a:cubicBezTo>
                      <a:pt x="311" y="559"/>
                      <a:pt x="268" y="590"/>
                      <a:pt x="226" y="621"/>
                    </a:cubicBezTo>
                    <a:cubicBezTo>
                      <a:pt x="170" y="662"/>
                      <a:pt x="73" y="710"/>
                      <a:pt x="38" y="776"/>
                    </a:cubicBezTo>
                    <a:cubicBezTo>
                      <a:pt x="1" y="802"/>
                      <a:pt x="28" y="870"/>
                      <a:pt x="38" y="904"/>
                    </a:cubicBezTo>
                    <a:cubicBezTo>
                      <a:pt x="67" y="1008"/>
                      <a:pt x="116" y="1107"/>
                      <a:pt x="157" y="1207"/>
                    </a:cubicBezTo>
                    <a:cubicBezTo>
                      <a:pt x="253" y="1426"/>
                      <a:pt x="336" y="1656"/>
                      <a:pt x="451" y="1866"/>
                    </a:cubicBezTo>
                    <a:cubicBezTo>
                      <a:pt x="450" y="1875"/>
                      <a:pt x="458" y="1884"/>
                      <a:pt x="466" y="1884"/>
                    </a:cubicBezTo>
                    <a:cubicBezTo>
                      <a:pt x="470" y="1884"/>
                      <a:pt x="474" y="1882"/>
                      <a:pt x="477" y="1878"/>
                    </a:cubicBezTo>
                    <a:cubicBezTo>
                      <a:pt x="538" y="1804"/>
                      <a:pt x="615" y="1811"/>
                      <a:pt x="699" y="1785"/>
                    </a:cubicBezTo>
                    <a:cubicBezTo>
                      <a:pt x="707" y="1782"/>
                      <a:pt x="710" y="1776"/>
                      <a:pt x="710" y="1770"/>
                    </a:cubicBezTo>
                    <a:cubicBezTo>
                      <a:pt x="712" y="1770"/>
                      <a:pt x="714" y="1770"/>
                      <a:pt x="715" y="1769"/>
                    </a:cubicBezTo>
                    <a:cubicBezTo>
                      <a:pt x="819" y="1723"/>
                      <a:pt x="892" y="1633"/>
                      <a:pt x="975" y="1559"/>
                    </a:cubicBezTo>
                    <a:cubicBezTo>
                      <a:pt x="1076" y="1469"/>
                      <a:pt x="1185" y="1388"/>
                      <a:pt x="1293" y="1309"/>
                    </a:cubicBezTo>
                    <a:cubicBezTo>
                      <a:pt x="1490" y="1166"/>
                      <a:pt x="1686" y="1024"/>
                      <a:pt x="1849" y="843"/>
                    </a:cubicBezTo>
                    <a:cubicBezTo>
                      <a:pt x="1858" y="834"/>
                      <a:pt x="1857" y="824"/>
                      <a:pt x="1850" y="817"/>
                    </a:cubicBezTo>
                    <a:cubicBezTo>
                      <a:pt x="1804" y="740"/>
                      <a:pt x="1738" y="677"/>
                      <a:pt x="1687" y="604"/>
                    </a:cubicBezTo>
                    <a:cubicBezTo>
                      <a:pt x="1652" y="553"/>
                      <a:pt x="1624" y="498"/>
                      <a:pt x="1578" y="455"/>
                    </a:cubicBezTo>
                    <a:cubicBezTo>
                      <a:pt x="1582" y="451"/>
                      <a:pt x="1587" y="449"/>
                      <a:pt x="1590" y="445"/>
                    </a:cubicBezTo>
                    <a:lnTo>
                      <a:pt x="1592" y="445"/>
                    </a:lnTo>
                    <a:cubicBezTo>
                      <a:pt x="1691" y="435"/>
                      <a:pt x="1502" y="246"/>
                      <a:pt x="1483" y="226"/>
                    </a:cubicBezTo>
                    <a:cubicBezTo>
                      <a:pt x="1417" y="155"/>
                      <a:pt x="1296" y="0"/>
                      <a:pt x="11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71" name="Google Shape;5971;p42"/>
              <p:cNvSpPr/>
              <p:nvPr/>
            </p:nvSpPr>
            <p:spPr>
              <a:xfrm>
                <a:off x="6004439" y="2427191"/>
                <a:ext cx="25429" cy="22803"/>
              </a:xfrm>
              <a:custGeom>
                <a:avLst/>
                <a:gdLst/>
                <a:ahLst/>
                <a:cxnLst/>
                <a:rect l="l" t="t" r="r" b="b"/>
                <a:pathLst>
                  <a:path w="213" h="191" extrusionOk="0">
                    <a:moveTo>
                      <a:pt x="137" y="36"/>
                    </a:moveTo>
                    <a:cubicBezTo>
                      <a:pt x="140" y="36"/>
                      <a:pt x="143" y="37"/>
                      <a:pt x="146" y="38"/>
                    </a:cubicBezTo>
                    <a:cubicBezTo>
                      <a:pt x="154" y="44"/>
                      <a:pt x="164" y="56"/>
                      <a:pt x="173" y="64"/>
                    </a:cubicBezTo>
                    <a:cubicBezTo>
                      <a:pt x="149" y="85"/>
                      <a:pt x="127" y="107"/>
                      <a:pt x="103" y="128"/>
                    </a:cubicBezTo>
                    <a:cubicBezTo>
                      <a:pt x="94" y="135"/>
                      <a:pt x="81" y="156"/>
                      <a:pt x="68" y="156"/>
                    </a:cubicBezTo>
                    <a:cubicBezTo>
                      <a:pt x="68" y="156"/>
                      <a:pt x="67" y="156"/>
                      <a:pt x="66" y="156"/>
                    </a:cubicBezTo>
                    <a:cubicBezTo>
                      <a:pt x="55" y="155"/>
                      <a:pt x="37" y="130"/>
                      <a:pt x="30" y="122"/>
                    </a:cubicBezTo>
                    <a:lnTo>
                      <a:pt x="29" y="120"/>
                    </a:lnTo>
                    <a:cubicBezTo>
                      <a:pt x="30" y="120"/>
                      <a:pt x="30" y="120"/>
                      <a:pt x="31" y="119"/>
                    </a:cubicBezTo>
                    <a:cubicBezTo>
                      <a:pt x="57" y="102"/>
                      <a:pt x="80" y="74"/>
                      <a:pt x="105" y="56"/>
                    </a:cubicBezTo>
                    <a:cubicBezTo>
                      <a:pt x="115" y="48"/>
                      <a:pt x="126" y="36"/>
                      <a:pt x="137" y="36"/>
                    </a:cubicBezTo>
                    <a:close/>
                    <a:moveTo>
                      <a:pt x="137" y="0"/>
                    </a:moveTo>
                    <a:cubicBezTo>
                      <a:pt x="132" y="0"/>
                      <a:pt x="126" y="2"/>
                      <a:pt x="120" y="5"/>
                    </a:cubicBezTo>
                    <a:cubicBezTo>
                      <a:pt x="82" y="23"/>
                      <a:pt x="34" y="65"/>
                      <a:pt x="11" y="100"/>
                    </a:cubicBezTo>
                    <a:cubicBezTo>
                      <a:pt x="8" y="107"/>
                      <a:pt x="10" y="113"/>
                      <a:pt x="14" y="116"/>
                    </a:cubicBezTo>
                    <a:cubicBezTo>
                      <a:pt x="13" y="116"/>
                      <a:pt x="10" y="118"/>
                      <a:pt x="9" y="119"/>
                    </a:cubicBezTo>
                    <a:lnTo>
                      <a:pt x="8" y="120"/>
                    </a:lnTo>
                    <a:cubicBezTo>
                      <a:pt x="3" y="125"/>
                      <a:pt x="1" y="134"/>
                      <a:pt x="5" y="140"/>
                    </a:cubicBezTo>
                    <a:cubicBezTo>
                      <a:pt x="18" y="158"/>
                      <a:pt x="43" y="191"/>
                      <a:pt x="70" y="191"/>
                    </a:cubicBezTo>
                    <a:cubicBezTo>
                      <a:pt x="75" y="191"/>
                      <a:pt x="80" y="189"/>
                      <a:pt x="85" y="187"/>
                    </a:cubicBezTo>
                    <a:cubicBezTo>
                      <a:pt x="103" y="178"/>
                      <a:pt x="120" y="155"/>
                      <a:pt x="136" y="141"/>
                    </a:cubicBezTo>
                    <a:lnTo>
                      <a:pt x="205" y="76"/>
                    </a:lnTo>
                    <a:cubicBezTo>
                      <a:pt x="213" y="71"/>
                      <a:pt x="213" y="59"/>
                      <a:pt x="206" y="54"/>
                    </a:cubicBezTo>
                    <a:cubicBezTo>
                      <a:pt x="187" y="35"/>
                      <a:pt x="166" y="0"/>
                      <a:pt x="1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72" name="Google Shape;5972;p42"/>
              <p:cNvSpPr/>
              <p:nvPr/>
            </p:nvSpPr>
            <p:spPr>
              <a:xfrm>
                <a:off x="5951074" y="2476258"/>
                <a:ext cx="30324" cy="23399"/>
              </a:xfrm>
              <a:custGeom>
                <a:avLst/>
                <a:gdLst/>
                <a:ahLst/>
                <a:cxnLst/>
                <a:rect l="l" t="t" r="r" b="b"/>
                <a:pathLst>
                  <a:path w="254" h="196" extrusionOk="0">
                    <a:moveTo>
                      <a:pt x="249" y="1"/>
                    </a:moveTo>
                    <a:cubicBezTo>
                      <a:pt x="248" y="1"/>
                      <a:pt x="248" y="1"/>
                      <a:pt x="247" y="1"/>
                    </a:cubicBezTo>
                    <a:cubicBezTo>
                      <a:pt x="172" y="72"/>
                      <a:pt x="90" y="133"/>
                      <a:pt x="3" y="189"/>
                    </a:cubicBezTo>
                    <a:cubicBezTo>
                      <a:pt x="0" y="192"/>
                      <a:pt x="2" y="196"/>
                      <a:pt x="5" y="196"/>
                    </a:cubicBezTo>
                    <a:cubicBezTo>
                      <a:pt x="6" y="196"/>
                      <a:pt x="6" y="196"/>
                      <a:pt x="7" y="195"/>
                    </a:cubicBezTo>
                    <a:cubicBezTo>
                      <a:pt x="98" y="144"/>
                      <a:pt x="180" y="80"/>
                      <a:pt x="252" y="5"/>
                    </a:cubicBezTo>
                    <a:cubicBezTo>
                      <a:pt x="253" y="3"/>
                      <a:pt x="251" y="1"/>
                      <a:pt x="2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</p:grpSp>
      </p:grpSp>
      <p:grpSp>
        <p:nvGrpSpPr>
          <p:cNvPr id="5973" name="Google Shape;5973;p42"/>
          <p:cNvGrpSpPr/>
          <p:nvPr/>
        </p:nvGrpSpPr>
        <p:grpSpPr>
          <a:xfrm>
            <a:off x="7827280" y="1879603"/>
            <a:ext cx="1266363" cy="1265599"/>
            <a:chOff x="5843499" y="1329896"/>
            <a:chExt cx="956949" cy="956371"/>
          </a:xfrm>
        </p:grpSpPr>
        <p:sp>
          <p:nvSpPr>
            <p:cNvPr id="5974" name="Google Shape;5974;p42"/>
            <p:cNvSpPr/>
            <p:nvPr/>
          </p:nvSpPr>
          <p:spPr>
            <a:xfrm>
              <a:off x="5914269" y="1400102"/>
              <a:ext cx="815409" cy="815397"/>
            </a:xfrm>
            <a:custGeom>
              <a:avLst/>
              <a:gdLst/>
              <a:ahLst/>
              <a:cxnLst/>
              <a:rect l="l" t="t" r="r" b="b"/>
              <a:pathLst>
                <a:path w="2892" h="2892" extrusionOk="0">
                  <a:moveTo>
                    <a:pt x="1446" y="1"/>
                  </a:moveTo>
                  <a:cubicBezTo>
                    <a:pt x="648" y="1"/>
                    <a:pt x="1" y="647"/>
                    <a:pt x="1" y="1446"/>
                  </a:cubicBezTo>
                  <a:cubicBezTo>
                    <a:pt x="1" y="2245"/>
                    <a:pt x="648" y="2891"/>
                    <a:pt x="1446" y="2891"/>
                  </a:cubicBezTo>
                  <a:cubicBezTo>
                    <a:pt x="2244" y="2891"/>
                    <a:pt x="2891" y="2245"/>
                    <a:pt x="2891" y="1446"/>
                  </a:cubicBezTo>
                  <a:cubicBezTo>
                    <a:pt x="2891" y="647"/>
                    <a:pt x="2244" y="1"/>
                    <a:pt x="1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75" name="Google Shape;5975;p42"/>
            <p:cNvSpPr/>
            <p:nvPr/>
          </p:nvSpPr>
          <p:spPr>
            <a:xfrm>
              <a:off x="5843499" y="1329896"/>
              <a:ext cx="956949" cy="956371"/>
            </a:xfrm>
            <a:custGeom>
              <a:avLst/>
              <a:gdLst/>
              <a:ahLst/>
              <a:cxnLst/>
              <a:rect l="l" t="t" r="r" b="b"/>
              <a:pathLst>
                <a:path w="3394" h="3392" extrusionOk="0">
                  <a:moveTo>
                    <a:pt x="1762" y="2"/>
                  </a:moveTo>
                  <a:cubicBezTo>
                    <a:pt x="1752" y="2"/>
                    <a:pt x="1745" y="9"/>
                    <a:pt x="1745" y="18"/>
                  </a:cubicBezTo>
                  <a:cubicBezTo>
                    <a:pt x="1743" y="28"/>
                    <a:pt x="1751" y="36"/>
                    <a:pt x="1761" y="36"/>
                  </a:cubicBezTo>
                  <a:cubicBezTo>
                    <a:pt x="1808" y="39"/>
                    <a:pt x="1855" y="43"/>
                    <a:pt x="1901" y="48"/>
                  </a:cubicBezTo>
                  <a:lnTo>
                    <a:pt x="1904" y="48"/>
                  </a:lnTo>
                  <a:cubicBezTo>
                    <a:pt x="1914" y="48"/>
                    <a:pt x="1921" y="41"/>
                    <a:pt x="1922" y="33"/>
                  </a:cubicBezTo>
                  <a:cubicBezTo>
                    <a:pt x="1924" y="24"/>
                    <a:pt x="1917" y="14"/>
                    <a:pt x="1906" y="13"/>
                  </a:cubicBezTo>
                  <a:cubicBezTo>
                    <a:pt x="1859" y="8"/>
                    <a:pt x="1811" y="3"/>
                    <a:pt x="1763" y="2"/>
                  </a:cubicBezTo>
                  <a:close/>
                  <a:moveTo>
                    <a:pt x="1619" y="0"/>
                  </a:moveTo>
                  <a:cubicBezTo>
                    <a:pt x="1572" y="3"/>
                    <a:pt x="1523" y="7"/>
                    <a:pt x="1476" y="13"/>
                  </a:cubicBezTo>
                  <a:cubicBezTo>
                    <a:pt x="1465" y="14"/>
                    <a:pt x="1459" y="24"/>
                    <a:pt x="1460" y="34"/>
                  </a:cubicBezTo>
                  <a:cubicBezTo>
                    <a:pt x="1461" y="43"/>
                    <a:pt x="1470" y="49"/>
                    <a:pt x="1479" y="49"/>
                  </a:cubicBezTo>
                  <a:cubicBezTo>
                    <a:pt x="1479" y="49"/>
                    <a:pt x="1480" y="49"/>
                    <a:pt x="1481" y="47"/>
                  </a:cubicBezTo>
                  <a:cubicBezTo>
                    <a:pt x="1528" y="41"/>
                    <a:pt x="1574" y="38"/>
                    <a:pt x="1622" y="35"/>
                  </a:cubicBezTo>
                  <a:cubicBezTo>
                    <a:pt x="1630" y="35"/>
                    <a:pt x="1638" y="27"/>
                    <a:pt x="1638" y="16"/>
                  </a:cubicBezTo>
                  <a:cubicBezTo>
                    <a:pt x="1638" y="8"/>
                    <a:pt x="1629" y="0"/>
                    <a:pt x="1620" y="0"/>
                  </a:cubicBezTo>
                  <a:close/>
                  <a:moveTo>
                    <a:pt x="2044" y="35"/>
                  </a:moveTo>
                  <a:cubicBezTo>
                    <a:pt x="2036" y="35"/>
                    <a:pt x="2029" y="42"/>
                    <a:pt x="2027" y="50"/>
                  </a:cubicBezTo>
                  <a:cubicBezTo>
                    <a:pt x="2026" y="59"/>
                    <a:pt x="2032" y="68"/>
                    <a:pt x="2042" y="71"/>
                  </a:cubicBezTo>
                  <a:cubicBezTo>
                    <a:pt x="2088" y="80"/>
                    <a:pt x="2134" y="91"/>
                    <a:pt x="2178" y="105"/>
                  </a:cubicBezTo>
                  <a:cubicBezTo>
                    <a:pt x="2180" y="106"/>
                    <a:pt x="2182" y="106"/>
                    <a:pt x="2183" y="106"/>
                  </a:cubicBezTo>
                  <a:cubicBezTo>
                    <a:pt x="2191" y="106"/>
                    <a:pt x="2197" y="101"/>
                    <a:pt x="2198" y="93"/>
                  </a:cubicBezTo>
                  <a:cubicBezTo>
                    <a:pt x="2202" y="85"/>
                    <a:pt x="2196" y="75"/>
                    <a:pt x="2187" y="72"/>
                  </a:cubicBezTo>
                  <a:cubicBezTo>
                    <a:pt x="2141" y="58"/>
                    <a:pt x="2095" y="46"/>
                    <a:pt x="2048" y="36"/>
                  </a:cubicBezTo>
                  <a:cubicBezTo>
                    <a:pt x="2047" y="36"/>
                    <a:pt x="2045" y="35"/>
                    <a:pt x="2044" y="35"/>
                  </a:cubicBezTo>
                  <a:close/>
                  <a:moveTo>
                    <a:pt x="1340" y="37"/>
                  </a:moveTo>
                  <a:cubicBezTo>
                    <a:pt x="1338" y="37"/>
                    <a:pt x="1337" y="37"/>
                    <a:pt x="1336" y="38"/>
                  </a:cubicBezTo>
                  <a:cubicBezTo>
                    <a:pt x="1287" y="47"/>
                    <a:pt x="1241" y="60"/>
                    <a:pt x="1195" y="75"/>
                  </a:cubicBezTo>
                  <a:cubicBezTo>
                    <a:pt x="1187" y="77"/>
                    <a:pt x="1182" y="87"/>
                    <a:pt x="1184" y="96"/>
                  </a:cubicBezTo>
                  <a:cubicBezTo>
                    <a:pt x="1187" y="104"/>
                    <a:pt x="1193" y="109"/>
                    <a:pt x="1200" y="109"/>
                  </a:cubicBezTo>
                  <a:lnTo>
                    <a:pt x="1206" y="109"/>
                  </a:lnTo>
                  <a:cubicBezTo>
                    <a:pt x="1251" y="95"/>
                    <a:pt x="1296" y="84"/>
                    <a:pt x="1342" y="74"/>
                  </a:cubicBezTo>
                  <a:cubicBezTo>
                    <a:pt x="1352" y="71"/>
                    <a:pt x="1358" y="61"/>
                    <a:pt x="1356" y="51"/>
                  </a:cubicBezTo>
                  <a:cubicBezTo>
                    <a:pt x="1354" y="43"/>
                    <a:pt x="1347" y="37"/>
                    <a:pt x="1340" y="37"/>
                  </a:cubicBezTo>
                  <a:close/>
                  <a:moveTo>
                    <a:pt x="2318" y="119"/>
                  </a:moveTo>
                  <a:cubicBezTo>
                    <a:pt x="2310" y="119"/>
                    <a:pt x="2304" y="123"/>
                    <a:pt x="2300" y="130"/>
                  </a:cubicBezTo>
                  <a:cubicBezTo>
                    <a:pt x="2296" y="138"/>
                    <a:pt x="2301" y="148"/>
                    <a:pt x="2311" y="152"/>
                  </a:cubicBezTo>
                  <a:cubicBezTo>
                    <a:pt x="2355" y="169"/>
                    <a:pt x="2398" y="189"/>
                    <a:pt x="2441" y="210"/>
                  </a:cubicBezTo>
                  <a:cubicBezTo>
                    <a:pt x="2443" y="212"/>
                    <a:pt x="2445" y="212"/>
                    <a:pt x="2448" y="212"/>
                  </a:cubicBezTo>
                  <a:cubicBezTo>
                    <a:pt x="2454" y="212"/>
                    <a:pt x="2461" y="208"/>
                    <a:pt x="2463" y="203"/>
                  </a:cubicBezTo>
                  <a:cubicBezTo>
                    <a:pt x="2468" y="193"/>
                    <a:pt x="2464" y="182"/>
                    <a:pt x="2455" y="178"/>
                  </a:cubicBezTo>
                  <a:cubicBezTo>
                    <a:pt x="2412" y="157"/>
                    <a:pt x="2368" y="137"/>
                    <a:pt x="2324" y="120"/>
                  </a:cubicBezTo>
                  <a:cubicBezTo>
                    <a:pt x="2322" y="119"/>
                    <a:pt x="2320" y="119"/>
                    <a:pt x="2318" y="119"/>
                  </a:cubicBezTo>
                  <a:close/>
                  <a:moveTo>
                    <a:pt x="1065" y="120"/>
                  </a:moveTo>
                  <a:cubicBezTo>
                    <a:pt x="1063" y="120"/>
                    <a:pt x="1061" y="121"/>
                    <a:pt x="1059" y="122"/>
                  </a:cubicBezTo>
                  <a:cubicBezTo>
                    <a:pt x="1015" y="140"/>
                    <a:pt x="970" y="161"/>
                    <a:pt x="928" y="182"/>
                  </a:cubicBezTo>
                  <a:cubicBezTo>
                    <a:pt x="919" y="187"/>
                    <a:pt x="917" y="197"/>
                    <a:pt x="921" y="207"/>
                  </a:cubicBezTo>
                  <a:cubicBezTo>
                    <a:pt x="923" y="213"/>
                    <a:pt x="929" y="217"/>
                    <a:pt x="936" y="217"/>
                  </a:cubicBezTo>
                  <a:cubicBezTo>
                    <a:pt x="940" y="217"/>
                    <a:pt x="943" y="215"/>
                    <a:pt x="944" y="214"/>
                  </a:cubicBezTo>
                  <a:cubicBezTo>
                    <a:pt x="986" y="192"/>
                    <a:pt x="1029" y="173"/>
                    <a:pt x="1072" y="156"/>
                  </a:cubicBezTo>
                  <a:cubicBezTo>
                    <a:pt x="1081" y="151"/>
                    <a:pt x="1086" y="141"/>
                    <a:pt x="1082" y="132"/>
                  </a:cubicBezTo>
                  <a:cubicBezTo>
                    <a:pt x="1079" y="125"/>
                    <a:pt x="1072" y="120"/>
                    <a:pt x="1065" y="120"/>
                  </a:cubicBezTo>
                  <a:close/>
                  <a:moveTo>
                    <a:pt x="2570" y="245"/>
                  </a:moveTo>
                  <a:cubicBezTo>
                    <a:pt x="2564" y="245"/>
                    <a:pt x="2558" y="248"/>
                    <a:pt x="2555" y="254"/>
                  </a:cubicBezTo>
                  <a:cubicBezTo>
                    <a:pt x="2550" y="261"/>
                    <a:pt x="2553" y="273"/>
                    <a:pt x="2561" y="278"/>
                  </a:cubicBezTo>
                  <a:cubicBezTo>
                    <a:pt x="2601" y="301"/>
                    <a:pt x="2641" y="327"/>
                    <a:pt x="2679" y="356"/>
                  </a:cubicBezTo>
                  <a:cubicBezTo>
                    <a:pt x="2682" y="358"/>
                    <a:pt x="2686" y="360"/>
                    <a:pt x="2689" y="360"/>
                  </a:cubicBezTo>
                  <a:cubicBezTo>
                    <a:pt x="2696" y="360"/>
                    <a:pt x="2701" y="357"/>
                    <a:pt x="2702" y="352"/>
                  </a:cubicBezTo>
                  <a:cubicBezTo>
                    <a:pt x="2709" y="345"/>
                    <a:pt x="2707" y="335"/>
                    <a:pt x="2698" y="327"/>
                  </a:cubicBezTo>
                  <a:cubicBezTo>
                    <a:pt x="2661" y="299"/>
                    <a:pt x="2621" y="271"/>
                    <a:pt x="2580" y="248"/>
                  </a:cubicBezTo>
                  <a:cubicBezTo>
                    <a:pt x="2576" y="246"/>
                    <a:pt x="2573" y="245"/>
                    <a:pt x="2570" y="245"/>
                  </a:cubicBezTo>
                  <a:close/>
                  <a:moveTo>
                    <a:pt x="813" y="251"/>
                  </a:moveTo>
                  <a:cubicBezTo>
                    <a:pt x="810" y="251"/>
                    <a:pt x="806" y="252"/>
                    <a:pt x="803" y="254"/>
                  </a:cubicBezTo>
                  <a:cubicBezTo>
                    <a:pt x="763" y="278"/>
                    <a:pt x="723" y="306"/>
                    <a:pt x="684" y="335"/>
                  </a:cubicBezTo>
                  <a:cubicBezTo>
                    <a:pt x="677" y="340"/>
                    <a:pt x="673" y="351"/>
                    <a:pt x="681" y="358"/>
                  </a:cubicBezTo>
                  <a:cubicBezTo>
                    <a:pt x="684" y="363"/>
                    <a:pt x="689" y="366"/>
                    <a:pt x="694" y="366"/>
                  </a:cubicBezTo>
                  <a:cubicBezTo>
                    <a:pt x="698" y="366"/>
                    <a:pt x="702" y="365"/>
                    <a:pt x="704" y="362"/>
                  </a:cubicBezTo>
                  <a:cubicBezTo>
                    <a:pt x="741" y="335"/>
                    <a:pt x="781" y="307"/>
                    <a:pt x="821" y="283"/>
                  </a:cubicBezTo>
                  <a:cubicBezTo>
                    <a:pt x="830" y="278"/>
                    <a:pt x="832" y="268"/>
                    <a:pt x="827" y="259"/>
                  </a:cubicBezTo>
                  <a:cubicBezTo>
                    <a:pt x="824" y="254"/>
                    <a:pt x="818" y="251"/>
                    <a:pt x="813" y="251"/>
                  </a:cubicBezTo>
                  <a:close/>
                  <a:moveTo>
                    <a:pt x="2801" y="414"/>
                  </a:moveTo>
                  <a:cubicBezTo>
                    <a:pt x="2796" y="414"/>
                    <a:pt x="2792" y="416"/>
                    <a:pt x="2788" y="420"/>
                  </a:cubicBezTo>
                  <a:cubicBezTo>
                    <a:pt x="2781" y="428"/>
                    <a:pt x="2781" y="439"/>
                    <a:pt x="2789" y="445"/>
                  </a:cubicBezTo>
                  <a:cubicBezTo>
                    <a:pt x="2825" y="476"/>
                    <a:pt x="2858" y="510"/>
                    <a:pt x="2892" y="542"/>
                  </a:cubicBezTo>
                  <a:cubicBezTo>
                    <a:pt x="2896" y="546"/>
                    <a:pt x="2899" y="547"/>
                    <a:pt x="2904" y="547"/>
                  </a:cubicBezTo>
                  <a:cubicBezTo>
                    <a:pt x="2908" y="547"/>
                    <a:pt x="2913" y="545"/>
                    <a:pt x="2917" y="543"/>
                  </a:cubicBezTo>
                  <a:cubicBezTo>
                    <a:pt x="2923" y="536"/>
                    <a:pt x="2923" y="526"/>
                    <a:pt x="2917" y="518"/>
                  </a:cubicBezTo>
                  <a:cubicBezTo>
                    <a:pt x="2884" y="484"/>
                    <a:pt x="2850" y="449"/>
                    <a:pt x="2814" y="418"/>
                  </a:cubicBezTo>
                  <a:cubicBezTo>
                    <a:pt x="2810" y="416"/>
                    <a:pt x="2805" y="414"/>
                    <a:pt x="2801" y="414"/>
                  </a:cubicBezTo>
                  <a:close/>
                  <a:moveTo>
                    <a:pt x="585" y="419"/>
                  </a:moveTo>
                  <a:cubicBezTo>
                    <a:pt x="581" y="419"/>
                    <a:pt x="577" y="421"/>
                    <a:pt x="573" y="424"/>
                  </a:cubicBezTo>
                  <a:cubicBezTo>
                    <a:pt x="537" y="455"/>
                    <a:pt x="503" y="489"/>
                    <a:pt x="469" y="523"/>
                  </a:cubicBezTo>
                  <a:cubicBezTo>
                    <a:pt x="462" y="531"/>
                    <a:pt x="462" y="542"/>
                    <a:pt x="469" y="548"/>
                  </a:cubicBezTo>
                  <a:cubicBezTo>
                    <a:pt x="473" y="553"/>
                    <a:pt x="478" y="554"/>
                    <a:pt x="482" y="554"/>
                  </a:cubicBezTo>
                  <a:cubicBezTo>
                    <a:pt x="486" y="554"/>
                    <a:pt x="491" y="553"/>
                    <a:pt x="496" y="547"/>
                  </a:cubicBezTo>
                  <a:cubicBezTo>
                    <a:pt x="528" y="515"/>
                    <a:pt x="563" y="481"/>
                    <a:pt x="597" y="450"/>
                  </a:cubicBezTo>
                  <a:cubicBezTo>
                    <a:pt x="605" y="444"/>
                    <a:pt x="605" y="433"/>
                    <a:pt x="599" y="425"/>
                  </a:cubicBezTo>
                  <a:cubicBezTo>
                    <a:pt x="595" y="421"/>
                    <a:pt x="590" y="419"/>
                    <a:pt x="585" y="419"/>
                  </a:cubicBezTo>
                  <a:close/>
                  <a:moveTo>
                    <a:pt x="2999" y="618"/>
                  </a:moveTo>
                  <a:cubicBezTo>
                    <a:pt x="2995" y="618"/>
                    <a:pt x="2991" y="619"/>
                    <a:pt x="2988" y="622"/>
                  </a:cubicBezTo>
                  <a:cubicBezTo>
                    <a:pt x="2980" y="628"/>
                    <a:pt x="2979" y="640"/>
                    <a:pt x="2985" y="648"/>
                  </a:cubicBezTo>
                  <a:cubicBezTo>
                    <a:pt x="3015" y="683"/>
                    <a:pt x="3042" y="721"/>
                    <a:pt x="3070" y="760"/>
                  </a:cubicBezTo>
                  <a:cubicBezTo>
                    <a:pt x="3072" y="765"/>
                    <a:pt x="3078" y="767"/>
                    <a:pt x="3083" y="767"/>
                  </a:cubicBezTo>
                  <a:cubicBezTo>
                    <a:pt x="3087" y="767"/>
                    <a:pt x="3091" y="766"/>
                    <a:pt x="3093" y="764"/>
                  </a:cubicBezTo>
                  <a:cubicBezTo>
                    <a:pt x="3103" y="759"/>
                    <a:pt x="3104" y="747"/>
                    <a:pt x="3098" y="740"/>
                  </a:cubicBezTo>
                  <a:cubicBezTo>
                    <a:pt x="3072" y="700"/>
                    <a:pt x="3044" y="662"/>
                    <a:pt x="3014" y="624"/>
                  </a:cubicBezTo>
                  <a:cubicBezTo>
                    <a:pt x="3010" y="620"/>
                    <a:pt x="3004" y="618"/>
                    <a:pt x="2999" y="618"/>
                  </a:cubicBezTo>
                  <a:close/>
                  <a:moveTo>
                    <a:pt x="388" y="627"/>
                  </a:moveTo>
                  <a:cubicBezTo>
                    <a:pt x="383" y="627"/>
                    <a:pt x="377" y="629"/>
                    <a:pt x="374" y="633"/>
                  </a:cubicBezTo>
                  <a:cubicBezTo>
                    <a:pt x="343" y="672"/>
                    <a:pt x="314" y="710"/>
                    <a:pt x="288" y="750"/>
                  </a:cubicBezTo>
                  <a:cubicBezTo>
                    <a:pt x="283" y="757"/>
                    <a:pt x="285" y="768"/>
                    <a:pt x="293" y="775"/>
                  </a:cubicBezTo>
                  <a:cubicBezTo>
                    <a:pt x="297" y="776"/>
                    <a:pt x="299" y="777"/>
                    <a:pt x="303" y="777"/>
                  </a:cubicBezTo>
                  <a:cubicBezTo>
                    <a:pt x="309" y="777"/>
                    <a:pt x="314" y="775"/>
                    <a:pt x="318" y="770"/>
                  </a:cubicBezTo>
                  <a:cubicBezTo>
                    <a:pt x="344" y="731"/>
                    <a:pt x="372" y="694"/>
                    <a:pt x="401" y="656"/>
                  </a:cubicBezTo>
                  <a:cubicBezTo>
                    <a:pt x="407" y="649"/>
                    <a:pt x="406" y="637"/>
                    <a:pt x="399" y="630"/>
                  </a:cubicBezTo>
                  <a:cubicBezTo>
                    <a:pt x="396" y="628"/>
                    <a:pt x="392" y="627"/>
                    <a:pt x="388" y="627"/>
                  </a:cubicBezTo>
                  <a:close/>
                  <a:moveTo>
                    <a:pt x="3159" y="854"/>
                  </a:moveTo>
                  <a:cubicBezTo>
                    <a:pt x="3156" y="854"/>
                    <a:pt x="3153" y="855"/>
                    <a:pt x="3150" y="856"/>
                  </a:cubicBezTo>
                  <a:cubicBezTo>
                    <a:pt x="3142" y="862"/>
                    <a:pt x="3138" y="872"/>
                    <a:pt x="3143" y="880"/>
                  </a:cubicBezTo>
                  <a:cubicBezTo>
                    <a:pt x="3167" y="920"/>
                    <a:pt x="3188" y="962"/>
                    <a:pt x="3208" y="1006"/>
                  </a:cubicBezTo>
                  <a:cubicBezTo>
                    <a:pt x="3211" y="1012"/>
                    <a:pt x="3218" y="1016"/>
                    <a:pt x="3224" y="1016"/>
                  </a:cubicBezTo>
                  <a:cubicBezTo>
                    <a:pt x="3226" y="1016"/>
                    <a:pt x="3229" y="1016"/>
                    <a:pt x="3230" y="1013"/>
                  </a:cubicBezTo>
                  <a:cubicBezTo>
                    <a:pt x="3240" y="1010"/>
                    <a:pt x="3244" y="1000"/>
                    <a:pt x="3240" y="990"/>
                  </a:cubicBezTo>
                  <a:cubicBezTo>
                    <a:pt x="3219" y="946"/>
                    <a:pt x="3198" y="903"/>
                    <a:pt x="3174" y="863"/>
                  </a:cubicBezTo>
                  <a:cubicBezTo>
                    <a:pt x="3171" y="857"/>
                    <a:pt x="3165" y="854"/>
                    <a:pt x="3159" y="854"/>
                  </a:cubicBezTo>
                  <a:close/>
                  <a:moveTo>
                    <a:pt x="227" y="862"/>
                  </a:moveTo>
                  <a:cubicBezTo>
                    <a:pt x="221" y="862"/>
                    <a:pt x="215" y="866"/>
                    <a:pt x="212" y="872"/>
                  </a:cubicBezTo>
                  <a:cubicBezTo>
                    <a:pt x="190" y="914"/>
                    <a:pt x="167" y="957"/>
                    <a:pt x="148" y="1001"/>
                  </a:cubicBezTo>
                  <a:cubicBezTo>
                    <a:pt x="145" y="1010"/>
                    <a:pt x="148" y="1020"/>
                    <a:pt x="157" y="1023"/>
                  </a:cubicBezTo>
                  <a:cubicBezTo>
                    <a:pt x="160" y="1025"/>
                    <a:pt x="162" y="1025"/>
                    <a:pt x="165" y="1025"/>
                  </a:cubicBezTo>
                  <a:cubicBezTo>
                    <a:pt x="171" y="1025"/>
                    <a:pt x="177" y="1021"/>
                    <a:pt x="178" y="1015"/>
                  </a:cubicBezTo>
                  <a:cubicBezTo>
                    <a:pt x="198" y="972"/>
                    <a:pt x="219" y="930"/>
                    <a:pt x="243" y="889"/>
                  </a:cubicBezTo>
                  <a:cubicBezTo>
                    <a:pt x="248" y="880"/>
                    <a:pt x="245" y="870"/>
                    <a:pt x="237" y="865"/>
                  </a:cubicBezTo>
                  <a:cubicBezTo>
                    <a:pt x="234" y="863"/>
                    <a:pt x="230" y="862"/>
                    <a:pt x="227" y="862"/>
                  </a:cubicBezTo>
                  <a:close/>
                  <a:moveTo>
                    <a:pt x="3278" y="1112"/>
                  </a:moveTo>
                  <a:cubicBezTo>
                    <a:pt x="3276" y="1112"/>
                    <a:pt x="3274" y="1112"/>
                    <a:pt x="3271" y="1113"/>
                  </a:cubicBezTo>
                  <a:cubicBezTo>
                    <a:pt x="3262" y="1116"/>
                    <a:pt x="3257" y="1127"/>
                    <a:pt x="3261" y="1136"/>
                  </a:cubicBezTo>
                  <a:cubicBezTo>
                    <a:pt x="3278" y="1180"/>
                    <a:pt x="3292" y="1226"/>
                    <a:pt x="3303" y="1270"/>
                  </a:cubicBezTo>
                  <a:cubicBezTo>
                    <a:pt x="3305" y="1278"/>
                    <a:pt x="3312" y="1283"/>
                    <a:pt x="3320" y="1283"/>
                  </a:cubicBezTo>
                  <a:cubicBezTo>
                    <a:pt x="3322" y="1283"/>
                    <a:pt x="3323" y="1283"/>
                    <a:pt x="3324" y="1282"/>
                  </a:cubicBezTo>
                  <a:cubicBezTo>
                    <a:pt x="3334" y="1279"/>
                    <a:pt x="3339" y="1269"/>
                    <a:pt x="3337" y="1261"/>
                  </a:cubicBezTo>
                  <a:cubicBezTo>
                    <a:pt x="3326" y="1214"/>
                    <a:pt x="3311" y="1167"/>
                    <a:pt x="3295" y="1123"/>
                  </a:cubicBezTo>
                  <a:cubicBezTo>
                    <a:pt x="3292" y="1116"/>
                    <a:pt x="3285" y="1112"/>
                    <a:pt x="3278" y="1112"/>
                  </a:cubicBezTo>
                  <a:close/>
                  <a:moveTo>
                    <a:pt x="112" y="1122"/>
                  </a:moveTo>
                  <a:cubicBezTo>
                    <a:pt x="105" y="1122"/>
                    <a:pt x="99" y="1127"/>
                    <a:pt x="95" y="1134"/>
                  </a:cubicBezTo>
                  <a:cubicBezTo>
                    <a:pt x="79" y="1180"/>
                    <a:pt x="65" y="1226"/>
                    <a:pt x="53" y="1272"/>
                  </a:cubicBezTo>
                  <a:cubicBezTo>
                    <a:pt x="51" y="1282"/>
                    <a:pt x="58" y="1291"/>
                    <a:pt x="67" y="1293"/>
                  </a:cubicBezTo>
                  <a:lnTo>
                    <a:pt x="70" y="1293"/>
                  </a:lnTo>
                  <a:cubicBezTo>
                    <a:pt x="79" y="1293"/>
                    <a:pt x="85" y="1288"/>
                    <a:pt x="88" y="1281"/>
                  </a:cubicBezTo>
                  <a:cubicBezTo>
                    <a:pt x="99" y="1236"/>
                    <a:pt x="114" y="1190"/>
                    <a:pt x="129" y="1146"/>
                  </a:cubicBezTo>
                  <a:cubicBezTo>
                    <a:pt x="133" y="1136"/>
                    <a:pt x="128" y="1128"/>
                    <a:pt x="119" y="1123"/>
                  </a:cubicBezTo>
                  <a:cubicBezTo>
                    <a:pt x="116" y="1122"/>
                    <a:pt x="114" y="1122"/>
                    <a:pt x="112" y="1122"/>
                  </a:cubicBezTo>
                  <a:close/>
                  <a:moveTo>
                    <a:pt x="3352" y="1388"/>
                  </a:moveTo>
                  <a:cubicBezTo>
                    <a:pt x="3350" y="1388"/>
                    <a:pt x="3349" y="1388"/>
                    <a:pt x="3347" y="1388"/>
                  </a:cubicBezTo>
                  <a:cubicBezTo>
                    <a:pt x="3338" y="1389"/>
                    <a:pt x="3332" y="1398"/>
                    <a:pt x="3333" y="1408"/>
                  </a:cubicBezTo>
                  <a:cubicBezTo>
                    <a:pt x="3341" y="1455"/>
                    <a:pt x="3347" y="1500"/>
                    <a:pt x="3351" y="1548"/>
                  </a:cubicBezTo>
                  <a:cubicBezTo>
                    <a:pt x="3352" y="1558"/>
                    <a:pt x="3359" y="1564"/>
                    <a:pt x="3369" y="1564"/>
                  </a:cubicBezTo>
                  <a:lnTo>
                    <a:pt x="3370" y="1564"/>
                  </a:lnTo>
                  <a:cubicBezTo>
                    <a:pt x="3380" y="1563"/>
                    <a:pt x="3388" y="1555"/>
                    <a:pt x="3387" y="1545"/>
                  </a:cubicBezTo>
                  <a:cubicBezTo>
                    <a:pt x="3382" y="1497"/>
                    <a:pt x="3375" y="1449"/>
                    <a:pt x="3368" y="1402"/>
                  </a:cubicBezTo>
                  <a:cubicBezTo>
                    <a:pt x="3367" y="1395"/>
                    <a:pt x="3360" y="1388"/>
                    <a:pt x="3352" y="1388"/>
                  </a:cubicBezTo>
                  <a:close/>
                  <a:moveTo>
                    <a:pt x="39" y="1398"/>
                  </a:moveTo>
                  <a:cubicBezTo>
                    <a:pt x="31" y="1398"/>
                    <a:pt x="25" y="1404"/>
                    <a:pt x="24" y="1412"/>
                  </a:cubicBezTo>
                  <a:cubicBezTo>
                    <a:pt x="17" y="1460"/>
                    <a:pt x="10" y="1508"/>
                    <a:pt x="6" y="1555"/>
                  </a:cubicBezTo>
                  <a:cubicBezTo>
                    <a:pt x="6" y="1565"/>
                    <a:pt x="13" y="1574"/>
                    <a:pt x="23" y="1575"/>
                  </a:cubicBezTo>
                  <a:lnTo>
                    <a:pt x="24" y="1575"/>
                  </a:lnTo>
                  <a:cubicBezTo>
                    <a:pt x="33" y="1575"/>
                    <a:pt x="41" y="1568"/>
                    <a:pt x="41" y="1558"/>
                  </a:cubicBezTo>
                  <a:cubicBezTo>
                    <a:pt x="44" y="1512"/>
                    <a:pt x="51" y="1465"/>
                    <a:pt x="59" y="1419"/>
                  </a:cubicBezTo>
                  <a:cubicBezTo>
                    <a:pt x="62" y="1409"/>
                    <a:pt x="54" y="1400"/>
                    <a:pt x="44" y="1399"/>
                  </a:cubicBezTo>
                  <a:cubicBezTo>
                    <a:pt x="42" y="1398"/>
                    <a:pt x="41" y="1398"/>
                    <a:pt x="39" y="1398"/>
                  </a:cubicBezTo>
                  <a:close/>
                  <a:moveTo>
                    <a:pt x="3375" y="1671"/>
                  </a:moveTo>
                  <a:cubicBezTo>
                    <a:pt x="3364" y="1671"/>
                    <a:pt x="3357" y="1678"/>
                    <a:pt x="3357" y="1688"/>
                  </a:cubicBezTo>
                  <a:lnTo>
                    <a:pt x="3357" y="1695"/>
                  </a:lnTo>
                  <a:cubicBezTo>
                    <a:pt x="3357" y="1742"/>
                    <a:pt x="3354" y="1790"/>
                    <a:pt x="3351" y="1836"/>
                  </a:cubicBezTo>
                  <a:cubicBezTo>
                    <a:pt x="3351" y="1846"/>
                    <a:pt x="3357" y="1854"/>
                    <a:pt x="3368" y="1855"/>
                  </a:cubicBezTo>
                  <a:lnTo>
                    <a:pt x="3369" y="1855"/>
                  </a:lnTo>
                  <a:cubicBezTo>
                    <a:pt x="3379" y="1855"/>
                    <a:pt x="3387" y="1849"/>
                    <a:pt x="3387" y="1839"/>
                  </a:cubicBezTo>
                  <a:cubicBezTo>
                    <a:pt x="3390" y="1791"/>
                    <a:pt x="3393" y="1742"/>
                    <a:pt x="3393" y="1695"/>
                  </a:cubicBezTo>
                  <a:lnTo>
                    <a:pt x="3393" y="1688"/>
                  </a:lnTo>
                  <a:cubicBezTo>
                    <a:pt x="3393" y="1678"/>
                    <a:pt x="3385" y="1671"/>
                    <a:pt x="3375" y="1671"/>
                  </a:cubicBezTo>
                  <a:close/>
                  <a:moveTo>
                    <a:pt x="18" y="1681"/>
                  </a:moveTo>
                  <a:cubicBezTo>
                    <a:pt x="7" y="1681"/>
                    <a:pt x="0" y="1688"/>
                    <a:pt x="0" y="1699"/>
                  </a:cubicBezTo>
                  <a:cubicBezTo>
                    <a:pt x="0" y="1747"/>
                    <a:pt x="2" y="1795"/>
                    <a:pt x="6" y="1842"/>
                  </a:cubicBezTo>
                  <a:cubicBezTo>
                    <a:pt x="7" y="1852"/>
                    <a:pt x="15" y="1858"/>
                    <a:pt x="24" y="1858"/>
                  </a:cubicBezTo>
                  <a:lnTo>
                    <a:pt x="26" y="1858"/>
                  </a:lnTo>
                  <a:cubicBezTo>
                    <a:pt x="36" y="1857"/>
                    <a:pt x="43" y="1850"/>
                    <a:pt x="42" y="1840"/>
                  </a:cubicBezTo>
                  <a:cubicBezTo>
                    <a:pt x="38" y="1794"/>
                    <a:pt x="36" y="1747"/>
                    <a:pt x="36" y="1699"/>
                  </a:cubicBezTo>
                  <a:cubicBezTo>
                    <a:pt x="36" y="1688"/>
                    <a:pt x="28" y="1681"/>
                    <a:pt x="18" y="1681"/>
                  </a:cubicBezTo>
                  <a:close/>
                  <a:moveTo>
                    <a:pt x="3350" y="1962"/>
                  </a:moveTo>
                  <a:cubicBezTo>
                    <a:pt x="3343" y="1962"/>
                    <a:pt x="3336" y="1968"/>
                    <a:pt x="3334" y="1977"/>
                  </a:cubicBezTo>
                  <a:cubicBezTo>
                    <a:pt x="3327" y="2024"/>
                    <a:pt x="3316" y="2070"/>
                    <a:pt x="3305" y="2114"/>
                  </a:cubicBezTo>
                  <a:cubicBezTo>
                    <a:pt x="3302" y="2123"/>
                    <a:pt x="3308" y="2133"/>
                    <a:pt x="3317" y="2136"/>
                  </a:cubicBezTo>
                  <a:lnTo>
                    <a:pt x="3322" y="2136"/>
                  </a:lnTo>
                  <a:cubicBezTo>
                    <a:pt x="3329" y="2136"/>
                    <a:pt x="3337" y="2131"/>
                    <a:pt x="3338" y="2123"/>
                  </a:cubicBezTo>
                  <a:cubicBezTo>
                    <a:pt x="3351" y="2077"/>
                    <a:pt x="3361" y="2030"/>
                    <a:pt x="3369" y="1983"/>
                  </a:cubicBezTo>
                  <a:cubicBezTo>
                    <a:pt x="3372" y="1973"/>
                    <a:pt x="3364" y="1964"/>
                    <a:pt x="3354" y="1962"/>
                  </a:cubicBezTo>
                  <a:cubicBezTo>
                    <a:pt x="3353" y="1962"/>
                    <a:pt x="3352" y="1962"/>
                    <a:pt x="3350" y="1962"/>
                  </a:cubicBezTo>
                  <a:close/>
                  <a:moveTo>
                    <a:pt x="43" y="1964"/>
                  </a:moveTo>
                  <a:cubicBezTo>
                    <a:pt x="41" y="1964"/>
                    <a:pt x="40" y="1964"/>
                    <a:pt x="39" y="1965"/>
                  </a:cubicBezTo>
                  <a:cubicBezTo>
                    <a:pt x="31" y="1967"/>
                    <a:pt x="24" y="1975"/>
                    <a:pt x="26" y="1985"/>
                  </a:cubicBezTo>
                  <a:cubicBezTo>
                    <a:pt x="34" y="2033"/>
                    <a:pt x="44" y="2080"/>
                    <a:pt x="57" y="2126"/>
                  </a:cubicBezTo>
                  <a:cubicBezTo>
                    <a:pt x="58" y="2133"/>
                    <a:pt x="65" y="2138"/>
                    <a:pt x="73" y="2138"/>
                  </a:cubicBezTo>
                  <a:lnTo>
                    <a:pt x="77" y="2138"/>
                  </a:lnTo>
                  <a:cubicBezTo>
                    <a:pt x="87" y="2136"/>
                    <a:pt x="92" y="2126"/>
                    <a:pt x="89" y="2117"/>
                  </a:cubicBezTo>
                  <a:cubicBezTo>
                    <a:pt x="78" y="2072"/>
                    <a:pt x="68" y="2025"/>
                    <a:pt x="60" y="1979"/>
                  </a:cubicBezTo>
                  <a:cubicBezTo>
                    <a:pt x="59" y="1971"/>
                    <a:pt x="51" y="1964"/>
                    <a:pt x="43" y="1964"/>
                  </a:cubicBezTo>
                  <a:close/>
                  <a:moveTo>
                    <a:pt x="3279" y="2238"/>
                  </a:moveTo>
                  <a:cubicBezTo>
                    <a:pt x="3272" y="2238"/>
                    <a:pt x="3265" y="2243"/>
                    <a:pt x="3262" y="2250"/>
                  </a:cubicBezTo>
                  <a:cubicBezTo>
                    <a:pt x="3247" y="2294"/>
                    <a:pt x="3229" y="2338"/>
                    <a:pt x="3210" y="2381"/>
                  </a:cubicBezTo>
                  <a:cubicBezTo>
                    <a:pt x="3206" y="2389"/>
                    <a:pt x="3210" y="2399"/>
                    <a:pt x="3219" y="2403"/>
                  </a:cubicBezTo>
                  <a:cubicBezTo>
                    <a:pt x="3221" y="2405"/>
                    <a:pt x="3224" y="2405"/>
                    <a:pt x="3226" y="2405"/>
                  </a:cubicBezTo>
                  <a:cubicBezTo>
                    <a:pt x="3234" y="2405"/>
                    <a:pt x="3240" y="2399"/>
                    <a:pt x="3242" y="2396"/>
                  </a:cubicBezTo>
                  <a:cubicBezTo>
                    <a:pt x="3261" y="2352"/>
                    <a:pt x="3281" y="2307"/>
                    <a:pt x="3296" y="2263"/>
                  </a:cubicBezTo>
                  <a:cubicBezTo>
                    <a:pt x="3300" y="2253"/>
                    <a:pt x="3295" y="2244"/>
                    <a:pt x="3286" y="2240"/>
                  </a:cubicBezTo>
                  <a:cubicBezTo>
                    <a:pt x="3284" y="2239"/>
                    <a:pt x="3281" y="2238"/>
                    <a:pt x="3279" y="2238"/>
                  </a:cubicBezTo>
                  <a:close/>
                  <a:moveTo>
                    <a:pt x="113" y="2240"/>
                  </a:moveTo>
                  <a:cubicBezTo>
                    <a:pt x="111" y="2240"/>
                    <a:pt x="109" y="2240"/>
                    <a:pt x="108" y="2241"/>
                  </a:cubicBezTo>
                  <a:cubicBezTo>
                    <a:pt x="98" y="2245"/>
                    <a:pt x="93" y="2255"/>
                    <a:pt x="97" y="2264"/>
                  </a:cubicBezTo>
                  <a:cubicBezTo>
                    <a:pt x="113" y="2309"/>
                    <a:pt x="131" y="2353"/>
                    <a:pt x="151" y="2397"/>
                  </a:cubicBezTo>
                  <a:cubicBezTo>
                    <a:pt x="155" y="2403"/>
                    <a:pt x="161" y="2408"/>
                    <a:pt x="167" y="2408"/>
                  </a:cubicBezTo>
                  <a:cubicBezTo>
                    <a:pt x="170" y="2408"/>
                    <a:pt x="172" y="2408"/>
                    <a:pt x="173" y="2405"/>
                  </a:cubicBezTo>
                  <a:cubicBezTo>
                    <a:pt x="182" y="2401"/>
                    <a:pt x="186" y="2391"/>
                    <a:pt x="182" y="2382"/>
                  </a:cubicBezTo>
                  <a:cubicBezTo>
                    <a:pt x="164" y="2340"/>
                    <a:pt x="146" y="2295"/>
                    <a:pt x="130" y="2251"/>
                  </a:cubicBezTo>
                  <a:cubicBezTo>
                    <a:pt x="127" y="2244"/>
                    <a:pt x="120" y="2240"/>
                    <a:pt x="113" y="2240"/>
                  </a:cubicBezTo>
                  <a:close/>
                  <a:moveTo>
                    <a:pt x="3161" y="2497"/>
                  </a:moveTo>
                  <a:cubicBezTo>
                    <a:pt x="3155" y="2497"/>
                    <a:pt x="3150" y="2500"/>
                    <a:pt x="3147" y="2506"/>
                  </a:cubicBezTo>
                  <a:cubicBezTo>
                    <a:pt x="3123" y="2547"/>
                    <a:pt x="3098" y="2588"/>
                    <a:pt x="3072" y="2626"/>
                  </a:cubicBezTo>
                  <a:cubicBezTo>
                    <a:pt x="3067" y="2634"/>
                    <a:pt x="3070" y="2645"/>
                    <a:pt x="3077" y="2650"/>
                  </a:cubicBezTo>
                  <a:cubicBezTo>
                    <a:pt x="3081" y="2652"/>
                    <a:pt x="3083" y="2653"/>
                    <a:pt x="3087" y="2653"/>
                  </a:cubicBezTo>
                  <a:cubicBezTo>
                    <a:pt x="3093" y="2653"/>
                    <a:pt x="3098" y="2650"/>
                    <a:pt x="3102" y="2646"/>
                  </a:cubicBezTo>
                  <a:cubicBezTo>
                    <a:pt x="3128" y="2607"/>
                    <a:pt x="3154" y="2565"/>
                    <a:pt x="3177" y="2523"/>
                  </a:cubicBezTo>
                  <a:cubicBezTo>
                    <a:pt x="3182" y="2515"/>
                    <a:pt x="3179" y="2505"/>
                    <a:pt x="3170" y="2500"/>
                  </a:cubicBezTo>
                  <a:cubicBezTo>
                    <a:pt x="3167" y="2498"/>
                    <a:pt x="3164" y="2497"/>
                    <a:pt x="3161" y="2497"/>
                  </a:cubicBezTo>
                  <a:close/>
                  <a:moveTo>
                    <a:pt x="230" y="2498"/>
                  </a:moveTo>
                  <a:cubicBezTo>
                    <a:pt x="228" y="2498"/>
                    <a:pt x="225" y="2499"/>
                    <a:pt x="222" y="2501"/>
                  </a:cubicBezTo>
                  <a:cubicBezTo>
                    <a:pt x="215" y="2506"/>
                    <a:pt x="211" y="2516"/>
                    <a:pt x="216" y="2525"/>
                  </a:cubicBezTo>
                  <a:cubicBezTo>
                    <a:pt x="239" y="2567"/>
                    <a:pt x="264" y="2608"/>
                    <a:pt x="292" y="2648"/>
                  </a:cubicBezTo>
                  <a:cubicBezTo>
                    <a:pt x="295" y="2653"/>
                    <a:pt x="302" y="2655"/>
                    <a:pt x="307" y="2655"/>
                  </a:cubicBezTo>
                  <a:cubicBezTo>
                    <a:pt x="310" y="2655"/>
                    <a:pt x="314" y="2654"/>
                    <a:pt x="315" y="2652"/>
                  </a:cubicBezTo>
                  <a:cubicBezTo>
                    <a:pt x="325" y="2647"/>
                    <a:pt x="326" y="2635"/>
                    <a:pt x="320" y="2628"/>
                  </a:cubicBezTo>
                  <a:cubicBezTo>
                    <a:pt x="294" y="2588"/>
                    <a:pt x="269" y="2548"/>
                    <a:pt x="247" y="2507"/>
                  </a:cubicBezTo>
                  <a:cubicBezTo>
                    <a:pt x="243" y="2502"/>
                    <a:pt x="237" y="2498"/>
                    <a:pt x="230" y="2498"/>
                  </a:cubicBezTo>
                  <a:close/>
                  <a:moveTo>
                    <a:pt x="3004" y="2731"/>
                  </a:moveTo>
                  <a:cubicBezTo>
                    <a:pt x="2999" y="2731"/>
                    <a:pt x="2993" y="2733"/>
                    <a:pt x="2990" y="2737"/>
                  </a:cubicBezTo>
                  <a:cubicBezTo>
                    <a:pt x="2960" y="2774"/>
                    <a:pt x="2930" y="2809"/>
                    <a:pt x="2897" y="2843"/>
                  </a:cubicBezTo>
                  <a:cubicBezTo>
                    <a:pt x="2889" y="2851"/>
                    <a:pt x="2889" y="2863"/>
                    <a:pt x="2897" y="2869"/>
                  </a:cubicBezTo>
                  <a:cubicBezTo>
                    <a:pt x="2901" y="2873"/>
                    <a:pt x="2906" y="2874"/>
                    <a:pt x="2909" y="2874"/>
                  </a:cubicBezTo>
                  <a:cubicBezTo>
                    <a:pt x="2913" y="2874"/>
                    <a:pt x="2918" y="2872"/>
                    <a:pt x="2923" y="2867"/>
                  </a:cubicBezTo>
                  <a:cubicBezTo>
                    <a:pt x="2957" y="2832"/>
                    <a:pt x="2989" y="2796"/>
                    <a:pt x="3019" y="2760"/>
                  </a:cubicBezTo>
                  <a:cubicBezTo>
                    <a:pt x="3025" y="2752"/>
                    <a:pt x="3024" y="2741"/>
                    <a:pt x="3016" y="2735"/>
                  </a:cubicBezTo>
                  <a:cubicBezTo>
                    <a:pt x="3012" y="2732"/>
                    <a:pt x="3008" y="2731"/>
                    <a:pt x="3004" y="2731"/>
                  </a:cubicBezTo>
                  <a:close/>
                  <a:moveTo>
                    <a:pt x="392" y="2734"/>
                  </a:moveTo>
                  <a:cubicBezTo>
                    <a:pt x="388" y="2734"/>
                    <a:pt x="384" y="2735"/>
                    <a:pt x="381" y="2738"/>
                  </a:cubicBezTo>
                  <a:cubicBezTo>
                    <a:pt x="374" y="2745"/>
                    <a:pt x="372" y="2756"/>
                    <a:pt x="379" y="2764"/>
                  </a:cubicBezTo>
                  <a:cubicBezTo>
                    <a:pt x="407" y="2801"/>
                    <a:pt x="441" y="2837"/>
                    <a:pt x="473" y="2872"/>
                  </a:cubicBezTo>
                  <a:cubicBezTo>
                    <a:pt x="477" y="2875"/>
                    <a:pt x="481" y="2877"/>
                    <a:pt x="486" y="2877"/>
                  </a:cubicBezTo>
                  <a:cubicBezTo>
                    <a:pt x="491" y="2877"/>
                    <a:pt x="494" y="2874"/>
                    <a:pt x="500" y="2873"/>
                  </a:cubicBezTo>
                  <a:cubicBezTo>
                    <a:pt x="507" y="2865"/>
                    <a:pt x="507" y="2855"/>
                    <a:pt x="500" y="2848"/>
                  </a:cubicBezTo>
                  <a:cubicBezTo>
                    <a:pt x="468" y="2814"/>
                    <a:pt x="436" y="2778"/>
                    <a:pt x="406" y="2741"/>
                  </a:cubicBezTo>
                  <a:cubicBezTo>
                    <a:pt x="403" y="2736"/>
                    <a:pt x="398" y="2734"/>
                    <a:pt x="392" y="2734"/>
                  </a:cubicBezTo>
                  <a:close/>
                  <a:moveTo>
                    <a:pt x="2808" y="2937"/>
                  </a:moveTo>
                  <a:cubicBezTo>
                    <a:pt x="2804" y="2937"/>
                    <a:pt x="2800" y="2939"/>
                    <a:pt x="2796" y="2942"/>
                  </a:cubicBezTo>
                  <a:cubicBezTo>
                    <a:pt x="2760" y="2972"/>
                    <a:pt x="2723" y="3002"/>
                    <a:pt x="2686" y="3031"/>
                  </a:cubicBezTo>
                  <a:cubicBezTo>
                    <a:pt x="2678" y="3036"/>
                    <a:pt x="2676" y="3047"/>
                    <a:pt x="2682" y="3054"/>
                  </a:cubicBezTo>
                  <a:cubicBezTo>
                    <a:pt x="2686" y="3059"/>
                    <a:pt x="2691" y="3062"/>
                    <a:pt x="2696" y="3062"/>
                  </a:cubicBezTo>
                  <a:cubicBezTo>
                    <a:pt x="2698" y="3062"/>
                    <a:pt x="2702" y="3060"/>
                    <a:pt x="2708" y="3059"/>
                  </a:cubicBezTo>
                  <a:cubicBezTo>
                    <a:pt x="2745" y="3032"/>
                    <a:pt x="2784" y="3001"/>
                    <a:pt x="2820" y="2968"/>
                  </a:cubicBezTo>
                  <a:cubicBezTo>
                    <a:pt x="2827" y="2962"/>
                    <a:pt x="2827" y="2951"/>
                    <a:pt x="2821" y="2943"/>
                  </a:cubicBezTo>
                  <a:cubicBezTo>
                    <a:pt x="2817" y="2939"/>
                    <a:pt x="2813" y="2937"/>
                    <a:pt x="2808" y="2937"/>
                  </a:cubicBezTo>
                  <a:close/>
                  <a:moveTo>
                    <a:pt x="590" y="2937"/>
                  </a:moveTo>
                  <a:cubicBezTo>
                    <a:pt x="585" y="2937"/>
                    <a:pt x="580" y="2939"/>
                    <a:pt x="576" y="2944"/>
                  </a:cubicBezTo>
                  <a:cubicBezTo>
                    <a:pt x="570" y="2951"/>
                    <a:pt x="570" y="2962"/>
                    <a:pt x="578" y="2969"/>
                  </a:cubicBezTo>
                  <a:cubicBezTo>
                    <a:pt x="615" y="3001"/>
                    <a:pt x="652" y="3032"/>
                    <a:pt x="691" y="3059"/>
                  </a:cubicBezTo>
                  <a:cubicBezTo>
                    <a:pt x="693" y="3062"/>
                    <a:pt x="697" y="3063"/>
                    <a:pt x="701" y="3063"/>
                  </a:cubicBezTo>
                  <a:cubicBezTo>
                    <a:pt x="706" y="3063"/>
                    <a:pt x="711" y="3062"/>
                    <a:pt x="716" y="3054"/>
                  </a:cubicBezTo>
                  <a:cubicBezTo>
                    <a:pt x="722" y="3047"/>
                    <a:pt x="720" y="3037"/>
                    <a:pt x="712" y="3031"/>
                  </a:cubicBezTo>
                  <a:cubicBezTo>
                    <a:pt x="676" y="3003"/>
                    <a:pt x="638" y="2972"/>
                    <a:pt x="602" y="2942"/>
                  </a:cubicBezTo>
                  <a:cubicBezTo>
                    <a:pt x="599" y="2939"/>
                    <a:pt x="594" y="2937"/>
                    <a:pt x="590" y="2937"/>
                  </a:cubicBezTo>
                  <a:close/>
                  <a:moveTo>
                    <a:pt x="2578" y="3106"/>
                  </a:moveTo>
                  <a:cubicBezTo>
                    <a:pt x="2575" y="3106"/>
                    <a:pt x="2571" y="3107"/>
                    <a:pt x="2568" y="3108"/>
                  </a:cubicBezTo>
                  <a:cubicBezTo>
                    <a:pt x="2529" y="3133"/>
                    <a:pt x="2488" y="3157"/>
                    <a:pt x="2446" y="3177"/>
                  </a:cubicBezTo>
                  <a:cubicBezTo>
                    <a:pt x="2436" y="3182"/>
                    <a:pt x="2433" y="3192"/>
                    <a:pt x="2437" y="3202"/>
                  </a:cubicBezTo>
                  <a:cubicBezTo>
                    <a:pt x="2441" y="3208"/>
                    <a:pt x="2447" y="3212"/>
                    <a:pt x="2453" y="3212"/>
                  </a:cubicBezTo>
                  <a:cubicBezTo>
                    <a:pt x="2456" y="3212"/>
                    <a:pt x="2459" y="3211"/>
                    <a:pt x="2461" y="3210"/>
                  </a:cubicBezTo>
                  <a:cubicBezTo>
                    <a:pt x="2503" y="3187"/>
                    <a:pt x="2545" y="3165"/>
                    <a:pt x="2586" y="3139"/>
                  </a:cubicBezTo>
                  <a:cubicBezTo>
                    <a:pt x="2595" y="3134"/>
                    <a:pt x="2597" y="3124"/>
                    <a:pt x="2592" y="3115"/>
                  </a:cubicBezTo>
                  <a:cubicBezTo>
                    <a:pt x="2589" y="3109"/>
                    <a:pt x="2583" y="3106"/>
                    <a:pt x="2578" y="3106"/>
                  </a:cubicBezTo>
                  <a:close/>
                  <a:moveTo>
                    <a:pt x="819" y="3108"/>
                  </a:moveTo>
                  <a:cubicBezTo>
                    <a:pt x="813" y="3108"/>
                    <a:pt x="807" y="3111"/>
                    <a:pt x="803" y="3118"/>
                  </a:cubicBezTo>
                  <a:cubicBezTo>
                    <a:pt x="798" y="3125"/>
                    <a:pt x="800" y="3136"/>
                    <a:pt x="810" y="3141"/>
                  </a:cubicBezTo>
                  <a:cubicBezTo>
                    <a:pt x="851" y="3167"/>
                    <a:pt x="892" y="3190"/>
                    <a:pt x="934" y="3212"/>
                  </a:cubicBezTo>
                  <a:cubicBezTo>
                    <a:pt x="937" y="3213"/>
                    <a:pt x="940" y="3213"/>
                    <a:pt x="943" y="3213"/>
                  </a:cubicBezTo>
                  <a:cubicBezTo>
                    <a:pt x="949" y="3213"/>
                    <a:pt x="955" y="3210"/>
                    <a:pt x="958" y="3205"/>
                  </a:cubicBezTo>
                  <a:cubicBezTo>
                    <a:pt x="963" y="3195"/>
                    <a:pt x="959" y="3184"/>
                    <a:pt x="950" y="3180"/>
                  </a:cubicBezTo>
                  <a:cubicBezTo>
                    <a:pt x="909" y="3159"/>
                    <a:pt x="867" y="3135"/>
                    <a:pt x="827" y="3111"/>
                  </a:cubicBezTo>
                  <a:cubicBezTo>
                    <a:pt x="825" y="3109"/>
                    <a:pt x="822" y="3108"/>
                    <a:pt x="819" y="3108"/>
                  </a:cubicBezTo>
                  <a:close/>
                  <a:moveTo>
                    <a:pt x="2324" y="3235"/>
                  </a:moveTo>
                  <a:cubicBezTo>
                    <a:pt x="2322" y="3235"/>
                    <a:pt x="2320" y="3235"/>
                    <a:pt x="2318" y="3236"/>
                  </a:cubicBezTo>
                  <a:cubicBezTo>
                    <a:pt x="2274" y="3254"/>
                    <a:pt x="2229" y="3269"/>
                    <a:pt x="2185" y="3283"/>
                  </a:cubicBezTo>
                  <a:cubicBezTo>
                    <a:pt x="2176" y="3286"/>
                    <a:pt x="2170" y="3297"/>
                    <a:pt x="2172" y="3305"/>
                  </a:cubicBezTo>
                  <a:cubicBezTo>
                    <a:pt x="2176" y="3313"/>
                    <a:pt x="2182" y="3318"/>
                    <a:pt x="2190" y="3318"/>
                  </a:cubicBezTo>
                  <a:lnTo>
                    <a:pt x="2195" y="3318"/>
                  </a:lnTo>
                  <a:cubicBezTo>
                    <a:pt x="2239" y="3304"/>
                    <a:pt x="2285" y="3288"/>
                    <a:pt x="2330" y="3269"/>
                  </a:cubicBezTo>
                  <a:cubicBezTo>
                    <a:pt x="2339" y="3265"/>
                    <a:pt x="2344" y="3256"/>
                    <a:pt x="2340" y="3247"/>
                  </a:cubicBezTo>
                  <a:cubicBezTo>
                    <a:pt x="2337" y="3240"/>
                    <a:pt x="2330" y="3235"/>
                    <a:pt x="2324" y="3235"/>
                  </a:cubicBezTo>
                  <a:close/>
                  <a:moveTo>
                    <a:pt x="1074" y="3237"/>
                  </a:moveTo>
                  <a:cubicBezTo>
                    <a:pt x="1067" y="3237"/>
                    <a:pt x="1059" y="3240"/>
                    <a:pt x="1056" y="3248"/>
                  </a:cubicBezTo>
                  <a:cubicBezTo>
                    <a:pt x="1052" y="3257"/>
                    <a:pt x="1057" y="3267"/>
                    <a:pt x="1066" y="3271"/>
                  </a:cubicBezTo>
                  <a:cubicBezTo>
                    <a:pt x="1111" y="3289"/>
                    <a:pt x="1156" y="3304"/>
                    <a:pt x="1202" y="3318"/>
                  </a:cubicBezTo>
                  <a:cubicBezTo>
                    <a:pt x="1204" y="3319"/>
                    <a:pt x="1206" y="3319"/>
                    <a:pt x="1208" y="3319"/>
                  </a:cubicBezTo>
                  <a:cubicBezTo>
                    <a:pt x="1215" y="3319"/>
                    <a:pt x="1221" y="3314"/>
                    <a:pt x="1224" y="3307"/>
                  </a:cubicBezTo>
                  <a:cubicBezTo>
                    <a:pt x="1226" y="3298"/>
                    <a:pt x="1221" y="3288"/>
                    <a:pt x="1213" y="3284"/>
                  </a:cubicBezTo>
                  <a:cubicBezTo>
                    <a:pt x="1168" y="3271"/>
                    <a:pt x="1123" y="3256"/>
                    <a:pt x="1080" y="3237"/>
                  </a:cubicBezTo>
                  <a:cubicBezTo>
                    <a:pt x="1078" y="3237"/>
                    <a:pt x="1076" y="3237"/>
                    <a:pt x="1074" y="3237"/>
                  </a:cubicBezTo>
                  <a:close/>
                  <a:moveTo>
                    <a:pt x="1345" y="3319"/>
                  </a:moveTo>
                  <a:cubicBezTo>
                    <a:pt x="1336" y="3319"/>
                    <a:pt x="1328" y="3325"/>
                    <a:pt x="1326" y="3334"/>
                  </a:cubicBezTo>
                  <a:cubicBezTo>
                    <a:pt x="1324" y="3342"/>
                    <a:pt x="1330" y="3351"/>
                    <a:pt x="1341" y="3354"/>
                  </a:cubicBezTo>
                  <a:cubicBezTo>
                    <a:pt x="1388" y="3364"/>
                    <a:pt x="1435" y="3371"/>
                    <a:pt x="1482" y="3379"/>
                  </a:cubicBezTo>
                  <a:lnTo>
                    <a:pt x="1485" y="3379"/>
                  </a:lnTo>
                  <a:cubicBezTo>
                    <a:pt x="1494" y="3379"/>
                    <a:pt x="1501" y="3371"/>
                    <a:pt x="1501" y="3363"/>
                  </a:cubicBezTo>
                  <a:cubicBezTo>
                    <a:pt x="1502" y="3353"/>
                    <a:pt x="1496" y="3344"/>
                    <a:pt x="1486" y="3343"/>
                  </a:cubicBezTo>
                  <a:cubicBezTo>
                    <a:pt x="1439" y="3338"/>
                    <a:pt x="1393" y="3329"/>
                    <a:pt x="1347" y="3319"/>
                  </a:cubicBezTo>
                  <a:cubicBezTo>
                    <a:pt x="1346" y="3319"/>
                    <a:pt x="1345" y="3319"/>
                    <a:pt x="1345" y="3319"/>
                  </a:cubicBezTo>
                  <a:close/>
                  <a:moveTo>
                    <a:pt x="2051" y="3318"/>
                  </a:moveTo>
                  <a:cubicBezTo>
                    <a:pt x="2050" y="3318"/>
                    <a:pt x="2049" y="3318"/>
                    <a:pt x="2049" y="3318"/>
                  </a:cubicBezTo>
                  <a:cubicBezTo>
                    <a:pt x="2003" y="3328"/>
                    <a:pt x="1956" y="3336"/>
                    <a:pt x="1910" y="3343"/>
                  </a:cubicBezTo>
                  <a:cubicBezTo>
                    <a:pt x="1899" y="3344"/>
                    <a:pt x="1893" y="3353"/>
                    <a:pt x="1894" y="3363"/>
                  </a:cubicBezTo>
                  <a:cubicBezTo>
                    <a:pt x="1895" y="3371"/>
                    <a:pt x="1903" y="3379"/>
                    <a:pt x="1912" y="3379"/>
                  </a:cubicBezTo>
                  <a:lnTo>
                    <a:pt x="1914" y="3379"/>
                  </a:lnTo>
                  <a:cubicBezTo>
                    <a:pt x="1961" y="3371"/>
                    <a:pt x="2008" y="3364"/>
                    <a:pt x="2055" y="3354"/>
                  </a:cubicBezTo>
                  <a:cubicBezTo>
                    <a:pt x="2065" y="3351"/>
                    <a:pt x="2072" y="3342"/>
                    <a:pt x="2069" y="3333"/>
                  </a:cubicBezTo>
                  <a:cubicBezTo>
                    <a:pt x="2068" y="3323"/>
                    <a:pt x="2060" y="3318"/>
                    <a:pt x="2051" y="3318"/>
                  </a:cubicBezTo>
                  <a:close/>
                  <a:moveTo>
                    <a:pt x="1628" y="3356"/>
                  </a:moveTo>
                  <a:cubicBezTo>
                    <a:pt x="1619" y="3356"/>
                    <a:pt x="1610" y="3363"/>
                    <a:pt x="1610" y="3373"/>
                  </a:cubicBezTo>
                  <a:cubicBezTo>
                    <a:pt x="1609" y="3382"/>
                    <a:pt x="1617" y="3391"/>
                    <a:pt x="1627" y="3391"/>
                  </a:cubicBezTo>
                  <a:cubicBezTo>
                    <a:pt x="1650" y="3392"/>
                    <a:pt x="1674" y="3392"/>
                    <a:pt x="1697" y="3392"/>
                  </a:cubicBezTo>
                  <a:cubicBezTo>
                    <a:pt x="1721" y="3392"/>
                    <a:pt x="1746" y="3391"/>
                    <a:pt x="1770" y="3391"/>
                  </a:cubicBezTo>
                  <a:cubicBezTo>
                    <a:pt x="1779" y="3391"/>
                    <a:pt x="1787" y="3384"/>
                    <a:pt x="1787" y="3373"/>
                  </a:cubicBezTo>
                  <a:cubicBezTo>
                    <a:pt x="1787" y="3364"/>
                    <a:pt x="1778" y="3356"/>
                    <a:pt x="1768" y="3356"/>
                  </a:cubicBezTo>
                  <a:cubicBezTo>
                    <a:pt x="1743" y="3357"/>
                    <a:pt x="1717" y="3358"/>
                    <a:pt x="1692" y="3358"/>
                  </a:cubicBezTo>
                  <a:cubicBezTo>
                    <a:pt x="1671" y="3358"/>
                    <a:pt x="1649" y="3357"/>
                    <a:pt x="1628" y="33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76" name="Google Shape;5976;p42"/>
            <p:cNvSpPr/>
            <p:nvPr/>
          </p:nvSpPr>
          <p:spPr>
            <a:xfrm>
              <a:off x="5994343" y="1471435"/>
              <a:ext cx="296897" cy="230352"/>
            </a:xfrm>
            <a:custGeom>
              <a:avLst/>
              <a:gdLst/>
              <a:ahLst/>
              <a:cxnLst/>
              <a:rect l="l" t="t" r="r" b="b"/>
              <a:pathLst>
                <a:path w="1053" h="817" extrusionOk="0">
                  <a:moveTo>
                    <a:pt x="937" y="1"/>
                  </a:moveTo>
                  <a:cubicBezTo>
                    <a:pt x="931" y="1"/>
                    <a:pt x="924" y="1"/>
                    <a:pt x="918" y="2"/>
                  </a:cubicBezTo>
                  <a:cubicBezTo>
                    <a:pt x="177" y="138"/>
                    <a:pt x="24" y="661"/>
                    <a:pt x="18" y="683"/>
                  </a:cubicBezTo>
                  <a:cubicBezTo>
                    <a:pt x="0" y="739"/>
                    <a:pt x="34" y="796"/>
                    <a:pt x="90" y="813"/>
                  </a:cubicBezTo>
                  <a:cubicBezTo>
                    <a:pt x="101" y="816"/>
                    <a:pt x="111" y="817"/>
                    <a:pt x="120" y="817"/>
                  </a:cubicBezTo>
                  <a:cubicBezTo>
                    <a:pt x="166" y="817"/>
                    <a:pt x="209" y="786"/>
                    <a:pt x="222" y="740"/>
                  </a:cubicBezTo>
                  <a:cubicBezTo>
                    <a:pt x="228" y="724"/>
                    <a:pt x="352" y="322"/>
                    <a:pt x="956" y="212"/>
                  </a:cubicBezTo>
                  <a:cubicBezTo>
                    <a:pt x="1013" y="202"/>
                    <a:pt x="1052" y="146"/>
                    <a:pt x="1042" y="88"/>
                  </a:cubicBezTo>
                  <a:cubicBezTo>
                    <a:pt x="1033" y="36"/>
                    <a:pt x="987" y="1"/>
                    <a:pt x="937" y="1"/>
                  </a:cubicBezTo>
                  <a:close/>
                </a:path>
              </a:pathLst>
            </a:custGeom>
            <a:solidFill>
              <a:srgbClr val="FAFFFF">
                <a:alpha val="4667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77" name="Google Shape;5977;p42"/>
            <p:cNvSpPr/>
            <p:nvPr/>
          </p:nvSpPr>
          <p:spPr>
            <a:xfrm>
              <a:off x="6198978" y="1652193"/>
              <a:ext cx="258112" cy="161368"/>
            </a:xfrm>
            <a:custGeom>
              <a:avLst/>
              <a:gdLst/>
              <a:ahLst/>
              <a:cxnLst/>
              <a:rect l="l" t="t" r="r" b="b"/>
              <a:pathLst>
                <a:path w="1334" h="834" extrusionOk="0">
                  <a:moveTo>
                    <a:pt x="608" y="38"/>
                  </a:moveTo>
                  <a:cubicBezTo>
                    <a:pt x="621" y="38"/>
                    <a:pt x="634" y="38"/>
                    <a:pt x="647" y="39"/>
                  </a:cubicBezTo>
                  <a:cubicBezTo>
                    <a:pt x="843" y="39"/>
                    <a:pt x="1039" y="50"/>
                    <a:pt x="1235" y="50"/>
                  </a:cubicBezTo>
                  <a:cubicBezTo>
                    <a:pt x="1244" y="50"/>
                    <a:pt x="1253" y="50"/>
                    <a:pt x="1262" y="50"/>
                  </a:cubicBezTo>
                  <a:lnTo>
                    <a:pt x="1264" y="50"/>
                  </a:lnTo>
                  <a:cubicBezTo>
                    <a:pt x="1265" y="50"/>
                    <a:pt x="1267" y="50"/>
                    <a:pt x="1269" y="50"/>
                  </a:cubicBezTo>
                  <a:cubicBezTo>
                    <a:pt x="1271" y="50"/>
                    <a:pt x="1274" y="50"/>
                    <a:pt x="1276" y="49"/>
                  </a:cubicBezTo>
                  <a:lnTo>
                    <a:pt x="1276" y="49"/>
                  </a:lnTo>
                  <a:cubicBezTo>
                    <a:pt x="1260" y="61"/>
                    <a:pt x="1279" y="190"/>
                    <a:pt x="1279" y="219"/>
                  </a:cubicBezTo>
                  <a:cubicBezTo>
                    <a:pt x="1280" y="284"/>
                    <a:pt x="1282" y="348"/>
                    <a:pt x="1285" y="413"/>
                  </a:cubicBezTo>
                  <a:cubicBezTo>
                    <a:pt x="1289" y="532"/>
                    <a:pt x="1286" y="652"/>
                    <a:pt x="1302" y="770"/>
                  </a:cubicBezTo>
                  <a:lnTo>
                    <a:pt x="1296" y="770"/>
                  </a:lnTo>
                  <a:cubicBezTo>
                    <a:pt x="1085" y="776"/>
                    <a:pt x="873" y="786"/>
                    <a:pt x="662" y="793"/>
                  </a:cubicBezTo>
                  <a:cubicBezTo>
                    <a:pt x="461" y="799"/>
                    <a:pt x="256" y="794"/>
                    <a:pt x="53" y="808"/>
                  </a:cubicBezTo>
                  <a:cubicBezTo>
                    <a:pt x="54" y="806"/>
                    <a:pt x="56" y="803"/>
                    <a:pt x="56" y="799"/>
                  </a:cubicBezTo>
                  <a:cubicBezTo>
                    <a:pt x="54" y="780"/>
                    <a:pt x="53" y="760"/>
                    <a:pt x="53" y="740"/>
                  </a:cubicBezTo>
                  <a:lnTo>
                    <a:pt x="53" y="740"/>
                  </a:lnTo>
                  <a:cubicBezTo>
                    <a:pt x="233" y="749"/>
                    <a:pt x="415" y="756"/>
                    <a:pt x="596" y="756"/>
                  </a:cubicBezTo>
                  <a:cubicBezTo>
                    <a:pt x="675" y="756"/>
                    <a:pt x="753" y="755"/>
                    <a:pt x="830" y="752"/>
                  </a:cubicBezTo>
                  <a:cubicBezTo>
                    <a:pt x="835" y="752"/>
                    <a:pt x="835" y="746"/>
                    <a:pt x="830" y="745"/>
                  </a:cubicBezTo>
                  <a:cubicBezTo>
                    <a:pt x="629" y="734"/>
                    <a:pt x="424" y="732"/>
                    <a:pt x="221" y="732"/>
                  </a:cubicBezTo>
                  <a:cubicBezTo>
                    <a:pt x="165" y="732"/>
                    <a:pt x="109" y="732"/>
                    <a:pt x="53" y="732"/>
                  </a:cubicBezTo>
                  <a:cubicBezTo>
                    <a:pt x="52" y="719"/>
                    <a:pt x="52" y="705"/>
                    <a:pt x="52" y="689"/>
                  </a:cubicBezTo>
                  <a:cubicBezTo>
                    <a:pt x="55" y="688"/>
                    <a:pt x="59" y="688"/>
                    <a:pt x="64" y="688"/>
                  </a:cubicBezTo>
                  <a:cubicBezTo>
                    <a:pt x="79" y="688"/>
                    <a:pt x="100" y="691"/>
                    <a:pt x="108" y="691"/>
                  </a:cubicBezTo>
                  <a:lnTo>
                    <a:pt x="175" y="691"/>
                  </a:lnTo>
                  <a:cubicBezTo>
                    <a:pt x="216" y="691"/>
                    <a:pt x="257" y="691"/>
                    <a:pt x="298" y="693"/>
                  </a:cubicBezTo>
                  <a:cubicBezTo>
                    <a:pt x="380" y="694"/>
                    <a:pt x="462" y="698"/>
                    <a:pt x="544" y="698"/>
                  </a:cubicBezTo>
                  <a:cubicBezTo>
                    <a:pt x="549" y="698"/>
                    <a:pt x="548" y="691"/>
                    <a:pt x="544" y="691"/>
                  </a:cubicBezTo>
                  <a:cubicBezTo>
                    <a:pt x="443" y="683"/>
                    <a:pt x="344" y="683"/>
                    <a:pt x="244" y="683"/>
                  </a:cubicBezTo>
                  <a:cubicBezTo>
                    <a:pt x="198" y="683"/>
                    <a:pt x="154" y="683"/>
                    <a:pt x="108" y="684"/>
                  </a:cubicBezTo>
                  <a:cubicBezTo>
                    <a:pt x="99" y="684"/>
                    <a:pt x="88" y="683"/>
                    <a:pt x="76" y="683"/>
                  </a:cubicBezTo>
                  <a:cubicBezTo>
                    <a:pt x="67" y="683"/>
                    <a:pt x="59" y="684"/>
                    <a:pt x="52" y="686"/>
                  </a:cubicBezTo>
                  <a:cubicBezTo>
                    <a:pt x="51" y="669"/>
                    <a:pt x="51" y="650"/>
                    <a:pt x="49" y="632"/>
                  </a:cubicBezTo>
                  <a:cubicBezTo>
                    <a:pt x="128" y="632"/>
                    <a:pt x="207" y="635"/>
                    <a:pt x="286" y="635"/>
                  </a:cubicBezTo>
                  <a:cubicBezTo>
                    <a:pt x="318" y="635"/>
                    <a:pt x="351" y="634"/>
                    <a:pt x="384" y="633"/>
                  </a:cubicBezTo>
                  <a:cubicBezTo>
                    <a:pt x="386" y="633"/>
                    <a:pt x="386" y="629"/>
                    <a:pt x="384" y="629"/>
                  </a:cubicBezTo>
                  <a:cubicBezTo>
                    <a:pt x="336" y="624"/>
                    <a:pt x="288" y="623"/>
                    <a:pt x="239" y="623"/>
                  </a:cubicBezTo>
                  <a:cubicBezTo>
                    <a:pt x="175" y="623"/>
                    <a:pt x="112" y="626"/>
                    <a:pt x="49" y="628"/>
                  </a:cubicBezTo>
                  <a:cubicBezTo>
                    <a:pt x="48" y="602"/>
                    <a:pt x="48" y="576"/>
                    <a:pt x="47" y="550"/>
                  </a:cubicBezTo>
                  <a:lnTo>
                    <a:pt x="47" y="550"/>
                  </a:lnTo>
                  <a:cubicBezTo>
                    <a:pt x="168" y="557"/>
                    <a:pt x="291" y="560"/>
                    <a:pt x="413" y="560"/>
                  </a:cubicBezTo>
                  <a:cubicBezTo>
                    <a:pt x="515" y="560"/>
                    <a:pt x="617" y="558"/>
                    <a:pt x="717" y="553"/>
                  </a:cubicBezTo>
                  <a:cubicBezTo>
                    <a:pt x="721" y="553"/>
                    <a:pt x="721" y="547"/>
                    <a:pt x="717" y="547"/>
                  </a:cubicBezTo>
                  <a:cubicBezTo>
                    <a:pt x="597" y="542"/>
                    <a:pt x="475" y="539"/>
                    <a:pt x="353" y="539"/>
                  </a:cubicBezTo>
                  <a:cubicBezTo>
                    <a:pt x="250" y="539"/>
                    <a:pt x="148" y="541"/>
                    <a:pt x="47" y="545"/>
                  </a:cubicBezTo>
                  <a:cubicBezTo>
                    <a:pt x="45" y="520"/>
                    <a:pt x="45" y="495"/>
                    <a:pt x="45" y="470"/>
                  </a:cubicBezTo>
                  <a:cubicBezTo>
                    <a:pt x="120" y="469"/>
                    <a:pt x="195" y="468"/>
                    <a:pt x="269" y="468"/>
                  </a:cubicBezTo>
                  <a:cubicBezTo>
                    <a:pt x="351" y="468"/>
                    <a:pt x="433" y="469"/>
                    <a:pt x="514" y="469"/>
                  </a:cubicBezTo>
                  <a:cubicBezTo>
                    <a:pt x="560" y="469"/>
                    <a:pt x="606" y="469"/>
                    <a:pt x="652" y="468"/>
                  </a:cubicBezTo>
                  <a:cubicBezTo>
                    <a:pt x="657" y="468"/>
                    <a:pt x="657" y="461"/>
                    <a:pt x="652" y="460"/>
                  </a:cubicBezTo>
                  <a:cubicBezTo>
                    <a:pt x="570" y="453"/>
                    <a:pt x="487" y="450"/>
                    <a:pt x="403" y="450"/>
                  </a:cubicBezTo>
                  <a:cubicBezTo>
                    <a:pt x="283" y="450"/>
                    <a:pt x="163" y="456"/>
                    <a:pt x="45" y="465"/>
                  </a:cubicBezTo>
                  <a:cubicBezTo>
                    <a:pt x="45" y="439"/>
                    <a:pt x="44" y="412"/>
                    <a:pt x="44" y="384"/>
                  </a:cubicBezTo>
                  <a:cubicBezTo>
                    <a:pt x="116" y="383"/>
                    <a:pt x="186" y="381"/>
                    <a:pt x="258" y="378"/>
                  </a:cubicBezTo>
                  <a:cubicBezTo>
                    <a:pt x="307" y="377"/>
                    <a:pt x="358" y="372"/>
                    <a:pt x="408" y="372"/>
                  </a:cubicBezTo>
                  <a:cubicBezTo>
                    <a:pt x="437" y="372"/>
                    <a:pt x="465" y="374"/>
                    <a:pt x="492" y="378"/>
                  </a:cubicBezTo>
                  <a:cubicBezTo>
                    <a:pt x="493" y="378"/>
                    <a:pt x="493" y="378"/>
                    <a:pt x="493" y="378"/>
                  </a:cubicBezTo>
                  <a:cubicBezTo>
                    <a:pt x="496" y="378"/>
                    <a:pt x="497" y="373"/>
                    <a:pt x="493" y="372"/>
                  </a:cubicBezTo>
                  <a:cubicBezTo>
                    <a:pt x="468" y="363"/>
                    <a:pt x="440" y="361"/>
                    <a:pt x="411" y="361"/>
                  </a:cubicBezTo>
                  <a:cubicBezTo>
                    <a:pt x="368" y="361"/>
                    <a:pt x="324" y="367"/>
                    <a:pt x="285" y="368"/>
                  </a:cubicBezTo>
                  <a:cubicBezTo>
                    <a:pt x="205" y="372"/>
                    <a:pt x="124" y="374"/>
                    <a:pt x="43" y="378"/>
                  </a:cubicBezTo>
                  <a:cubicBezTo>
                    <a:pt x="43" y="348"/>
                    <a:pt x="42" y="317"/>
                    <a:pt x="42" y="286"/>
                  </a:cubicBezTo>
                  <a:cubicBezTo>
                    <a:pt x="64" y="286"/>
                    <a:pt x="85" y="286"/>
                    <a:pt x="106" y="286"/>
                  </a:cubicBezTo>
                  <a:cubicBezTo>
                    <a:pt x="155" y="286"/>
                    <a:pt x="203" y="286"/>
                    <a:pt x="251" y="286"/>
                  </a:cubicBezTo>
                  <a:cubicBezTo>
                    <a:pt x="346" y="286"/>
                    <a:pt x="440" y="285"/>
                    <a:pt x="534" y="280"/>
                  </a:cubicBezTo>
                  <a:cubicBezTo>
                    <a:pt x="539" y="280"/>
                    <a:pt x="539" y="272"/>
                    <a:pt x="534" y="272"/>
                  </a:cubicBezTo>
                  <a:cubicBezTo>
                    <a:pt x="496" y="270"/>
                    <a:pt x="458" y="270"/>
                    <a:pt x="420" y="270"/>
                  </a:cubicBezTo>
                  <a:cubicBezTo>
                    <a:pt x="294" y="270"/>
                    <a:pt x="168" y="276"/>
                    <a:pt x="42" y="281"/>
                  </a:cubicBezTo>
                  <a:cubicBezTo>
                    <a:pt x="42" y="251"/>
                    <a:pt x="42" y="223"/>
                    <a:pt x="40" y="193"/>
                  </a:cubicBezTo>
                  <a:cubicBezTo>
                    <a:pt x="134" y="192"/>
                    <a:pt x="227" y="193"/>
                    <a:pt x="320" y="185"/>
                  </a:cubicBezTo>
                  <a:cubicBezTo>
                    <a:pt x="325" y="185"/>
                    <a:pt x="325" y="179"/>
                    <a:pt x="320" y="179"/>
                  </a:cubicBezTo>
                  <a:cubicBezTo>
                    <a:pt x="309" y="178"/>
                    <a:pt x="298" y="178"/>
                    <a:pt x="287" y="178"/>
                  </a:cubicBezTo>
                  <a:cubicBezTo>
                    <a:pt x="205" y="178"/>
                    <a:pt x="123" y="184"/>
                    <a:pt x="40" y="188"/>
                  </a:cubicBezTo>
                  <a:lnTo>
                    <a:pt x="40" y="108"/>
                  </a:lnTo>
                  <a:cubicBezTo>
                    <a:pt x="122" y="111"/>
                    <a:pt x="204" y="113"/>
                    <a:pt x="286" y="113"/>
                  </a:cubicBezTo>
                  <a:cubicBezTo>
                    <a:pt x="342" y="113"/>
                    <a:pt x="397" y="112"/>
                    <a:pt x="452" y="110"/>
                  </a:cubicBezTo>
                  <a:cubicBezTo>
                    <a:pt x="459" y="110"/>
                    <a:pt x="459" y="100"/>
                    <a:pt x="452" y="100"/>
                  </a:cubicBezTo>
                  <a:cubicBezTo>
                    <a:pt x="420" y="99"/>
                    <a:pt x="386" y="99"/>
                    <a:pt x="353" y="99"/>
                  </a:cubicBezTo>
                  <a:cubicBezTo>
                    <a:pt x="249" y="99"/>
                    <a:pt x="144" y="101"/>
                    <a:pt x="40" y="102"/>
                  </a:cubicBezTo>
                  <a:lnTo>
                    <a:pt x="40" y="39"/>
                  </a:lnTo>
                  <a:cubicBezTo>
                    <a:pt x="102" y="43"/>
                    <a:pt x="165" y="44"/>
                    <a:pt x="227" y="44"/>
                  </a:cubicBezTo>
                  <a:cubicBezTo>
                    <a:pt x="355" y="44"/>
                    <a:pt x="482" y="38"/>
                    <a:pt x="608" y="38"/>
                  </a:cubicBezTo>
                  <a:close/>
                  <a:moveTo>
                    <a:pt x="320" y="0"/>
                  </a:moveTo>
                  <a:cubicBezTo>
                    <a:pt x="222" y="0"/>
                    <a:pt x="125" y="3"/>
                    <a:pt x="31" y="15"/>
                  </a:cubicBezTo>
                  <a:cubicBezTo>
                    <a:pt x="30" y="15"/>
                    <a:pt x="28" y="15"/>
                    <a:pt x="27" y="15"/>
                  </a:cubicBezTo>
                  <a:cubicBezTo>
                    <a:pt x="20" y="15"/>
                    <a:pt x="11" y="20"/>
                    <a:pt x="11" y="29"/>
                  </a:cubicBezTo>
                  <a:cubicBezTo>
                    <a:pt x="0" y="276"/>
                    <a:pt x="7" y="521"/>
                    <a:pt x="26" y="768"/>
                  </a:cubicBezTo>
                  <a:cubicBezTo>
                    <a:pt x="26" y="778"/>
                    <a:pt x="27" y="791"/>
                    <a:pt x="28" y="800"/>
                  </a:cubicBezTo>
                  <a:cubicBezTo>
                    <a:pt x="28" y="804"/>
                    <a:pt x="31" y="808"/>
                    <a:pt x="33" y="810"/>
                  </a:cubicBezTo>
                  <a:lnTo>
                    <a:pt x="32" y="810"/>
                  </a:lnTo>
                  <a:cubicBezTo>
                    <a:pt x="21" y="812"/>
                    <a:pt x="19" y="828"/>
                    <a:pt x="32" y="829"/>
                  </a:cubicBezTo>
                  <a:cubicBezTo>
                    <a:pt x="85" y="832"/>
                    <a:pt x="138" y="833"/>
                    <a:pt x="191" y="833"/>
                  </a:cubicBezTo>
                  <a:cubicBezTo>
                    <a:pt x="349" y="833"/>
                    <a:pt x="508" y="824"/>
                    <a:pt x="665" y="820"/>
                  </a:cubicBezTo>
                  <a:cubicBezTo>
                    <a:pt x="876" y="815"/>
                    <a:pt x="1087" y="813"/>
                    <a:pt x="1298" y="803"/>
                  </a:cubicBezTo>
                  <a:cubicBezTo>
                    <a:pt x="1308" y="803"/>
                    <a:pt x="1313" y="794"/>
                    <a:pt x="1312" y="786"/>
                  </a:cubicBezTo>
                  <a:cubicBezTo>
                    <a:pt x="1317" y="786"/>
                    <a:pt x="1322" y="782"/>
                    <a:pt x="1322" y="777"/>
                  </a:cubicBezTo>
                  <a:cubicBezTo>
                    <a:pt x="1333" y="601"/>
                    <a:pt x="1316" y="420"/>
                    <a:pt x="1311" y="246"/>
                  </a:cubicBezTo>
                  <a:cubicBezTo>
                    <a:pt x="1311" y="227"/>
                    <a:pt x="1325" y="15"/>
                    <a:pt x="1276" y="15"/>
                  </a:cubicBezTo>
                  <a:cubicBezTo>
                    <a:pt x="1272" y="15"/>
                    <a:pt x="1266" y="17"/>
                    <a:pt x="1261" y="21"/>
                  </a:cubicBezTo>
                  <a:cubicBezTo>
                    <a:pt x="1056" y="5"/>
                    <a:pt x="850" y="6"/>
                    <a:pt x="646" y="5"/>
                  </a:cubicBezTo>
                  <a:cubicBezTo>
                    <a:pt x="538" y="4"/>
                    <a:pt x="429" y="0"/>
                    <a:pt x="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78" name="Google Shape;5978;p42"/>
            <p:cNvSpPr/>
            <p:nvPr/>
          </p:nvSpPr>
          <p:spPr>
            <a:xfrm>
              <a:off x="6206137" y="1809499"/>
              <a:ext cx="193" cy="19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79" name="Google Shape;5979;p42"/>
            <p:cNvSpPr/>
            <p:nvPr/>
          </p:nvSpPr>
          <p:spPr>
            <a:xfrm>
              <a:off x="6320681" y="1636134"/>
              <a:ext cx="15285" cy="14125"/>
            </a:xfrm>
            <a:custGeom>
              <a:avLst/>
              <a:gdLst/>
              <a:ahLst/>
              <a:cxnLst/>
              <a:rect l="l" t="t" r="r" b="b"/>
              <a:pathLst>
                <a:path w="79" h="73" extrusionOk="0">
                  <a:moveTo>
                    <a:pt x="37" y="19"/>
                  </a:moveTo>
                  <a:cubicBezTo>
                    <a:pt x="48" y="20"/>
                    <a:pt x="58" y="25"/>
                    <a:pt x="57" y="38"/>
                  </a:cubicBezTo>
                  <a:cubicBezTo>
                    <a:pt x="57" y="45"/>
                    <a:pt x="48" y="51"/>
                    <a:pt x="39" y="51"/>
                  </a:cubicBezTo>
                  <a:cubicBezTo>
                    <a:pt x="39" y="51"/>
                    <a:pt x="38" y="51"/>
                    <a:pt x="37" y="51"/>
                  </a:cubicBezTo>
                  <a:cubicBezTo>
                    <a:pt x="29" y="50"/>
                    <a:pt x="24" y="41"/>
                    <a:pt x="26" y="31"/>
                  </a:cubicBezTo>
                  <a:cubicBezTo>
                    <a:pt x="27" y="27"/>
                    <a:pt x="28" y="25"/>
                    <a:pt x="31" y="22"/>
                  </a:cubicBezTo>
                  <a:cubicBezTo>
                    <a:pt x="33" y="21"/>
                    <a:pt x="34" y="20"/>
                    <a:pt x="37" y="19"/>
                  </a:cubicBezTo>
                  <a:close/>
                  <a:moveTo>
                    <a:pt x="42" y="0"/>
                  </a:moveTo>
                  <a:cubicBezTo>
                    <a:pt x="40" y="0"/>
                    <a:pt x="38" y="0"/>
                    <a:pt x="36" y="1"/>
                  </a:cubicBezTo>
                  <a:cubicBezTo>
                    <a:pt x="33" y="1"/>
                    <a:pt x="32" y="2"/>
                    <a:pt x="31" y="4"/>
                  </a:cubicBezTo>
                  <a:cubicBezTo>
                    <a:pt x="30" y="4"/>
                    <a:pt x="29" y="4"/>
                    <a:pt x="28" y="4"/>
                  </a:cubicBezTo>
                  <a:cubicBezTo>
                    <a:pt x="17" y="4"/>
                    <a:pt x="6" y="14"/>
                    <a:pt x="4" y="27"/>
                  </a:cubicBezTo>
                  <a:cubicBezTo>
                    <a:pt x="0" y="48"/>
                    <a:pt x="13" y="68"/>
                    <a:pt x="33" y="72"/>
                  </a:cubicBezTo>
                  <a:cubicBezTo>
                    <a:pt x="35" y="73"/>
                    <a:pt x="37" y="73"/>
                    <a:pt x="39" y="73"/>
                  </a:cubicBezTo>
                  <a:cubicBezTo>
                    <a:pt x="57" y="73"/>
                    <a:pt x="74" y="59"/>
                    <a:pt x="75" y="41"/>
                  </a:cubicBezTo>
                  <a:cubicBezTo>
                    <a:pt x="79" y="21"/>
                    <a:pt x="62" y="0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80" name="Google Shape;5980;p42"/>
            <p:cNvSpPr/>
            <p:nvPr/>
          </p:nvSpPr>
          <p:spPr>
            <a:xfrm>
              <a:off x="6197430" y="1830589"/>
              <a:ext cx="268173" cy="20510"/>
            </a:xfrm>
            <a:custGeom>
              <a:avLst/>
              <a:gdLst/>
              <a:ahLst/>
              <a:cxnLst/>
              <a:rect l="l" t="t" r="r" b="b"/>
              <a:pathLst>
                <a:path w="1386" h="106" extrusionOk="0">
                  <a:moveTo>
                    <a:pt x="1338" y="29"/>
                  </a:moveTo>
                  <a:lnTo>
                    <a:pt x="1346" y="49"/>
                  </a:lnTo>
                  <a:cubicBezTo>
                    <a:pt x="1349" y="54"/>
                    <a:pt x="1351" y="59"/>
                    <a:pt x="1355" y="64"/>
                  </a:cubicBezTo>
                  <a:cubicBezTo>
                    <a:pt x="1326" y="65"/>
                    <a:pt x="1298" y="65"/>
                    <a:pt x="1270" y="65"/>
                  </a:cubicBezTo>
                  <a:cubicBezTo>
                    <a:pt x="1272" y="63"/>
                    <a:pt x="1273" y="60"/>
                    <a:pt x="1273" y="56"/>
                  </a:cubicBezTo>
                  <a:cubicBezTo>
                    <a:pt x="1272" y="49"/>
                    <a:pt x="1269" y="40"/>
                    <a:pt x="1267" y="34"/>
                  </a:cubicBezTo>
                  <a:cubicBezTo>
                    <a:pt x="1267" y="33"/>
                    <a:pt x="1267" y="33"/>
                    <a:pt x="1265" y="31"/>
                  </a:cubicBezTo>
                  <a:cubicBezTo>
                    <a:pt x="1289" y="30"/>
                    <a:pt x="1314" y="30"/>
                    <a:pt x="1338" y="29"/>
                  </a:cubicBezTo>
                  <a:close/>
                  <a:moveTo>
                    <a:pt x="1238" y="33"/>
                  </a:moveTo>
                  <a:cubicBezTo>
                    <a:pt x="1239" y="45"/>
                    <a:pt x="1244" y="56"/>
                    <a:pt x="1251" y="65"/>
                  </a:cubicBezTo>
                  <a:cubicBezTo>
                    <a:pt x="1228" y="66"/>
                    <a:pt x="1205" y="66"/>
                    <a:pt x="1182" y="66"/>
                  </a:cubicBezTo>
                  <a:cubicBezTo>
                    <a:pt x="1183" y="65"/>
                    <a:pt x="1183" y="63"/>
                    <a:pt x="1182" y="60"/>
                  </a:cubicBezTo>
                  <a:cubicBezTo>
                    <a:pt x="1178" y="54"/>
                    <a:pt x="1176" y="46"/>
                    <a:pt x="1175" y="38"/>
                  </a:cubicBezTo>
                  <a:cubicBezTo>
                    <a:pt x="1175" y="37"/>
                    <a:pt x="1175" y="35"/>
                    <a:pt x="1173" y="34"/>
                  </a:cubicBezTo>
                  <a:cubicBezTo>
                    <a:pt x="1195" y="34"/>
                    <a:pt x="1217" y="33"/>
                    <a:pt x="1238" y="33"/>
                  </a:cubicBezTo>
                  <a:close/>
                  <a:moveTo>
                    <a:pt x="1154" y="35"/>
                  </a:moveTo>
                  <a:cubicBezTo>
                    <a:pt x="1155" y="48"/>
                    <a:pt x="1162" y="59"/>
                    <a:pt x="1171" y="68"/>
                  </a:cubicBezTo>
                  <a:lnTo>
                    <a:pt x="1109" y="68"/>
                  </a:lnTo>
                  <a:cubicBezTo>
                    <a:pt x="1105" y="59"/>
                    <a:pt x="1103" y="51"/>
                    <a:pt x="1099" y="42"/>
                  </a:cubicBezTo>
                  <a:cubicBezTo>
                    <a:pt x="1098" y="40"/>
                    <a:pt x="1098" y="38"/>
                    <a:pt x="1096" y="37"/>
                  </a:cubicBezTo>
                  <a:cubicBezTo>
                    <a:pt x="1115" y="37"/>
                    <a:pt x="1135" y="35"/>
                    <a:pt x="1154" y="35"/>
                  </a:cubicBezTo>
                  <a:close/>
                  <a:moveTo>
                    <a:pt x="1077" y="37"/>
                  </a:moveTo>
                  <a:cubicBezTo>
                    <a:pt x="1078" y="40"/>
                    <a:pt x="1080" y="45"/>
                    <a:pt x="1083" y="50"/>
                  </a:cubicBezTo>
                  <a:cubicBezTo>
                    <a:pt x="1086" y="56"/>
                    <a:pt x="1089" y="63"/>
                    <a:pt x="1093" y="69"/>
                  </a:cubicBezTo>
                  <a:cubicBezTo>
                    <a:pt x="1086" y="69"/>
                    <a:pt x="1080" y="69"/>
                    <a:pt x="1073" y="69"/>
                  </a:cubicBezTo>
                  <a:cubicBezTo>
                    <a:pt x="1060" y="69"/>
                    <a:pt x="1047" y="69"/>
                    <a:pt x="1034" y="69"/>
                  </a:cubicBezTo>
                  <a:lnTo>
                    <a:pt x="1034" y="65"/>
                  </a:lnTo>
                  <a:cubicBezTo>
                    <a:pt x="1032" y="56"/>
                    <a:pt x="1029" y="48"/>
                    <a:pt x="1026" y="38"/>
                  </a:cubicBezTo>
                  <a:cubicBezTo>
                    <a:pt x="1043" y="38"/>
                    <a:pt x="1059" y="37"/>
                    <a:pt x="1077" y="37"/>
                  </a:cubicBezTo>
                  <a:close/>
                  <a:moveTo>
                    <a:pt x="1003" y="38"/>
                  </a:moveTo>
                  <a:cubicBezTo>
                    <a:pt x="1005" y="49"/>
                    <a:pt x="1012" y="59"/>
                    <a:pt x="1017" y="69"/>
                  </a:cubicBezTo>
                  <a:cubicBezTo>
                    <a:pt x="994" y="69"/>
                    <a:pt x="971" y="70"/>
                    <a:pt x="948" y="70"/>
                  </a:cubicBezTo>
                  <a:cubicBezTo>
                    <a:pt x="948" y="69"/>
                    <a:pt x="948" y="69"/>
                    <a:pt x="946" y="67"/>
                  </a:cubicBezTo>
                  <a:cubicBezTo>
                    <a:pt x="943" y="61"/>
                    <a:pt x="940" y="56"/>
                    <a:pt x="937" y="50"/>
                  </a:cubicBezTo>
                  <a:cubicBezTo>
                    <a:pt x="936" y="46"/>
                    <a:pt x="935" y="41"/>
                    <a:pt x="935" y="39"/>
                  </a:cubicBezTo>
                  <a:cubicBezTo>
                    <a:pt x="958" y="39"/>
                    <a:pt x="979" y="39"/>
                    <a:pt x="1003" y="38"/>
                  </a:cubicBezTo>
                  <a:close/>
                  <a:moveTo>
                    <a:pt x="916" y="39"/>
                  </a:moveTo>
                  <a:cubicBezTo>
                    <a:pt x="915" y="50"/>
                    <a:pt x="922" y="63"/>
                    <a:pt x="930" y="70"/>
                  </a:cubicBezTo>
                  <a:cubicBezTo>
                    <a:pt x="911" y="70"/>
                    <a:pt x="893" y="71"/>
                    <a:pt x="874" y="71"/>
                  </a:cubicBezTo>
                  <a:cubicBezTo>
                    <a:pt x="870" y="63"/>
                    <a:pt x="868" y="55"/>
                    <a:pt x="864" y="46"/>
                  </a:cubicBezTo>
                  <a:cubicBezTo>
                    <a:pt x="863" y="44"/>
                    <a:pt x="863" y="42"/>
                    <a:pt x="861" y="39"/>
                  </a:cubicBezTo>
                  <a:close/>
                  <a:moveTo>
                    <a:pt x="779" y="40"/>
                  </a:moveTo>
                  <a:cubicBezTo>
                    <a:pt x="781" y="53"/>
                    <a:pt x="787" y="64"/>
                    <a:pt x="792" y="73"/>
                  </a:cubicBezTo>
                  <a:lnTo>
                    <a:pt x="740" y="73"/>
                  </a:lnTo>
                  <a:cubicBezTo>
                    <a:pt x="740" y="63"/>
                    <a:pt x="738" y="51"/>
                    <a:pt x="736" y="40"/>
                  </a:cubicBezTo>
                  <a:close/>
                  <a:moveTo>
                    <a:pt x="844" y="40"/>
                  </a:moveTo>
                  <a:cubicBezTo>
                    <a:pt x="845" y="45"/>
                    <a:pt x="848" y="49"/>
                    <a:pt x="849" y="53"/>
                  </a:cubicBezTo>
                  <a:cubicBezTo>
                    <a:pt x="852" y="59"/>
                    <a:pt x="855" y="65"/>
                    <a:pt x="860" y="71"/>
                  </a:cubicBezTo>
                  <a:cubicBezTo>
                    <a:pt x="843" y="71"/>
                    <a:pt x="828" y="71"/>
                    <a:pt x="811" y="73"/>
                  </a:cubicBezTo>
                  <a:cubicBezTo>
                    <a:pt x="807" y="65"/>
                    <a:pt x="803" y="57"/>
                    <a:pt x="802" y="49"/>
                  </a:cubicBezTo>
                  <a:cubicBezTo>
                    <a:pt x="801" y="46"/>
                    <a:pt x="801" y="44"/>
                    <a:pt x="801" y="40"/>
                  </a:cubicBezTo>
                  <a:close/>
                  <a:moveTo>
                    <a:pt x="716" y="40"/>
                  </a:moveTo>
                  <a:cubicBezTo>
                    <a:pt x="717" y="44"/>
                    <a:pt x="719" y="46"/>
                    <a:pt x="719" y="49"/>
                  </a:cubicBezTo>
                  <a:cubicBezTo>
                    <a:pt x="721" y="56"/>
                    <a:pt x="722" y="65"/>
                    <a:pt x="724" y="73"/>
                  </a:cubicBezTo>
                  <a:cubicBezTo>
                    <a:pt x="707" y="74"/>
                    <a:pt x="691" y="74"/>
                    <a:pt x="674" y="74"/>
                  </a:cubicBezTo>
                  <a:lnTo>
                    <a:pt x="671" y="74"/>
                  </a:lnTo>
                  <a:cubicBezTo>
                    <a:pt x="673" y="64"/>
                    <a:pt x="674" y="53"/>
                    <a:pt x="673" y="40"/>
                  </a:cubicBezTo>
                  <a:close/>
                  <a:moveTo>
                    <a:pt x="651" y="41"/>
                  </a:moveTo>
                  <a:cubicBezTo>
                    <a:pt x="649" y="52"/>
                    <a:pt x="651" y="65"/>
                    <a:pt x="653" y="75"/>
                  </a:cubicBezTo>
                  <a:lnTo>
                    <a:pt x="605" y="75"/>
                  </a:lnTo>
                  <a:cubicBezTo>
                    <a:pt x="604" y="68"/>
                    <a:pt x="605" y="61"/>
                    <a:pt x="607" y="54"/>
                  </a:cubicBezTo>
                  <a:cubicBezTo>
                    <a:pt x="608" y="50"/>
                    <a:pt x="608" y="46"/>
                    <a:pt x="609" y="41"/>
                  </a:cubicBezTo>
                  <a:close/>
                  <a:moveTo>
                    <a:pt x="592" y="42"/>
                  </a:moveTo>
                  <a:cubicBezTo>
                    <a:pt x="589" y="53"/>
                    <a:pt x="592" y="65"/>
                    <a:pt x="597" y="74"/>
                  </a:cubicBezTo>
                  <a:cubicBezTo>
                    <a:pt x="577" y="75"/>
                    <a:pt x="558" y="75"/>
                    <a:pt x="540" y="76"/>
                  </a:cubicBezTo>
                  <a:cubicBezTo>
                    <a:pt x="540" y="69"/>
                    <a:pt x="540" y="61"/>
                    <a:pt x="542" y="54"/>
                  </a:cubicBezTo>
                  <a:cubicBezTo>
                    <a:pt x="543" y="50"/>
                    <a:pt x="543" y="48"/>
                    <a:pt x="545" y="44"/>
                  </a:cubicBezTo>
                  <a:cubicBezTo>
                    <a:pt x="561" y="44"/>
                    <a:pt x="576" y="42"/>
                    <a:pt x="592" y="42"/>
                  </a:cubicBezTo>
                  <a:close/>
                  <a:moveTo>
                    <a:pt x="464" y="46"/>
                  </a:moveTo>
                  <a:cubicBezTo>
                    <a:pt x="458" y="55"/>
                    <a:pt x="456" y="66"/>
                    <a:pt x="456" y="76"/>
                  </a:cubicBezTo>
                  <a:cubicBezTo>
                    <a:pt x="435" y="76"/>
                    <a:pt x="414" y="76"/>
                    <a:pt x="393" y="77"/>
                  </a:cubicBezTo>
                  <a:cubicBezTo>
                    <a:pt x="397" y="67"/>
                    <a:pt x="402" y="57"/>
                    <a:pt x="403" y="47"/>
                  </a:cubicBezTo>
                  <a:cubicBezTo>
                    <a:pt x="424" y="47"/>
                    <a:pt x="443" y="46"/>
                    <a:pt x="464" y="46"/>
                  </a:cubicBezTo>
                  <a:close/>
                  <a:moveTo>
                    <a:pt x="525" y="46"/>
                  </a:moveTo>
                  <a:cubicBezTo>
                    <a:pt x="521" y="55"/>
                    <a:pt x="522" y="66"/>
                    <a:pt x="523" y="76"/>
                  </a:cubicBezTo>
                  <a:cubicBezTo>
                    <a:pt x="505" y="76"/>
                    <a:pt x="487" y="76"/>
                    <a:pt x="470" y="77"/>
                  </a:cubicBezTo>
                  <a:cubicBezTo>
                    <a:pt x="471" y="74"/>
                    <a:pt x="471" y="70"/>
                    <a:pt x="472" y="67"/>
                  </a:cubicBezTo>
                  <a:cubicBezTo>
                    <a:pt x="474" y="61"/>
                    <a:pt x="477" y="54"/>
                    <a:pt x="477" y="48"/>
                  </a:cubicBezTo>
                  <a:cubicBezTo>
                    <a:pt x="492" y="48"/>
                    <a:pt x="510" y="46"/>
                    <a:pt x="525" y="46"/>
                  </a:cubicBezTo>
                  <a:close/>
                  <a:moveTo>
                    <a:pt x="385" y="48"/>
                  </a:moveTo>
                  <a:cubicBezTo>
                    <a:pt x="380" y="57"/>
                    <a:pt x="378" y="69"/>
                    <a:pt x="375" y="78"/>
                  </a:cubicBezTo>
                  <a:lnTo>
                    <a:pt x="318" y="78"/>
                  </a:lnTo>
                  <a:cubicBezTo>
                    <a:pt x="323" y="69"/>
                    <a:pt x="330" y="60"/>
                    <a:pt x="332" y="50"/>
                  </a:cubicBezTo>
                  <a:lnTo>
                    <a:pt x="332" y="49"/>
                  </a:lnTo>
                  <a:cubicBezTo>
                    <a:pt x="349" y="49"/>
                    <a:pt x="367" y="48"/>
                    <a:pt x="385" y="48"/>
                  </a:cubicBezTo>
                  <a:close/>
                  <a:moveTo>
                    <a:pt x="317" y="50"/>
                  </a:moveTo>
                  <a:cubicBezTo>
                    <a:pt x="310" y="59"/>
                    <a:pt x="307" y="69"/>
                    <a:pt x="303" y="79"/>
                  </a:cubicBezTo>
                  <a:lnTo>
                    <a:pt x="236" y="79"/>
                  </a:lnTo>
                  <a:lnTo>
                    <a:pt x="238" y="78"/>
                  </a:lnTo>
                  <a:cubicBezTo>
                    <a:pt x="244" y="70"/>
                    <a:pt x="247" y="61"/>
                    <a:pt x="252" y="54"/>
                  </a:cubicBezTo>
                  <a:cubicBezTo>
                    <a:pt x="252" y="53"/>
                    <a:pt x="252" y="53"/>
                    <a:pt x="254" y="51"/>
                  </a:cubicBezTo>
                  <a:cubicBezTo>
                    <a:pt x="275" y="51"/>
                    <a:pt x="296" y="50"/>
                    <a:pt x="317" y="50"/>
                  </a:cubicBezTo>
                  <a:close/>
                  <a:moveTo>
                    <a:pt x="231" y="51"/>
                  </a:moveTo>
                  <a:cubicBezTo>
                    <a:pt x="229" y="57"/>
                    <a:pt x="225" y="64"/>
                    <a:pt x="223" y="69"/>
                  </a:cubicBezTo>
                  <a:cubicBezTo>
                    <a:pt x="221" y="74"/>
                    <a:pt x="223" y="78"/>
                    <a:pt x="225" y="79"/>
                  </a:cubicBezTo>
                  <a:cubicBezTo>
                    <a:pt x="204" y="79"/>
                    <a:pt x="182" y="79"/>
                    <a:pt x="160" y="80"/>
                  </a:cubicBezTo>
                  <a:lnTo>
                    <a:pt x="162" y="79"/>
                  </a:lnTo>
                  <a:cubicBezTo>
                    <a:pt x="164" y="70"/>
                    <a:pt x="168" y="61"/>
                    <a:pt x="169" y="51"/>
                  </a:cubicBezTo>
                  <a:close/>
                  <a:moveTo>
                    <a:pt x="105" y="49"/>
                  </a:moveTo>
                  <a:cubicBezTo>
                    <a:pt x="123" y="50"/>
                    <a:pt x="139" y="50"/>
                    <a:pt x="158" y="50"/>
                  </a:cubicBezTo>
                  <a:cubicBezTo>
                    <a:pt x="155" y="57"/>
                    <a:pt x="152" y="66"/>
                    <a:pt x="151" y="75"/>
                  </a:cubicBezTo>
                  <a:cubicBezTo>
                    <a:pt x="149" y="78"/>
                    <a:pt x="151" y="79"/>
                    <a:pt x="152" y="80"/>
                  </a:cubicBezTo>
                  <a:cubicBezTo>
                    <a:pt x="132" y="80"/>
                    <a:pt x="112" y="81"/>
                    <a:pt x="91" y="83"/>
                  </a:cubicBezTo>
                  <a:cubicBezTo>
                    <a:pt x="93" y="76"/>
                    <a:pt x="95" y="71"/>
                    <a:pt x="97" y="65"/>
                  </a:cubicBezTo>
                  <a:cubicBezTo>
                    <a:pt x="100" y="60"/>
                    <a:pt x="103" y="55"/>
                    <a:pt x="105" y="49"/>
                  </a:cubicBezTo>
                  <a:close/>
                  <a:moveTo>
                    <a:pt x="50" y="48"/>
                  </a:moveTo>
                  <a:cubicBezTo>
                    <a:pt x="62" y="49"/>
                    <a:pt x="76" y="49"/>
                    <a:pt x="90" y="49"/>
                  </a:cubicBezTo>
                  <a:cubicBezTo>
                    <a:pt x="82" y="57"/>
                    <a:pt x="78" y="73"/>
                    <a:pt x="78" y="84"/>
                  </a:cubicBezTo>
                  <a:cubicBezTo>
                    <a:pt x="60" y="85"/>
                    <a:pt x="44" y="86"/>
                    <a:pt x="26" y="90"/>
                  </a:cubicBezTo>
                  <a:cubicBezTo>
                    <a:pt x="31" y="84"/>
                    <a:pt x="35" y="79"/>
                    <a:pt x="39" y="74"/>
                  </a:cubicBezTo>
                  <a:cubicBezTo>
                    <a:pt x="44" y="66"/>
                    <a:pt x="51" y="56"/>
                    <a:pt x="50" y="48"/>
                  </a:cubicBezTo>
                  <a:close/>
                  <a:moveTo>
                    <a:pt x="1343" y="0"/>
                  </a:moveTo>
                  <a:cubicBezTo>
                    <a:pt x="1340" y="0"/>
                    <a:pt x="1337" y="2"/>
                    <a:pt x="1335" y="4"/>
                  </a:cubicBezTo>
                  <a:cubicBezTo>
                    <a:pt x="1132" y="8"/>
                    <a:pt x="930" y="13"/>
                    <a:pt x="727" y="19"/>
                  </a:cubicBezTo>
                  <a:cubicBezTo>
                    <a:pt x="725" y="18"/>
                    <a:pt x="724" y="17"/>
                    <a:pt x="724" y="14"/>
                  </a:cubicBezTo>
                  <a:cubicBezTo>
                    <a:pt x="723" y="12"/>
                    <a:pt x="721" y="11"/>
                    <a:pt x="719" y="11"/>
                  </a:cubicBezTo>
                  <a:cubicBezTo>
                    <a:pt x="715" y="11"/>
                    <a:pt x="711" y="15"/>
                    <a:pt x="710" y="19"/>
                  </a:cubicBezTo>
                  <a:cubicBezTo>
                    <a:pt x="701" y="19"/>
                    <a:pt x="692" y="19"/>
                    <a:pt x="684" y="20"/>
                  </a:cubicBezTo>
                  <a:cubicBezTo>
                    <a:pt x="631" y="22"/>
                    <a:pt x="578" y="22"/>
                    <a:pt x="525" y="22"/>
                  </a:cubicBezTo>
                  <a:cubicBezTo>
                    <a:pt x="461" y="22"/>
                    <a:pt x="396" y="21"/>
                    <a:pt x="331" y="21"/>
                  </a:cubicBezTo>
                  <a:cubicBezTo>
                    <a:pt x="230" y="21"/>
                    <a:pt x="128" y="23"/>
                    <a:pt x="27" y="32"/>
                  </a:cubicBezTo>
                  <a:cubicBezTo>
                    <a:pt x="19" y="33"/>
                    <a:pt x="19" y="44"/>
                    <a:pt x="27" y="45"/>
                  </a:cubicBezTo>
                  <a:cubicBezTo>
                    <a:pt x="24" y="49"/>
                    <a:pt x="21" y="55"/>
                    <a:pt x="18" y="59"/>
                  </a:cubicBezTo>
                  <a:cubicBezTo>
                    <a:pt x="11" y="68"/>
                    <a:pt x="6" y="76"/>
                    <a:pt x="1" y="86"/>
                  </a:cubicBezTo>
                  <a:cubicBezTo>
                    <a:pt x="0" y="90"/>
                    <a:pt x="0" y="94"/>
                    <a:pt x="1" y="95"/>
                  </a:cubicBezTo>
                  <a:cubicBezTo>
                    <a:pt x="1" y="97"/>
                    <a:pt x="3" y="101"/>
                    <a:pt x="6" y="101"/>
                  </a:cubicBezTo>
                  <a:cubicBezTo>
                    <a:pt x="42" y="104"/>
                    <a:pt x="78" y="105"/>
                    <a:pt x="114" y="105"/>
                  </a:cubicBezTo>
                  <a:cubicBezTo>
                    <a:pt x="190" y="105"/>
                    <a:pt x="266" y="100"/>
                    <a:pt x="341" y="99"/>
                  </a:cubicBezTo>
                  <a:cubicBezTo>
                    <a:pt x="456" y="96"/>
                    <a:pt x="572" y="93"/>
                    <a:pt x="689" y="92"/>
                  </a:cubicBezTo>
                  <a:cubicBezTo>
                    <a:pt x="825" y="90"/>
                    <a:pt x="962" y="89"/>
                    <a:pt x="1098" y="89"/>
                  </a:cubicBezTo>
                  <a:cubicBezTo>
                    <a:pt x="1189" y="89"/>
                    <a:pt x="1280" y="90"/>
                    <a:pt x="1370" y="90"/>
                  </a:cubicBezTo>
                  <a:cubicBezTo>
                    <a:pt x="1379" y="90"/>
                    <a:pt x="1382" y="81"/>
                    <a:pt x="1382" y="75"/>
                  </a:cubicBezTo>
                  <a:cubicBezTo>
                    <a:pt x="1384" y="74"/>
                    <a:pt x="1385" y="70"/>
                    <a:pt x="1384" y="66"/>
                  </a:cubicBezTo>
                  <a:cubicBezTo>
                    <a:pt x="1381" y="56"/>
                    <a:pt x="1371" y="48"/>
                    <a:pt x="1366" y="37"/>
                  </a:cubicBezTo>
                  <a:cubicBezTo>
                    <a:pt x="1360" y="27"/>
                    <a:pt x="1355" y="17"/>
                    <a:pt x="1350" y="5"/>
                  </a:cubicBezTo>
                  <a:cubicBezTo>
                    <a:pt x="1348" y="2"/>
                    <a:pt x="1346" y="0"/>
                    <a:pt x="13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81" name="Google Shape;5981;p42"/>
            <p:cNvSpPr/>
            <p:nvPr/>
          </p:nvSpPr>
          <p:spPr>
            <a:xfrm>
              <a:off x="6166472" y="1856129"/>
              <a:ext cx="321769" cy="51468"/>
            </a:xfrm>
            <a:custGeom>
              <a:avLst/>
              <a:gdLst/>
              <a:ahLst/>
              <a:cxnLst/>
              <a:rect l="l" t="t" r="r" b="b"/>
              <a:pathLst>
                <a:path w="1663" h="266" extrusionOk="0">
                  <a:moveTo>
                    <a:pt x="458" y="36"/>
                  </a:moveTo>
                  <a:cubicBezTo>
                    <a:pt x="456" y="41"/>
                    <a:pt x="453" y="49"/>
                    <a:pt x="451" y="55"/>
                  </a:cubicBezTo>
                  <a:lnTo>
                    <a:pt x="394" y="55"/>
                  </a:lnTo>
                  <a:cubicBezTo>
                    <a:pt x="395" y="49"/>
                    <a:pt x="396" y="41"/>
                    <a:pt x="396" y="36"/>
                  </a:cubicBezTo>
                  <a:close/>
                  <a:moveTo>
                    <a:pt x="324" y="35"/>
                  </a:moveTo>
                  <a:cubicBezTo>
                    <a:pt x="342" y="35"/>
                    <a:pt x="360" y="36"/>
                    <a:pt x="376" y="36"/>
                  </a:cubicBezTo>
                  <a:cubicBezTo>
                    <a:pt x="373" y="41"/>
                    <a:pt x="370" y="49"/>
                    <a:pt x="368" y="55"/>
                  </a:cubicBezTo>
                  <a:cubicBezTo>
                    <a:pt x="350" y="55"/>
                    <a:pt x="334" y="55"/>
                    <a:pt x="318" y="56"/>
                  </a:cubicBezTo>
                  <a:cubicBezTo>
                    <a:pt x="322" y="49"/>
                    <a:pt x="323" y="41"/>
                    <a:pt x="324" y="35"/>
                  </a:cubicBezTo>
                  <a:close/>
                  <a:moveTo>
                    <a:pt x="537" y="36"/>
                  </a:moveTo>
                  <a:cubicBezTo>
                    <a:pt x="534" y="44"/>
                    <a:pt x="532" y="50"/>
                    <a:pt x="529" y="56"/>
                  </a:cubicBezTo>
                  <a:cubicBezTo>
                    <a:pt x="511" y="56"/>
                    <a:pt x="492" y="55"/>
                    <a:pt x="472" y="55"/>
                  </a:cubicBezTo>
                  <a:cubicBezTo>
                    <a:pt x="475" y="49"/>
                    <a:pt x="476" y="41"/>
                    <a:pt x="476" y="36"/>
                  </a:cubicBezTo>
                  <a:close/>
                  <a:moveTo>
                    <a:pt x="1545" y="25"/>
                  </a:moveTo>
                  <a:cubicBezTo>
                    <a:pt x="1546" y="34"/>
                    <a:pt x="1547" y="44"/>
                    <a:pt x="1551" y="52"/>
                  </a:cubicBezTo>
                  <a:lnTo>
                    <a:pt x="1481" y="56"/>
                  </a:lnTo>
                  <a:cubicBezTo>
                    <a:pt x="1478" y="46"/>
                    <a:pt x="1473" y="36"/>
                    <a:pt x="1468" y="26"/>
                  </a:cubicBezTo>
                  <a:cubicBezTo>
                    <a:pt x="1493" y="26"/>
                    <a:pt x="1519" y="26"/>
                    <a:pt x="1545" y="25"/>
                  </a:cubicBezTo>
                  <a:close/>
                  <a:moveTo>
                    <a:pt x="614" y="35"/>
                  </a:moveTo>
                  <a:lnTo>
                    <a:pt x="606" y="59"/>
                  </a:lnTo>
                  <a:cubicBezTo>
                    <a:pt x="589" y="59"/>
                    <a:pt x="571" y="57"/>
                    <a:pt x="554" y="57"/>
                  </a:cubicBezTo>
                  <a:cubicBezTo>
                    <a:pt x="557" y="51"/>
                    <a:pt x="558" y="46"/>
                    <a:pt x="559" y="39"/>
                  </a:cubicBezTo>
                  <a:lnTo>
                    <a:pt x="559" y="35"/>
                  </a:lnTo>
                  <a:close/>
                  <a:moveTo>
                    <a:pt x="1447" y="26"/>
                  </a:moveTo>
                  <a:cubicBezTo>
                    <a:pt x="1450" y="36"/>
                    <a:pt x="1455" y="47"/>
                    <a:pt x="1459" y="56"/>
                  </a:cubicBezTo>
                  <a:cubicBezTo>
                    <a:pt x="1442" y="57"/>
                    <a:pt x="1425" y="57"/>
                    <a:pt x="1407" y="59"/>
                  </a:cubicBezTo>
                  <a:cubicBezTo>
                    <a:pt x="1402" y="49"/>
                    <a:pt x="1397" y="38"/>
                    <a:pt x="1391" y="26"/>
                  </a:cubicBezTo>
                  <a:lnTo>
                    <a:pt x="1391" y="26"/>
                  </a:lnTo>
                  <a:cubicBezTo>
                    <a:pt x="1397" y="26"/>
                    <a:pt x="1403" y="27"/>
                    <a:pt x="1409" y="27"/>
                  </a:cubicBezTo>
                  <a:cubicBezTo>
                    <a:pt x="1421" y="27"/>
                    <a:pt x="1434" y="26"/>
                    <a:pt x="1447" y="26"/>
                  </a:cubicBezTo>
                  <a:close/>
                  <a:moveTo>
                    <a:pt x="236" y="33"/>
                  </a:moveTo>
                  <a:cubicBezTo>
                    <a:pt x="258" y="34"/>
                    <a:pt x="281" y="34"/>
                    <a:pt x="303" y="34"/>
                  </a:cubicBezTo>
                  <a:cubicBezTo>
                    <a:pt x="299" y="40"/>
                    <a:pt x="296" y="48"/>
                    <a:pt x="293" y="56"/>
                  </a:cubicBezTo>
                  <a:cubicBezTo>
                    <a:pt x="271" y="57"/>
                    <a:pt x="247" y="59"/>
                    <a:pt x="226" y="60"/>
                  </a:cubicBezTo>
                  <a:cubicBezTo>
                    <a:pt x="228" y="51"/>
                    <a:pt x="232" y="41"/>
                    <a:pt x="236" y="33"/>
                  </a:cubicBezTo>
                  <a:close/>
                  <a:moveTo>
                    <a:pt x="680" y="34"/>
                  </a:moveTo>
                  <a:cubicBezTo>
                    <a:pt x="678" y="44"/>
                    <a:pt x="676" y="52"/>
                    <a:pt x="675" y="60"/>
                  </a:cubicBezTo>
                  <a:cubicBezTo>
                    <a:pt x="659" y="60"/>
                    <a:pt x="645" y="59"/>
                    <a:pt x="630" y="59"/>
                  </a:cubicBezTo>
                  <a:cubicBezTo>
                    <a:pt x="632" y="51"/>
                    <a:pt x="634" y="44"/>
                    <a:pt x="636" y="35"/>
                  </a:cubicBezTo>
                  <a:cubicBezTo>
                    <a:pt x="650" y="34"/>
                    <a:pt x="665" y="34"/>
                    <a:pt x="680" y="34"/>
                  </a:cubicBezTo>
                  <a:close/>
                  <a:moveTo>
                    <a:pt x="744" y="33"/>
                  </a:moveTo>
                  <a:cubicBezTo>
                    <a:pt x="742" y="44"/>
                    <a:pt x="741" y="53"/>
                    <a:pt x="739" y="62"/>
                  </a:cubicBezTo>
                  <a:cubicBezTo>
                    <a:pt x="727" y="62"/>
                    <a:pt x="714" y="61"/>
                    <a:pt x="701" y="61"/>
                  </a:cubicBezTo>
                  <a:cubicBezTo>
                    <a:pt x="702" y="52"/>
                    <a:pt x="703" y="45"/>
                    <a:pt x="705" y="35"/>
                  </a:cubicBezTo>
                  <a:lnTo>
                    <a:pt x="705" y="33"/>
                  </a:lnTo>
                  <a:close/>
                  <a:moveTo>
                    <a:pt x="1371" y="27"/>
                  </a:moveTo>
                  <a:cubicBezTo>
                    <a:pt x="1374" y="37"/>
                    <a:pt x="1378" y="50"/>
                    <a:pt x="1382" y="60"/>
                  </a:cubicBezTo>
                  <a:cubicBezTo>
                    <a:pt x="1361" y="61"/>
                    <a:pt x="1342" y="61"/>
                    <a:pt x="1321" y="62"/>
                  </a:cubicBezTo>
                  <a:cubicBezTo>
                    <a:pt x="1316" y="51"/>
                    <a:pt x="1310" y="40"/>
                    <a:pt x="1305" y="29"/>
                  </a:cubicBezTo>
                  <a:cubicBezTo>
                    <a:pt x="1326" y="27"/>
                    <a:pt x="1350" y="27"/>
                    <a:pt x="1371" y="27"/>
                  </a:cubicBezTo>
                  <a:close/>
                  <a:moveTo>
                    <a:pt x="1289" y="29"/>
                  </a:moveTo>
                  <a:cubicBezTo>
                    <a:pt x="1294" y="40"/>
                    <a:pt x="1297" y="51"/>
                    <a:pt x="1302" y="62"/>
                  </a:cubicBezTo>
                  <a:cubicBezTo>
                    <a:pt x="1283" y="62"/>
                    <a:pt x="1265" y="63"/>
                    <a:pt x="1246" y="63"/>
                  </a:cubicBezTo>
                  <a:cubicBezTo>
                    <a:pt x="1241" y="52"/>
                    <a:pt x="1234" y="40"/>
                    <a:pt x="1229" y="29"/>
                  </a:cubicBezTo>
                  <a:close/>
                  <a:moveTo>
                    <a:pt x="819" y="33"/>
                  </a:moveTo>
                  <a:cubicBezTo>
                    <a:pt x="818" y="44"/>
                    <a:pt x="816" y="55"/>
                    <a:pt x="815" y="65"/>
                  </a:cubicBezTo>
                  <a:lnTo>
                    <a:pt x="814" y="65"/>
                  </a:lnTo>
                  <a:cubicBezTo>
                    <a:pt x="797" y="65"/>
                    <a:pt x="782" y="64"/>
                    <a:pt x="765" y="64"/>
                  </a:cubicBezTo>
                  <a:cubicBezTo>
                    <a:pt x="767" y="53"/>
                    <a:pt x="768" y="44"/>
                    <a:pt x="768" y="33"/>
                  </a:cubicBezTo>
                  <a:close/>
                  <a:moveTo>
                    <a:pt x="1111" y="30"/>
                  </a:moveTo>
                  <a:cubicBezTo>
                    <a:pt x="1115" y="41"/>
                    <a:pt x="1120" y="53"/>
                    <a:pt x="1125" y="65"/>
                  </a:cubicBezTo>
                  <a:lnTo>
                    <a:pt x="1061" y="65"/>
                  </a:lnTo>
                  <a:cubicBezTo>
                    <a:pt x="1055" y="53"/>
                    <a:pt x="1050" y="41"/>
                    <a:pt x="1044" y="30"/>
                  </a:cubicBezTo>
                  <a:close/>
                  <a:moveTo>
                    <a:pt x="1210" y="29"/>
                  </a:moveTo>
                  <a:lnTo>
                    <a:pt x="1222" y="64"/>
                  </a:lnTo>
                  <a:cubicBezTo>
                    <a:pt x="1199" y="64"/>
                    <a:pt x="1176" y="65"/>
                    <a:pt x="1153" y="65"/>
                  </a:cubicBezTo>
                  <a:cubicBezTo>
                    <a:pt x="1146" y="53"/>
                    <a:pt x="1138" y="41"/>
                    <a:pt x="1132" y="30"/>
                  </a:cubicBezTo>
                  <a:cubicBezTo>
                    <a:pt x="1158" y="30"/>
                    <a:pt x="1183" y="29"/>
                    <a:pt x="1210" y="29"/>
                  </a:cubicBezTo>
                  <a:close/>
                  <a:moveTo>
                    <a:pt x="890" y="33"/>
                  </a:moveTo>
                  <a:cubicBezTo>
                    <a:pt x="890" y="45"/>
                    <a:pt x="890" y="55"/>
                    <a:pt x="891" y="66"/>
                  </a:cubicBezTo>
                  <a:lnTo>
                    <a:pt x="839" y="66"/>
                  </a:lnTo>
                  <a:cubicBezTo>
                    <a:pt x="839" y="55"/>
                    <a:pt x="838" y="45"/>
                    <a:pt x="838" y="34"/>
                  </a:cubicBezTo>
                  <a:cubicBezTo>
                    <a:pt x="840" y="33"/>
                    <a:pt x="841" y="33"/>
                    <a:pt x="845" y="33"/>
                  </a:cubicBezTo>
                  <a:close/>
                  <a:moveTo>
                    <a:pt x="951" y="31"/>
                  </a:moveTo>
                  <a:cubicBezTo>
                    <a:pt x="953" y="44"/>
                    <a:pt x="956" y="55"/>
                    <a:pt x="959" y="66"/>
                  </a:cubicBezTo>
                  <a:lnTo>
                    <a:pt x="912" y="66"/>
                  </a:lnTo>
                  <a:cubicBezTo>
                    <a:pt x="910" y="52"/>
                    <a:pt x="908" y="40"/>
                    <a:pt x="906" y="33"/>
                  </a:cubicBezTo>
                  <a:cubicBezTo>
                    <a:pt x="921" y="31"/>
                    <a:pt x="937" y="31"/>
                    <a:pt x="951" y="31"/>
                  </a:cubicBezTo>
                  <a:close/>
                  <a:moveTo>
                    <a:pt x="1028" y="31"/>
                  </a:moveTo>
                  <a:cubicBezTo>
                    <a:pt x="1031" y="44"/>
                    <a:pt x="1035" y="55"/>
                    <a:pt x="1040" y="66"/>
                  </a:cubicBezTo>
                  <a:lnTo>
                    <a:pt x="984" y="66"/>
                  </a:lnTo>
                  <a:cubicBezTo>
                    <a:pt x="980" y="55"/>
                    <a:pt x="978" y="44"/>
                    <a:pt x="973" y="31"/>
                  </a:cubicBezTo>
                  <a:close/>
                  <a:moveTo>
                    <a:pt x="163" y="30"/>
                  </a:moveTo>
                  <a:cubicBezTo>
                    <a:pt x="179" y="31"/>
                    <a:pt x="196" y="31"/>
                    <a:pt x="212" y="33"/>
                  </a:cubicBezTo>
                  <a:cubicBezTo>
                    <a:pt x="205" y="41"/>
                    <a:pt x="197" y="52"/>
                    <a:pt x="190" y="64"/>
                  </a:cubicBezTo>
                  <a:cubicBezTo>
                    <a:pt x="174" y="65"/>
                    <a:pt x="158" y="66"/>
                    <a:pt x="143" y="69"/>
                  </a:cubicBezTo>
                  <a:cubicBezTo>
                    <a:pt x="150" y="57"/>
                    <a:pt x="156" y="47"/>
                    <a:pt x="161" y="35"/>
                  </a:cubicBezTo>
                  <a:cubicBezTo>
                    <a:pt x="163" y="33"/>
                    <a:pt x="163" y="31"/>
                    <a:pt x="163" y="30"/>
                  </a:cubicBezTo>
                  <a:close/>
                  <a:moveTo>
                    <a:pt x="1555" y="72"/>
                  </a:moveTo>
                  <a:cubicBezTo>
                    <a:pt x="1558" y="85"/>
                    <a:pt x="1562" y="97"/>
                    <a:pt x="1566" y="110"/>
                  </a:cubicBezTo>
                  <a:cubicBezTo>
                    <a:pt x="1545" y="111"/>
                    <a:pt x="1526" y="112"/>
                    <a:pt x="1506" y="113"/>
                  </a:cubicBezTo>
                  <a:cubicBezTo>
                    <a:pt x="1500" y="101"/>
                    <a:pt x="1495" y="89"/>
                    <a:pt x="1489" y="76"/>
                  </a:cubicBezTo>
                  <a:cubicBezTo>
                    <a:pt x="1510" y="75"/>
                    <a:pt x="1530" y="75"/>
                    <a:pt x="1551" y="73"/>
                  </a:cubicBezTo>
                  <a:cubicBezTo>
                    <a:pt x="1551" y="73"/>
                    <a:pt x="1551" y="73"/>
                    <a:pt x="1552" y="73"/>
                  </a:cubicBezTo>
                  <a:cubicBezTo>
                    <a:pt x="1553" y="73"/>
                    <a:pt x="1553" y="72"/>
                    <a:pt x="1555" y="72"/>
                  </a:cubicBezTo>
                  <a:close/>
                  <a:moveTo>
                    <a:pt x="1469" y="76"/>
                  </a:moveTo>
                  <a:cubicBezTo>
                    <a:pt x="1474" y="89"/>
                    <a:pt x="1480" y="101"/>
                    <a:pt x="1485" y="113"/>
                  </a:cubicBezTo>
                  <a:cubicBezTo>
                    <a:pt x="1469" y="114"/>
                    <a:pt x="1452" y="114"/>
                    <a:pt x="1435" y="116"/>
                  </a:cubicBezTo>
                  <a:cubicBezTo>
                    <a:pt x="1429" y="104"/>
                    <a:pt x="1424" y="92"/>
                    <a:pt x="1418" y="78"/>
                  </a:cubicBezTo>
                  <a:cubicBezTo>
                    <a:pt x="1434" y="78"/>
                    <a:pt x="1450" y="77"/>
                    <a:pt x="1469" y="76"/>
                  </a:cubicBezTo>
                  <a:close/>
                  <a:moveTo>
                    <a:pt x="282" y="80"/>
                  </a:moveTo>
                  <a:cubicBezTo>
                    <a:pt x="277" y="93"/>
                    <a:pt x="272" y="104"/>
                    <a:pt x="266" y="117"/>
                  </a:cubicBezTo>
                  <a:lnTo>
                    <a:pt x="192" y="117"/>
                  </a:lnTo>
                  <a:cubicBezTo>
                    <a:pt x="199" y="104"/>
                    <a:pt x="206" y="92"/>
                    <a:pt x="214" y="80"/>
                  </a:cubicBezTo>
                  <a:close/>
                  <a:moveTo>
                    <a:pt x="359" y="80"/>
                  </a:moveTo>
                  <a:cubicBezTo>
                    <a:pt x="354" y="93"/>
                    <a:pt x="350" y="106"/>
                    <a:pt x="345" y="118"/>
                  </a:cubicBezTo>
                  <a:cubicBezTo>
                    <a:pt x="329" y="118"/>
                    <a:pt x="312" y="118"/>
                    <a:pt x="296" y="117"/>
                  </a:cubicBezTo>
                  <a:cubicBezTo>
                    <a:pt x="301" y="105"/>
                    <a:pt x="306" y="93"/>
                    <a:pt x="311" y="80"/>
                  </a:cubicBezTo>
                  <a:close/>
                  <a:moveTo>
                    <a:pt x="181" y="80"/>
                  </a:moveTo>
                  <a:lnTo>
                    <a:pt x="161" y="118"/>
                  </a:lnTo>
                  <a:cubicBezTo>
                    <a:pt x="145" y="118"/>
                    <a:pt x="128" y="118"/>
                    <a:pt x="112" y="120"/>
                  </a:cubicBezTo>
                  <a:cubicBezTo>
                    <a:pt x="120" y="107"/>
                    <a:pt x="128" y="93"/>
                    <a:pt x="138" y="80"/>
                  </a:cubicBezTo>
                  <a:close/>
                  <a:moveTo>
                    <a:pt x="441" y="81"/>
                  </a:moveTo>
                  <a:cubicBezTo>
                    <a:pt x="437" y="95"/>
                    <a:pt x="434" y="108"/>
                    <a:pt x="430" y="121"/>
                  </a:cubicBezTo>
                  <a:cubicBezTo>
                    <a:pt x="411" y="121"/>
                    <a:pt x="391" y="120"/>
                    <a:pt x="373" y="120"/>
                  </a:cubicBezTo>
                  <a:cubicBezTo>
                    <a:pt x="378" y="107"/>
                    <a:pt x="383" y="95"/>
                    <a:pt x="386" y="81"/>
                  </a:cubicBezTo>
                  <a:close/>
                  <a:moveTo>
                    <a:pt x="1389" y="80"/>
                  </a:moveTo>
                  <a:cubicBezTo>
                    <a:pt x="1394" y="93"/>
                    <a:pt x="1401" y="106"/>
                    <a:pt x="1407" y="118"/>
                  </a:cubicBezTo>
                  <a:cubicBezTo>
                    <a:pt x="1388" y="120"/>
                    <a:pt x="1370" y="120"/>
                    <a:pt x="1351" y="121"/>
                  </a:cubicBezTo>
                  <a:cubicBezTo>
                    <a:pt x="1345" y="108"/>
                    <a:pt x="1338" y="96"/>
                    <a:pt x="1332" y="81"/>
                  </a:cubicBezTo>
                  <a:cubicBezTo>
                    <a:pt x="1351" y="81"/>
                    <a:pt x="1370" y="80"/>
                    <a:pt x="1389" y="80"/>
                  </a:cubicBezTo>
                  <a:close/>
                  <a:moveTo>
                    <a:pt x="465" y="80"/>
                  </a:moveTo>
                  <a:cubicBezTo>
                    <a:pt x="485" y="81"/>
                    <a:pt x="503" y="81"/>
                    <a:pt x="522" y="81"/>
                  </a:cubicBezTo>
                  <a:cubicBezTo>
                    <a:pt x="518" y="96"/>
                    <a:pt x="514" y="110"/>
                    <a:pt x="511" y="122"/>
                  </a:cubicBezTo>
                  <a:cubicBezTo>
                    <a:pt x="491" y="121"/>
                    <a:pt x="471" y="121"/>
                    <a:pt x="451" y="120"/>
                  </a:cubicBezTo>
                  <a:cubicBezTo>
                    <a:pt x="456" y="107"/>
                    <a:pt x="461" y="93"/>
                    <a:pt x="465" y="80"/>
                  </a:cubicBezTo>
                  <a:close/>
                  <a:moveTo>
                    <a:pt x="1310" y="82"/>
                  </a:moveTo>
                  <a:cubicBezTo>
                    <a:pt x="1315" y="96"/>
                    <a:pt x="1320" y="110"/>
                    <a:pt x="1326" y="122"/>
                  </a:cubicBezTo>
                  <a:cubicBezTo>
                    <a:pt x="1308" y="123"/>
                    <a:pt x="1291" y="123"/>
                    <a:pt x="1272" y="125"/>
                  </a:cubicBezTo>
                  <a:cubicBezTo>
                    <a:pt x="1268" y="111"/>
                    <a:pt x="1261" y="97"/>
                    <a:pt x="1255" y="84"/>
                  </a:cubicBezTo>
                  <a:cubicBezTo>
                    <a:pt x="1273" y="84"/>
                    <a:pt x="1292" y="82"/>
                    <a:pt x="1310" y="82"/>
                  </a:cubicBezTo>
                  <a:close/>
                  <a:moveTo>
                    <a:pt x="548" y="81"/>
                  </a:moveTo>
                  <a:cubicBezTo>
                    <a:pt x="564" y="82"/>
                    <a:pt x="583" y="82"/>
                    <a:pt x="600" y="82"/>
                  </a:cubicBezTo>
                  <a:cubicBezTo>
                    <a:pt x="596" y="97"/>
                    <a:pt x="593" y="112"/>
                    <a:pt x="590" y="126"/>
                  </a:cubicBezTo>
                  <a:cubicBezTo>
                    <a:pt x="572" y="125"/>
                    <a:pt x="554" y="125"/>
                    <a:pt x="535" y="123"/>
                  </a:cubicBezTo>
                  <a:cubicBezTo>
                    <a:pt x="539" y="110"/>
                    <a:pt x="543" y="96"/>
                    <a:pt x="548" y="81"/>
                  </a:cubicBezTo>
                  <a:close/>
                  <a:moveTo>
                    <a:pt x="1229" y="84"/>
                  </a:moveTo>
                  <a:cubicBezTo>
                    <a:pt x="1234" y="98"/>
                    <a:pt x="1241" y="112"/>
                    <a:pt x="1248" y="125"/>
                  </a:cubicBezTo>
                  <a:cubicBezTo>
                    <a:pt x="1227" y="126"/>
                    <a:pt x="1206" y="126"/>
                    <a:pt x="1186" y="127"/>
                  </a:cubicBezTo>
                  <a:cubicBezTo>
                    <a:pt x="1178" y="113"/>
                    <a:pt x="1172" y="100"/>
                    <a:pt x="1164" y="85"/>
                  </a:cubicBezTo>
                  <a:cubicBezTo>
                    <a:pt x="1186" y="85"/>
                    <a:pt x="1208" y="85"/>
                    <a:pt x="1229" y="84"/>
                  </a:cubicBezTo>
                  <a:close/>
                  <a:moveTo>
                    <a:pt x="671" y="84"/>
                  </a:moveTo>
                  <a:cubicBezTo>
                    <a:pt x="670" y="100"/>
                    <a:pt x="668" y="113"/>
                    <a:pt x="665" y="128"/>
                  </a:cubicBezTo>
                  <a:cubicBezTo>
                    <a:pt x="647" y="128"/>
                    <a:pt x="631" y="127"/>
                    <a:pt x="613" y="127"/>
                  </a:cubicBezTo>
                  <a:cubicBezTo>
                    <a:pt x="616" y="113"/>
                    <a:pt x="620" y="98"/>
                    <a:pt x="623" y="84"/>
                  </a:cubicBezTo>
                  <a:close/>
                  <a:moveTo>
                    <a:pt x="1133" y="85"/>
                  </a:moveTo>
                  <a:cubicBezTo>
                    <a:pt x="1140" y="99"/>
                    <a:pt x="1147" y="113"/>
                    <a:pt x="1154" y="127"/>
                  </a:cubicBezTo>
                  <a:cubicBezTo>
                    <a:pt x="1133" y="127"/>
                    <a:pt x="1113" y="128"/>
                    <a:pt x="1091" y="128"/>
                  </a:cubicBezTo>
                  <a:cubicBezTo>
                    <a:pt x="1086" y="115"/>
                    <a:pt x="1080" y="101"/>
                    <a:pt x="1072" y="85"/>
                  </a:cubicBezTo>
                  <a:close/>
                  <a:moveTo>
                    <a:pt x="737" y="84"/>
                  </a:moveTo>
                  <a:cubicBezTo>
                    <a:pt x="734" y="100"/>
                    <a:pt x="733" y="115"/>
                    <a:pt x="733" y="129"/>
                  </a:cubicBezTo>
                  <a:cubicBezTo>
                    <a:pt x="719" y="129"/>
                    <a:pt x="705" y="128"/>
                    <a:pt x="691" y="128"/>
                  </a:cubicBezTo>
                  <a:cubicBezTo>
                    <a:pt x="692" y="115"/>
                    <a:pt x="695" y="100"/>
                    <a:pt x="697" y="84"/>
                  </a:cubicBezTo>
                  <a:close/>
                  <a:moveTo>
                    <a:pt x="1049" y="86"/>
                  </a:moveTo>
                  <a:cubicBezTo>
                    <a:pt x="1055" y="102"/>
                    <a:pt x="1061" y="116"/>
                    <a:pt x="1069" y="130"/>
                  </a:cubicBezTo>
                  <a:cubicBezTo>
                    <a:pt x="1064" y="130"/>
                    <a:pt x="1060" y="130"/>
                    <a:pt x="1055" y="130"/>
                  </a:cubicBezTo>
                  <a:cubicBezTo>
                    <a:pt x="1038" y="130"/>
                    <a:pt x="1022" y="131"/>
                    <a:pt x="1005" y="131"/>
                  </a:cubicBezTo>
                  <a:cubicBezTo>
                    <a:pt x="1000" y="116"/>
                    <a:pt x="995" y="102"/>
                    <a:pt x="992" y="86"/>
                  </a:cubicBezTo>
                  <a:close/>
                  <a:moveTo>
                    <a:pt x="814" y="85"/>
                  </a:moveTo>
                  <a:lnTo>
                    <a:pt x="814" y="133"/>
                  </a:lnTo>
                  <a:cubicBezTo>
                    <a:pt x="795" y="133"/>
                    <a:pt x="778" y="133"/>
                    <a:pt x="760" y="131"/>
                  </a:cubicBezTo>
                  <a:cubicBezTo>
                    <a:pt x="760" y="116"/>
                    <a:pt x="762" y="101"/>
                    <a:pt x="764" y="85"/>
                  </a:cubicBezTo>
                  <a:close/>
                  <a:moveTo>
                    <a:pt x="893" y="85"/>
                  </a:moveTo>
                  <a:cubicBezTo>
                    <a:pt x="895" y="100"/>
                    <a:pt x="897" y="112"/>
                    <a:pt x="898" y="125"/>
                  </a:cubicBezTo>
                  <a:cubicBezTo>
                    <a:pt x="898" y="127"/>
                    <a:pt x="900" y="130"/>
                    <a:pt x="900" y="133"/>
                  </a:cubicBezTo>
                  <a:lnTo>
                    <a:pt x="839" y="133"/>
                  </a:lnTo>
                  <a:lnTo>
                    <a:pt x="839" y="85"/>
                  </a:lnTo>
                  <a:close/>
                  <a:moveTo>
                    <a:pt x="966" y="86"/>
                  </a:moveTo>
                  <a:cubicBezTo>
                    <a:pt x="969" y="102"/>
                    <a:pt x="974" y="117"/>
                    <a:pt x="980" y="131"/>
                  </a:cubicBezTo>
                  <a:cubicBezTo>
                    <a:pt x="961" y="131"/>
                    <a:pt x="943" y="131"/>
                    <a:pt x="923" y="133"/>
                  </a:cubicBezTo>
                  <a:cubicBezTo>
                    <a:pt x="920" y="116"/>
                    <a:pt x="917" y="101"/>
                    <a:pt x="916" y="86"/>
                  </a:cubicBezTo>
                  <a:close/>
                  <a:moveTo>
                    <a:pt x="1495" y="138"/>
                  </a:moveTo>
                  <a:cubicBezTo>
                    <a:pt x="1496" y="142"/>
                    <a:pt x="1498" y="144"/>
                    <a:pt x="1499" y="148"/>
                  </a:cubicBezTo>
                  <a:cubicBezTo>
                    <a:pt x="1501" y="154"/>
                    <a:pt x="1506" y="162"/>
                    <a:pt x="1509" y="168"/>
                  </a:cubicBezTo>
                  <a:lnTo>
                    <a:pt x="1459" y="168"/>
                  </a:lnTo>
                  <a:cubicBezTo>
                    <a:pt x="1454" y="158"/>
                    <a:pt x="1450" y="149"/>
                    <a:pt x="1445" y="139"/>
                  </a:cubicBezTo>
                  <a:lnTo>
                    <a:pt x="1445" y="139"/>
                  </a:lnTo>
                  <a:cubicBezTo>
                    <a:pt x="1451" y="139"/>
                    <a:pt x="1456" y="140"/>
                    <a:pt x="1461" y="140"/>
                  </a:cubicBezTo>
                  <a:cubicBezTo>
                    <a:pt x="1473" y="140"/>
                    <a:pt x="1484" y="138"/>
                    <a:pt x="1495" y="138"/>
                  </a:cubicBezTo>
                  <a:close/>
                  <a:moveTo>
                    <a:pt x="1576" y="133"/>
                  </a:moveTo>
                  <a:cubicBezTo>
                    <a:pt x="1581" y="146"/>
                    <a:pt x="1587" y="157"/>
                    <a:pt x="1594" y="168"/>
                  </a:cubicBezTo>
                  <a:cubicBezTo>
                    <a:pt x="1572" y="168"/>
                    <a:pt x="1551" y="168"/>
                    <a:pt x="1530" y="169"/>
                  </a:cubicBezTo>
                  <a:cubicBezTo>
                    <a:pt x="1525" y="159"/>
                    <a:pt x="1521" y="149"/>
                    <a:pt x="1517" y="138"/>
                  </a:cubicBezTo>
                  <a:cubicBezTo>
                    <a:pt x="1535" y="137"/>
                    <a:pt x="1553" y="135"/>
                    <a:pt x="1571" y="135"/>
                  </a:cubicBezTo>
                  <a:cubicBezTo>
                    <a:pt x="1572" y="134"/>
                    <a:pt x="1575" y="133"/>
                    <a:pt x="1576" y="133"/>
                  </a:cubicBezTo>
                  <a:close/>
                  <a:moveTo>
                    <a:pt x="1420" y="142"/>
                  </a:moveTo>
                  <a:cubicBezTo>
                    <a:pt x="1424" y="152"/>
                    <a:pt x="1430" y="161"/>
                    <a:pt x="1435" y="169"/>
                  </a:cubicBezTo>
                  <a:cubicBezTo>
                    <a:pt x="1414" y="169"/>
                    <a:pt x="1396" y="171"/>
                    <a:pt x="1376" y="171"/>
                  </a:cubicBezTo>
                  <a:cubicBezTo>
                    <a:pt x="1371" y="162"/>
                    <a:pt x="1366" y="154"/>
                    <a:pt x="1363" y="147"/>
                  </a:cubicBezTo>
                  <a:cubicBezTo>
                    <a:pt x="1363" y="146"/>
                    <a:pt x="1362" y="146"/>
                    <a:pt x="1362" y="144"/>
                  </a:cubicBezTo>
                  <a:cubicBezTo>
                    <a:pt x="1382" y="143"/>
                    <a:pt x="1401" y="143"/>
                    <a:pt x="1420" y="142"/>
                  </a:cubicBezTo>
                  <a:close/>
                  <a:moveTo>
                    <a:pt x="1337" y="146"/>
                  </a:moveTo>
                  <a:lnTo>
                    <a:pt x="1348" y="172"/>
                  </a:lnTo>
                  <a:cubicBezTo>
                    <a:pt x="1331" y="172"/>
                    <a:pt x="1312" y="172"/>
                    <a:pt x="1294" y="173"/>
                  </a:cubicBezTo>
                  <a:cubicBezTo>
                    <a:pt x="1290" y="164"/>
                    <a:pt x="1286" y="157"/>
                    <a:pt x="1283" y="148"/>
                  </a:cubicBezTo>
                  <a:cubicBezTo>
                    <a:pt x="1301" y="147"/>
                    <a:pt x="1319" y="146"/>
                    <a:pt x="1337" y="146"/>
                  </a:cubicBezTo>
                  <a:close/>
                  <a:moveTo>
                    <a:pt x="1258" y="148"/>
                  </a:moveTo>
                  <a:cubicBezTo>
                    <a:pt x="1261" y="157"/>
                    <a:pt x="1265" y="164"/>
                    <a:pt x="1270" y="173"/>
                  </a:cubicBezTo>
                  <a:cubicBezTo>
                    <a:pt x="1249" y="173"/>
                    <a:pt x="1228" y="174"/>
                    <a:pt x="1207" y="174"/>
                  </a:cubicBezTo>
                  <a:cubicBezTo>
                    <a:pt x="1203" y="167"/>
                    <a:pt x="1200" y="158"/>
                    <a:pt x="1197" y="150"/>
                  </a:cubicBezTo>
                  <a:cubicBezTo>
                    <a:pt x="1217" y="149"/>
                    <a:pt x="1237" y="148"/>
                    <a:pt x="1258" y="148"/>
                  </a:cubicBezTo>
                  <a:close/>
                  <a:moveTo>
                    <a:pt x="1167" y="151"/>
                  </a:moveTo>
                  <a:cubicBezTo>
                    <a:pt x="1172" y="158"/>
                    <a:pt x="1176" y="167"/>
                    <a:pt x="1181" y="174"/>
                  </a:cubicBezTo>
                  <a:cubicBezTo>
                    <a:pt x="1159" y="174"/>
                    <a:pt x="1136" y="177"/>
                    <a:pt x="1115" y="177"/>
                  </a:cubicBezTo>
                  <a:cubicBezTo>
                    <a:pt x="1111" y="168"/>
                    <a:pt x="1106" y="159"/>
                    <a:pt x="1102" y="152"/>
                  </a:cubicBezTo>
                  <a:cubicBezTo>
                    <a:pt x="1125" y="151"/>
                    <a:pt x="1146" y="151"/>
                    <a:pt x="1167" y="151"/>
                  </a:cubicBezTo>
                  <a:close/>
                  <a:moveTo>
                    <a:pt x="283" y="147"/>
                  </a:moveTo>
                  <a:cubicBezTo>
                    <a:pt x="301" y="148"/>
                    <a:pt x="319" y="148"/>
                    <a:pt x="335" y="149"/>
                  </a:cubicBezTo>
                  <a:cubicBezTo>
                    <a:pt x="332" y="158"/>
                    <a:pt x="328" y="167"/>
                    <a:pt x="323" y="178"/>
                  </a:cubicBezTo>
                  <a:lnTo>
                    <a:pt x="267" y="178"/>
                  </a:lnTo>
                  <a:lnTo>
                    <a:pt x="283" y="147"/>
                  </a:lnTo>
                  <a:close/>
                  <a:moveTo>
                    <a:pt x="1077" y="152"/>
                  </a:moveTo>
                  <a:cubicBezTo>
                    <a:pt x="1081" y="159"/>
                    <a:pt x="1085" y="168"/>
                    <a:pt x="1090" y="177"/>
                  </a:cubicBezTo>
                  <a:cubicBezTo>
                    <a:pt x="1067" y="177"/>
                    <a:pt x="1044" y="178"/>
                    <a:pt x="1021" y="178"/>
                  </a:cubicBezTo>
                  <a:cubicBezTo>
                    <a:pt x="1018" y="168"/>
                    <a:pt x="1015" y="161"/>
                    <a:pt x="1013" y="152"/>
                  </a:cubicBezTo>
                  <a:close/>
                  <a:moveTo>
                    <a:pt x="181" y="140"/>
                  </a:moveTo>
                  <a:cubicBezTo>
                    <a:pt x="206" y="143"/>
                    <a:pt x="232" y="144"/>
                    <a:pt x="256" y="146"/>
                  </a:cubicBezTo>
                  <a:cubicBezTo>
                    <a:pt x="252" y="155"/>
                    <a:pt x="248" y="167"/>
                    <a:pt x="245" y="178"/>
                  </a:cubicBezTo>
                  <a:cubicBezTo>
                    <a:pt x="216" y="178"/>
                    <a:pt x="189" y="179"/>
                    <a:pt x="161" y="179"/>
                  </a:cubicBezTo>
                  <a:lnTo>
                    <a:pt x="181" y="140"/>
                  </a:lnTo>
                  <a:close/>
                  <a:moveTo>
                    <a:pt x="361" y="150"/>
                  </a:moveTo>
                  <a:cubicBezTo>
                    <a:pt x="380" y="151"/>
                    <a:pt x="400" y="151"/>
                    <a:pt x="421" y="152"/>
                  </a:cubicBezTo>
                  <a:lnTo>
                    <a:pt x="414" y="179"/>
                  </a:lnTo>
                  <a:lnTo>
                    <a:pt x="348" y="179"/>
                  </a:lnTo>
                  <a:cubicBezTo>
                    <a:pt x="353" y="169"/>
                    <a:pt x="358" y="159"/>
                    <a:pt x="361" y="150"/>
                  </a:cubicBezTo>
                  <a:close/>
                  <a:moveTo>
                    <a:pt x="440" y="152"/>
                  </a:moveTo>
                  <a:cubicBezTo>
                    <a:pt x="461" y="152"/>
                    <a:pt x="482" y="152"/>
                    <a:pt x="503" y="153"/>
                  </a:cubicBezTo>
                  <a:cubicBezTo>
                    <a:pt x="501" y="162"/>
                    <a:pt x="498" y="169"/>
                    <a:pt x="497" y="179"/>
                  </a:cubicBezTo>
                  <a:cubicBezTo>
                    <a:pt x="475" y="178"/>
                    <a:pt x="453" y="178"/>
                    <a:pt x="431" y="178"/>
                  </a:cubicBezTo>
                  <a:cubicBezTo>
                    <a:pt x="434" y="168"/>
                    <a:pt x="437" y="159"/>
                    <a:pt x="440" y="152"/>
                  </a:cubicBezTo>
                  <a:close/>
                  <a:moveTo>
                    <a:pt x="584" y="152"/>
                  </a:moveTo>
                  <a:cubicBezTo>
                    <a:pt x="584" y="162"/>
                    <a:pt x="581" y="169"/>
                    <a:pt x="580" y="179"/>
                  </a:cubicBezTo>
                  <a:cubicBezTo>
                    <a:pt x="559" y="179"/>
                    <a:pt x="539" y="179"/>
                    <a:pt x="518" y="178"/>
                  </a:cubicBezTo>
                  <a:cubicBezTo>
                    <a:pt x="521" y="168"/>
                    <a:pt x="523" y="161"/>
                    <a:pt x="526" y="152"/>
                  </a:cubicBezTo>
                  <a:close/>
                  <a:moveTo>
                    <a:pt x="664" y="153"/>
                  </a:moveTo>
                  <a:cubicBezTo>
                    <a:pt x="661" y="162"/>
                    <a:pt x="660" y="171"/>
                    <a:pt x="660" y="180"/>
                  </a:cubicBezTo>
                  <a:lnTo>
                    <a:pt x="603" y="180"/>
                  </a:lnTo>
                  <a:cubicBezTo>
                    <a:pt x="605" y="171"/>
                    <a:pt x="606" y="162"/>
                    <a:pt x="609" y="153"/>
                  </a:cubicBezTo>
                  <a:close/>
                  <a:moveTo>
                    <a:pt x="985" y="153"/>
                  </a:moveTo>
                  <a:cubicBezTo>
                    <a:pt x="988" y="162"/>
                    <a:pt x="992" y="169"/>
                    <a:pt x="994" y="179"/>
                  </a:cubicBezTo>
                  <a:cubicBezTo>
                    <a:pt x="972" y="179"/>
                    <a:pt x="949" y="180"/>
                    <a:pt x="927" y="180"/>
                  </a:cubicBezTo>
                  <a:cubicBezTo>
                    <a:pt x="927" y="171"/>
                    <a:pt x="926" y="162"/>
                    <a:pt x="925" y="153"/>
                  </a:cubicBezTo>
                  <a:close/>
                  <a:moveTo>
                    <a:pt x="731" y="153"/>
                  </a:moveTo>
                  <a:lnTo>
                    <a:pt x="731" y="181"/>
                  </a:lnTo>
                  <a:lnTo>
                    <a:pt x="682" y="181"/>
                  </a:lnTo>
                  <a:cubicBezTo>
                    <a:pt x="683" y="173"/>
                    <a:pt x="685" y="168"/>
                    <a:pt x="685" y="162"/>
                  </a:cubicBezTo>
                  <a:cubicBezTo>
                    <a:pt x="685" y="159"/>
                    <a:pt x="686" y="155"/>
                    <a:pt x="686" y="153"/>
                  </a:cubicBezTo>
                  <a:close/>
                  <a:moveTo>
                    <a:pt x="903" y="153"/>
                  </a:moveTo>
                  <a:cubicBezTo>
                    <a:pt x="903" y="162"/>
                    <a:pt x="905" y="171"/>
                    <a:pt x="906" y="180"/>
                  </a:cubicBezTo>
                  <a:cubicBezTo>
                    <a:pt x="884" y="180"/>
                    <a:pt x="864" y="181"/>
                    <a:pt x="841" y="181"/>
                  </a:cubicBezTo>
                  <a:cubicBezTo>
                    <a:pt x="841" y="172"/>
                    <a:pt x="840" y="163"/>
                    <a:pt x="840" y="153"/>
                  </a:cubicBezTo>
                  <a:close/>
                  <a:moveTo>
                    <a:pt x="814" y="153"/>
                  </a:moveTo>
                  <a:lnTo>
                    <a:pt x="814" y="182"/>
                  </a:lnTo>
                  <a:lnTo>
                    <a:pt x="758" y="182"/>
                  </a:lnTo>
                  <a:cubicBezTo>
                    <a:pt x="757" y="171"/>
                    <a:pt x="758" y="162"/>
                    <a:pt x="758" y="153"/>
                  </a:cubicBezTo>
                  <a:close/>
                  <a:moveTo>
                    <a:pt x="103" y="134"/>
                  </a:moveTo>
                  <a:cubicBezTo>
                    <a:pt x="119" y="136"/>
                    <a:pt x="135" y="137"/>
                    <a:pt x="154" y="139"/>
                  </a:cubicBezTo>
                  <a:lnTo>
                    <a:pt x="139" y="182"/>
                  </a:lnTo>
                  <a:cubicBezTo>
                    <a:pt x="115" y="183"/>
                    <a:pt x="93" y="183"/>
                    <a:pt x="69" y="184"/>
                  </a:cubicBezTo>
                  <a:cubicBezTo>
                    <a:pt x="81" y="166"/>
                    <a:pt x="91" y="151"/>
                    <a:pt x="103" y="134"/>
                  </a:cubicBezTo>
                  <a:close/>
                  <a:moveTo>
                    <a:pt x="1611" y="192"/>
                  </a:moveTo>
                  <a:cubicBezTo>
                    <a:pt x="1618" y="203"/>
                    <a:pt x="1627" y="214"/>
                    <a:pt x="1636" y="224"/>
                  </a:cubicBezTo>
                  <a:cubicBezTo>
                    <a:pt x="1612" y="225"/>
                    <a:pt x="1587" y="226"/>
                    <a:pt x="1563" y="226"/>
                  </a:cubicBezTo>
                  <a:cubicBezTo>
                    <a:pt x="1563" y="225"/>
                    <a:pt x="1563" y="224"/>
                    <a:pt x="1562" y="224"/>
                  </a:cubicBezTo>
                  <a:cubicBezTo>
                    <a:pt x="1555" y="214"/>
                    <a:pt x="1547" y="204"/>
                    <a:pt x="1542" y="194"/>
                  </a:cubicBezTo>
                  <a:cubicBezTo>
                    <a:pt x="1563" y="194"/>
                    <a:pt x="1585" y="194"/>
                    <a:pt x="1606" y="193"/>
                  </a:cubicBezTo>
                  <a:cubicBezTo>
                    <a:pt x="1608" y="193"/>
                    <a:pt x="1609" y="193"/>
                    <a:pt x="1611" y="192"/>
                  </a:cubicBezTo>
                  <a:close/>
                  <a:moveTo>
                    <a:pt x="1521" y="194"/>
                  </a:moveTo>
                  <a:cubicBezTo>
                    <a:pt x="1527" y="206"/>
                    <a:pt x="1536" y="218"/>
                    <a:pt x="1547" y="227"/>
                  </a:cubicBezTo>
                  <a:cubicBezTo>
                    <a:pt x="1529" y="227"/>
                    <a:pt x="1509" y="229"/>
                    <a:pt x="1489" y="230"/>
                  </a:cubicBezTo>
                  <a:cubicBezTo>
                    <a:pt x="1488" y="229"/>
                    <a:pt x="1488" y="228"/>
                    <a:pt x="1488" y="226"/>
                  </a:cubicBezTo>
                  <a:lnTo>
                    <a:pt x="1473" y="195"/>
                  </a:lnTo>
                  <a:cubicBezTo>
                    <a:pt x="1489" y="195"/>
                    <a:pt x="1505" y="195"/>
                    <a:pt x="1521" y="194"/>
                  </a:cubicBezTo>
                  <a:close/>
                  <a:moveTo>
                    <a:pt x="1450" y="194"/>
                  </a:moveTo>
                  <a:cubicBezTo>
                    <a:pt x="1458" y="205"/>
                    <a:pt x="1465" y="217"/>
                    <a:pt x="1473" y="229"/>
                  </a:cubicBezTo>
                  <a:cubicBezTo>
                    <a:pt x="1449" y="230"/>
                    <a:pt x="1425" y="231"/>
                    <a:pt x="1402" y="231"/>
                  </a:cubicBezTo>
                  <a:cubicBezTo>
                    <a:pt x="1398" y="219"/>
                    <a:pt x="1393" y="208"/>
                    <a:pt x="1388" y="195"/>
                  </a:cubicBezTo>
                  <a:cubicBezTo>
                    <a:pt x="1408" y="195"/>
                    <a:pt x="1430" y="195"/>
                    <a:pt x="1450" y="194"/>
                  </a:cubicBezTo>
                  <a:close/>
                  <a:moveTo>
                    <a:pt x="255" y="204"/>
                  </a:moveTo>
                  <a:cubicBezTo>
                    <a:pt x="274" y="205"/>
                    <a:pt x="293" y="205"/>
                    <a:pt x="314" y="205"/>
                  </a:cubicBezTo>
                  <a:cubicBezTo>
                    <a:pt x="309" y="215"/>
                    <a:pt x="308" y="225"/>
                    <a:pt x="309" y="234"/>
                  </a:cubicBezTo>
                  <a:lnTo>
                    <a:pt x="240" y="234"/>
                  </a:lnTo>
                  <a:cubicBezTo>
                    <a:pt x="245" y="225"/>
                    <a:pt x="250" y="214"/>
                    <a:pt x="255" y="204"/>
                  </a:cubicBezTo>
                  <a:close/>
                  <a:moveTo>
                    <a:pt x="334" y="207"/>
                  </a:moveTo>
                  <a:cubicBezTo>
                    <a:pt x="358" y="207"/>
                    <a:pt x="380" y="208"/>
                    <a:pt x="405" y="208"/>
                  </a:cubicBezTo>
                  <a:cubicBezTo>
                    <a:pt x="402" y="215"/>
                    <a:pt x="399" y="225"/>
                    <a:pt x="396" y="234"/>
                  </a:cubicBezTo>
                  <a:lnTo>
                    <a:pt x="327" y="234"/>
                  </a:lnTo>
                  <a:cubicBezTo>
                    <a:pt x="328" y="225"/>
                    <a:pt x="330" y="215"/>
                    <a:pt x="334" y="207"/>
                  </a:cubicBezTo>
                  <a:close/>
                  <a:moveTo>
                    <a:pt x="1359" y="197"/>
                  </a:moveTo>
                  <a:cubicBezTo>
                    <a:pt x="1364" y="209"/>
                    <a:pt x="1369" y="223"/>
                    <a:pt x="1379" y="232"/>
                  </a:cubicBezTo>
                  <a:cubicBezTo>
                    <a:pt x="1357" y="232"/>
                    <a:pt x="1338" y="232"/>
                    <a:pt x="1320" y="234"/>
                  </a:cubicBezTo>
                  <a:cubicBezTo>
                    <a:pt x="1315" y="223"/>
                    <a:pt x="1310" y="209"/>
                    <a:pt x="1305" y="197"/>
                  </a:cubicBezTo>
                  <a:close/>
                  <a:moveTo>
                    <a:pt x="490" y="208"/>
                  </a:moveTo>
                  <a:cubicBezTo>
                    <a:pt x="486" y="215"/>
                    <a:pt x="485" y="225"/>
                    <a:pt x="482" y="235"/>
                  </a:cubicBezTo>
                  <a:cubicBezTo>
                    <a:pt x="458" y="235"/>
                    <a:pt x="434" y="235"/>
                    <a:pt x="411" y="234"/>
                  </a:cubicBezTo>
                  <a:cubicBezTo>
                    <a:pt x="415" y="225"/>
                    <a:pt x="417" y="215"/>
                    <a:pt x="421" y="208"/>
                  </a:cubicBezTo>
                  <a:close/>
                  <a:moveTo>
                    <a:pt x="1283" y="198"/>
                  </a:moveTo>
                  <a:cubicBezTo>
                    <a:pt x="1290" y="210"/>
                    <a:pt x="1297" y="223"/>
                    <a:pt x="1304" y="235"/>
                  </a:cubicBezTo>
                  <a:cubicBezTo>
                    <a:pt x="1296" y="234"/>
                    <a:pt x="1288" y="234"/>
                    <a:pt x="1279" y="234"/>
                  </a:cubicBezTo>
                  <a:cubicBezTo>
                    <a:pt x="1263" y="234"/>
                    <a:pt x="1247" y="235"/>
                    <a:pt x="1230" y="235"/>
                  </a:cubicBezTo>
                  <a:cubicBezTo>
                    <a:pt x="1225" y="223"/>
                    <a:pt x="1222" y="210"/>
                    <a:pt x="1217" y="198"/>
                  </a:cubicBezTo>
                  <a:close/>
                  <a:moveTo>
                    <a:pt x="153" y="199"/>
                  </a:moveTo>
                  <a:cubicBezTo>
                    <a:pt x="181" y="200"/>
                    <a:pt x="208" y="203"/>
                    <a:pt x="237" y="203"/>
                  </a:cubicBezTo>
                  <a:cubicBezTo>
                    <a:pt x="233" y="214"/>
                    <a:pt x="230" y="225"/>
                    <a:pt x="226" y="234"/>
                  </a:cubicBezTo>
                  <a:cubicBezTo>
                    <a:pt x="196" y="234"/>
                    <a:pt x="165" y="235"/>
                    <a:pt x="135" y="236"/>
                  </a:cubicBezTo>
                  <a:cubicBezTo>
                    <a:pt x="141" y="224"/>
                    <a:pt x="146" y="212"/>
                    <a:pt x="153" y="199"/>
                  </a:cubicBezTo>
                  <a:close/>
                  <a:moveTo>
                    <a:pt x="577" y="207"/>
                  </a:moveTo>
                  <a:cubicBezTo>
                    <a:pt x="575" y="215"/>
                    <a:pt x="574" y="226"/>
                    <a:pt x="574" y="236"/>
                  </a:cubicBezTo>
                  <a:cubicBezTo>
                    <a:pt x="550" y="236"/>
                    <a:pt x="526" y="235"/>
                    <a:pt x="502" y="235"/>
                  </a:cubicBezTo>
                  <a:cubicBezTo>
                    <a:pt x="504" y="226"/>
                    <a:pt x="507" y="217"/>
                    <a:pt x="511" y="208"/>
                  </a:cubicBezTo>
                  <a:cubicBezTo>
                    <a:pt x="532" y="208"/>
                    <a:pt x="555" y="207"/>
                    <a:pt x="577" y="207"/>
                  </a:cubicBezTo>
                  <a:close/>
                  <a:moveTo>
                    <a:pt x="657" y="204"/>
                  </a:moveTo>
                  <a:cubicBezTo>
                    <a:pt x="657" y="215"/>
                    <a:pt x="659" y="226"/>
                    <a:pt x="661" y="236"/>
                  </a:cubicBezTo>
                  <a:lnTo>
                    <a:pt x="589" y="236"/>
                  </a:lnTo>
                  <a:cubicBezTo>
                    <a:pt x="591" y="226"/>
                    <a:pt x="594" y="215"/>
                    <a:pt x="595" y="205"/>
                  </a:cubicBezTo>
                  <a:cubicBezTo>
                    <a:pt x="615" y="205"/>
                    <a:pt x="637" y="204"/>
                    <a:pt x="657" y="204"/>
                  </a:cubicBezTo>
                  <a:close/>
                  <a:moveTo>
                    <a:pt x="1100" y="198"/>
                  </a:moveTo>
                  <a:cubicBezTo>
                    <a:pt x="1106" y="210"/>
                    <a:pt x="1115" y="224"/>
                    <a:pt x="1122" y="235"/>
                  </a:cubicBezTo>
                  <a:cubicBezTo>
                    <a:pt x="1094" y="236"/>
                    <a:pt x="1066" y="236"/>
                    <a:pt x="1038" y="236"/>
                  </a:cubicBezTo>
                  <a:lnTo>
                    <a:pt x="1026" y="198"/>
                  </a:lnTo>
                  <a:close/>
                  <a:moveTo>
                    <a:pt x="1193" y="199"/>
                  </a:moveTo>
                  <a:cubicBezTo>
                    <a:pt x="1202" y="212"/>
                    <a:pt x="1209" y="225"/>
                    <a:pt x="1217" y="236"/>
                  </a:cubicBezTo>
                  <a:cubicBezTo>
                    <a:pt x="1205" y="235"/>
                    <a:pt x="1192" y="235"/>
                    <a:pt x="1179" y="235"/>
                  </a:cubicBezTo>
                  <a:cubicBezTo>
                    <a:pt x="1166" y="235"/>
                    <a:pt x="1153" y="235"/>
                    <a:pt x="1140" y="236"/>
                  </a:cubicBezTo>
                  <a:cubicBezTo>
                    <a:pt x="1135" y="224"/>
                    <a:pt x="1130" y="210"/>
                    <a:pt x="1123" y="199"/>
                  </a:cubicBezTo>
                  <a:close/>
                  <a:moveTo>
                    <a:pt x="733" y="203"/>
                  </a:moveTo>
                  <a:cubicBezTo>
                    <a:pt x="734" y="214"/>
                    <a:pt x="737" y="228"/>
                    <a:pt x="739" y="238"/>
                  </a:cubicBezTo>
                  <a:lnTo>
                    <a:pt x="673" y="238"/>
                  </a:lnTo>
                  <a:cubicBezTo>
                    <a:pt x="677" y="228"/>
                    <a:pt x="680" y="215"/>
                    <a:pt x="681" y="204"/>
                  </a:cubicBezTo>
                  <a:cubicBezTo>
                    <a:pt x="698" y="204"/>
                    <a:pt x="716" y="203"/>
                    <a:pt x="733" y="203"/>
                  </a:cubicBezTo>
                  <a:close/>
                  <a:moveTo>
                    <a:pt x="814" y="200"/>
                  </a:moveTo>
                  <a:cubicBezTo>
                    <a:pt x="815" y="213"/>
                    <a:pt x="819" y="226"/>
                    <a:pt x="828" y="238"/>
                  </a:cubicBezTo>
                  <a:lnTo>
                    <a:pt x="751" y="238"/>
                  </a:lnTo>
                  <a:cubicBezTo>
                    <a:pt x="753" y="226"/>
                    <a:pt x="755" y="214"/>
                    <a:pt x="755" y="202"/>
                  </a:cubicBezTo>
                  <a:cubicBezTo>
                    <a:pt x="774" y="202"/>
                    <a:pt x="794" y="200"/>
                    <a:pt x="814" y="200"/>
                  </a:cubicBezTo>
                  <a:close/>
                  <a:moveTo>
                    <a:pt x="910" y="199"/>
                  </a:moveTo>
                  <a:cubicBezTo>
                    <a:pt x="912" y="212"/>
                    <a:pt x="915" y="225"/>
                    <a:pt x="918" y="236"/>
                  </a:cubicBezTo>
                  <a:cubicBezTo>
                    <a:pt x="890" y="238"/>
                    <a:pt x="861" y="238"/>
                    <a:pt x="833" y="238"/>
                  </a:cubicBezTo>
                  <a:cubicBezTo>
                    <a:pt x="839" y="226"/>
                    <a:pt x="841" y="213"/>
                    <a:pt x="841" y="200"/>
                  </a:cubicBezTo>
                  <a:cubicBezTo>
                    <a:pt x="865" y="200"/>
                    <a:pt x="887" y="200"/>
                    <a:pt x="910" y="199"/>
                  </a:cubicBezTo>
                  <a:close/>
                  <a:moveTo>
                    <a:pt x="1005" y="198"/>
                  </a:moveTo>
                  <a:cubicBezTo>
                    <a:pt x="1010" y="210"/>
                    <a:pt x="1017" y="224"/>
                    <a:pt x="1025" y="236"/>
                  </a:cubicBezTo>
                  <a:cubicBezTo>
                    <a:pt x="993" y="238"/>
                    <a:pt x="962" y="238"/>
                    <a:pt x="933" y="238"/>
                  </a:cubicBezTo>
                  <a:cubicBezTo>
                    <a:pt x="934" y="235"/>
                    <a:pt x="932" y="234"/>
                    <a:pt x="930" y="234"/>
                  </a:cubicBezTo>
                  <a:cubicBezTo>
                    <a:pt x="933" y="234"/>
                    <a:pt x="933" y="219"/>
                    <a:pt x="932" y="199"/>
                  </a:cubicBezTo>
                  <a:cubicBezTo>
                    <a:pt x="956" y="199"/>
                    <a:pt x="980" y="199"/>
                    <a:pt x="1005" y="198"/>
                  </a:cubicBezTo>
                  <a:close/>
                  <a:moveTo>
                    <a:pt x="61" y="193"/>
                  </a:moveTo>
                  <a:cubicBezTo>
                    <a:pt x="83" y="195"/>
                    <a:pt x="108" y="197"/>
                    <a:pt x="130" y="198"/>
                  </a:cubicBezTo>
                  <a:cubicBezTo>
                    <a:pt x="128" y="212"/>
                    <a:pt x="124" y="225"/>
                    <a:pt x="120" y="238"/>
                  </a:cubicBezTo>
                  <a:cubicBezTo>
                    <a:pt x="87" y="239"/>
                    <a:pt x="56" y="240"/>
                    <a:pt x="22" y="243"/>
                  </a:cubicBezTo>
                  <a:cubicBezTo>
                    <a:pt x="35" y="226"/>
                    <a:pt x="47" y="210"/>
                    <a:pt x="61" y="193"/>
                  </a:cubicBezTo>
                  <a:close/>
                  <a:moveTo>
                    <a:pt x="1545" y="0"/>
                  </a:moveTo>
                  <a:cubicBezTo>
                    <a:pt x="1544" y="0"/>
                    <a:pt x="1544" y="0"/>
                    <a:pt x="1543" y="1"/>
                  </a:cubicBezTo>
                  <a:cubicBezTo>
                    <a:pt x="1435" y="4"/>
                    <a:pt x="1326" y="6"/>
                    <a:pt x="1218" y="8"/>
                  </a:cubicBezTo>
                  <a:cubicBezTo>
                    <a:pt x="1217" y="5"/>
                    <a:pt x="1214" y="4"/>
                    <a:pt x="1212" y="4"/>
                  </a:cubicBezTo>
                  <a:cubicBezTo>
                    <a:pt x="1209" y="4"/>
                    <a:pt x="1206" y="5"/>
                    <a:pt x="1205" y="8"/>
                  </a:cubicBezTo>
                  <a:cubicBezTo>
                    <a:pt x="1147" y="9"/>
                    <a:pt x="1090" y="10"/>
                    <a:pt x="1032" y="10"/>
                  </a:cubicBezTo>
                  <a:cubicBezTo>
                    <a:pt x="1031" y="9"/>
                    <a:pt x="1030" y="9"/>
                    <a:pt x="1029" y="9"/>
                  </a:cubicBezTo>
                  <a:cubicBezTo>
                    <a:pt x="1028" y="9"/>
                    <a:pt x="1027" y="9"/>
                    <a:pt x="1026" y="10"/>
                  </a:cubicBezTo>
                  <a:cubicBezTo>
                    <a:pt x="1005" y="10"/>
                    <a:pt x="986" y="11"/>
                    <a:pt x="965" y="11"/>
                  </a:cubicBezTo>
                  <a:cubicBezTo>
                    <a:pt x="964" y="9"/>
                    <a:pt x="962" y="8"/>
                    <a:pt x="959" y="8"/>
                  </a:cubicBezTo>
                  <a:cubicBezTo>
                    <a:pt x="956" y="8"/>
                    <a:pt x="952" y="9"/>
                    <a:pt x="950" y="11"/>
                  </a:cubicBezTo>
                  <a:cubicBezTo>
                    <a:pt x="914" y="11"/>
                    <a:pt x="878" y="12"/>
                    <a:pt x="843" y="12"/>
                  </a:cubicBezTo>
                  <a:cubicBezTo>
                    <a:pt x="814" y="12"/>
                    <a:pt x="786" y="12"/>
                    <a:pt x="758" y="12"/>
                  </a:cubicBezTo>
                  <a:cubicBezTo>
                    <a:pt x="661" y="12"/>
                    <a:pt x="563" y="11"/>
                    <a:pt x="466" y="11"/>
                  </a:cubicBezTo>
                  <a:cubicBezTo>
                    <a:pt x="361" y="11"/>
                    <a:pt x="256" y="12"/>
                    <a:pt x="152" y="18"/>
                  </a:cubicBezTo>
                  <a:lnTo>
                    <a:pt x="144" y="18"/>
                  </a:lnTo>
                  <a:cubicBezTo>
                    <a:pt x="140" y="18"/>
                    <a:pt x="139" y="21"/>
                    <a:pt x="139" y="24"/>
                  </a:cubicBezTo>
                  <a:cubicBezTo>
                    <a:pt x="85" y="93"/>
                    <a:pt x="39" y="168"/>
                    <a:pt x="2" y="246"/>
                  </a:cubicBezTo>
                  <a:cubicBezTo>
                    <a:pt x="1" y="250"/>
                    <a:pt x="5" y="256"/>
                    <a:pt x="8" y="256"/>
                  </a:cubicBezTo>
                  <a:cubicBezTo>
                    <a:pt x="9" y="256"/>
                    <a:pt x="10" y="256"/>
                    <a:pt x="11" y="255"/>
                  </a:cubicBezTo>
                  <a:cubicBezTo>
                    <a:pt x="125" y="264"/>
                    <a:pt x="240" y="266"/>
                    <a:pt x="355" y="266"/>
                  </a:cubicBezTo>
                  <a:cubicBezTo>
                    <a:pt x="513" y="266"/>
                    <a:pt x="671" y="261"/>
                    <a:pt x="826" y="261"/>
                  </a:cubicBezTo>
                  <a:cubicBezTo>
                    <a:pt x="871" y="262"/>
                    <a:pt x="916" y="262"/>
                    <a:pt x="961" y="262"/>
                  </a:cubicBezTo>
                  <a:cubicBezTo>
                    <a:pt x="1190" y="262"/>
                    <a:pt x="1418" y="258"/>
                    <a:pt x="1646" y="248"/>
                  </a:cubicBezTo>
                  <a:cubicBezTo>
                    <a:pt x="1656" y="248"/>
                    <a:pt x="1660" y="236"/>
                    <a:pt x="1656" y="229"/>
                  </a:cubicBezTo>
                  <a:cubicBezTo>
                    <a:pt x="1662" y="226"/>
                    <a:pt x="1662" y="221"/>
                    <a:pt x="1659" y="215"/>
                  </a:cubicBezTo>
                  <a:cubicBezTo>
                    <a:pt x="1642" y="183"/>
                    <a:pt x="1618" y="154"/>
                    <a:pt x="1601" y="120"/>
                  </a:cubicBezTo>
                  <a:cubicBezTo>
                    <a:pt x="1583" y="86"/>
                    <a:pt x="1568" y="53"/>
                    <a:pt x="1553" y="20"/>
                  </a:cubicBezTo>
                  <a:cubicBezTo>
                    <a:pt x="1558" y="14"/>
                    <a:pt x="1556" y="0"/>
                    <a:pt x="15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82" name="Google Shape;5982;p42"/>
            <p:cNvSpPr/>
            <p:nvPr/>
          </p:nvSpPr>
          <p:spPr>
            <a:xfrm>
              <a:off x="6291271" y="1911854"/>
              <a:ext cx="73525" cy="23025"/>
            </a:xfrm>
            <a:custGeom>
              <a:avLst/>
              <a:gdLst/>
              <a:ahLst/>
              <a:cxnLst/>
              <a:rect l="l" t="t" r="r" b="b"/>
              <a:pathLst>
                <a:path w="380" h="119" extrusionOk="0">
                  <a:moveTo>
                    <a:pt x="314" y="25"/>
                  </a:moveTo>
                  <a:cubicBezTo>
                    <a:pt x="318" y="39"/>
                    <a:pt x="323" y="53"/>
                    <a:pt x="331" y="66"/>
                  </a:cubicBezTo>
                  <a:cubicBezTo>
                    <a:pt x="335" y="72"/>
                    <a:pt x="340" y="81"/>
                    <a:pt x="348" y="89"/>
                  </a:cubicBezTo>
                  <a:cubicBezTo>
                    <a:pt x="304" y="91"/>
                    <a:pt x="261" y="92"/>
                    <a:pt x="218" y="92"/>
                  </a:cubicBezTo>
                  <a:cubicBezTo>
                    <a:pt x="167" y="92"/>
                    <a:pt x="116" y="91"/>
                    <a:pt x="66" y="91"/>
                  </a:cubicBezTo>
                  <a:cubicBezTo>
                    <a:pt x="53" y="91"/>
                    <a:pt x="40" y="91"/>
                    <a:pt x="28" y="91"/>
                  </a:cubicBezTo>
                  <a:cubicBezTo>
                    <a:pt x="42" y="74"/>
                    <a:pt x="50" y="48"/>
                    <a:pt x="53" y="25"/>
                  </a:cubicBezTo>
                  <a:cubicBezTo>
                    <a:pt x="63" y="28"/>
                    <a:pt x="75" y="29"/>
                    <a:pt x="87" y="29"/>
                  </a:cubicBezTo>
                  <a:cubicBezTo>
                    <a:pt x="111" y="29"/>
                    <a:pt x="137" y="25"/>
                    <a:pt x="156" y="25"/>
                  </a:cubicBezTo>
                  <a:close/>
                  <a:moveTo>
                    <a:pt x="320" y="0"/>
                  </a:moveTo>
                  <a:cubicBezTo>
                    <a:pt x="316" y="0"/>
                    <a:pt x="313" y="2"/>
                    <a:pt x="311" y="4"/>
                  </a:cubicBezTo>
                  <a:lnTo>
                    <a:pt x="185" y="4"/>
                  </a:lnTo>
                  <a:cubicBezTo>
                    <a:pt x="165" y="4"/>
                    <a:pt x="143" y="4"/>
                    <a:pt x="123" y="3"/>
                  </a:cubicBezTo>
                  <a:cubicBezTo>
                    <a:pt x="111" y="3"/>
                    <a:pt x="88" y="6"/>
                    <a:pt x="69" y="6"/>
                  </a:cubicBezTo>
                  <a:cubicBezTo>
                    <a:pt x="59" y="6"/>
                    <a:pt x="50" y="5"/>
                    <a:pt x="45" y="2"/>
                  </a:cubicBezTo>
                  <a:cubicBezTo>
                    <a:pt x="44" y="2"/>
                    <a:pt x="43" y="1"/>
                    <a:pt x="42" y="1"/>
                  </a:cubicBezTo>
                  <a:cubicBezTo>
                    <a:pt x="40" y="1"/>
                    <a:pt x="39" y="2"/>
                    <a:pt x="38" y="3"/>
                  </a:cubicBezTo>
                  <a:lnTo>
                    <a:pt x="36" y="6"/>
                  </a:lnTo>
                  <a:cubicBezTo>
                    <a:pt x="32" y="9"/>
                    <a:pt x="33" y="14"/>
                    <a:pt x="36" y="17"/>
                  </a:cubicBezTo>
                  <a:cubicBezTo>
                    <a:pt x="30" y="29"/>
                    <a:pt x="25" y="40"/>
                    <a:pt x="19" y="53"/>
                  </a:cubicBezTo>
                  <a:cubicBezTo>
                    <a:pt x="12" y="66"/>
                    <a:pt x="5" y="79"/>
                    <a:pt x="1" y="93"/>
                  </a:cubicBezTo>
                  <a:cubicBezTo>
                    <a:pt x="0" y="98"/>
                    <a:pt x="2" y="101"/>
                    <a:pt x="5" y="103"/>
                  </a:cubicBezTo>
                  <a:cubicBezTo>
                    <a:pt x="6" y="106"/>
                    <a:pt x="9" y="110"/>
                    <a:pt x="14" y="110"/>
                  </a:cubicBezTo>
                  <a:cubicBezTo>
                    <a:pt x="68" y="116"/>
                    <a:pt x="122" y="118"/>
                    <a:pt x="177" y="118"/>
                  </a:cubicBezTo>
                  <a:cubicBezTo>
                    <a:pt x="240" y="118"/>
                    <a:pt x="303" y="115"/>
                    <a:pt x="364" y="111"/>
                  </a:cubicBezTo>
                  <a:cubicBezTo>
                    <a:pt x="379" y="111"/>
                    <a:pt x="380" y="93"/>
                    <a:pt x="369" y="90"/>
                  </a:cubicBezTo>
                  <a:cubicBezTo>
                    <a:pt x="367" y="79"/>
                    <a:pt x="357" y="68"/>
                    <a:pt x="352" y="58"/>
                  </a:cubicBezTo>
                  <a:cubicBezTo>
                    <a:pt x="344" y="44"/>
                    <a:pt x="339" y="30"/>
                    <a:pt x="334" y="16"/>
                  </a:cubicBezTo>
                  <a:cubicBezTo>
                    <a:pt x="334" y="12"/>
                    <a:pt x="333" y="9"/>
                    <a:pt x="329" y="7"/>
                  </a:cubicBezTo>
                  <a:cubicBezTo>
                    <a:pt x="328" y="3"/>
                    <a:pt x="324" y="0"/>
                    <a:pt x="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5983" name="Google Shape;5983;p42"/>
            <p:cNvSpPr/>
            <p:nvPr/>
          </p:nvSpPr>
          <p:spPr>
            <a:xfrm>
              <a:off x="6121970" y="1628588"/>
              <a:ext cx="520674" cy="391425"/>
            </a:xfrm>
            <a:custGeom>
              <a:avLst/>
              <a:gdLst/>
              <a:ahLst/>
              <a:cxnLst/>
              <a:rect l="l" t="t" r="r" b="b"/>
              <a:pathLst>
                <a:path w="2691" h="2023" extrusionOk="0">
                  <a:moveTo>
                    <a:pt x="1382" y="26"/>
                  </a:moveTo>
                  <a:cubicBezTo>
                    <a:pt x="1517" y="26"/>
                    <a:pt x="1652" y="28"/>
                    <a:pt x="1787" y="31"/>
                  </a:cubicBezTo>
                  <a:cubicBezTo>
                    <a:pt x="1791" y="346"/>
                    <a:pt x="1793" y="665"/>
                    <a:pt x="1823" y="979"/>
                  </a:cubicBezTo>
                  <a:cubicBezTo>
                    <a:pt x="1577" y="985"/>
                    <a:pt x="1331" y="995"/>
                    <a:pt x="1087" y="1003"/>
                  </a:cubicBezTo>
                  <a:cubicBezTo>
                    <a:pt x="973" y="1007"/>
                    <a:pt x="860" y="1010"/>
                    <a:pt x="747" y="1012"/>
                  </a:cubicBezTo>
                  <a:cubicBezTo>
                    <a:pt x="682" y="1013"/>
                    <a:pt x="616" y="1017"/>
                    <a:pt x="553" y="1018"/>
                  </a:cubicBezTo>
                  <a:cubicBezTo>
                    <a:pt x="532" y="1019"/>
                    <a:pt x="473" y="1028"/>
                    <a:pt x="425" y="1028"/>
                  </a:cubicBezTo>
                  <a:cubicBezTo>
                    <a:pt x="392" y="1028"/>
                    <a:pt x="365" y="1024"/>
                    <a:pt x="359" y="1011"/>
                  </a:cubicBezTo>
                  <a:cubicBezTo>
                    <a:pt x="359" y="1010"/>
                    <a:pt x="358" y="1010"/>
                    <a:pt x="356" y="1008"/>
                  </a:cubicBezTo>
                  <a:lnTo>
                    <a:pt x="355" y="1007"/>
                  </a:lnTo>
                  <a:cubicBezTo>
                    <a:pt x="365" y="938"/>
                    <a:pt x="359" y="864"/>
                    <a:pt x="359" y="797"/>
                  </a:cubicBezTo>
                  <a:cubicBezTo>
                    <a:pt x="359" y="709"/>
                    <a:pt x="358" y="622"/>
                    <a:pt x="358" y="534"/>
                  </a:cubicBezTo>
                  <a:cubicBezTo>
                    <a:pt x="356" y="366"/>
                    <a:pt x="358" y="198"/>
                    <a:pt x="353" y="31"/>
                  </a:cubicBezTo>
                  <a:lnTo>
                    <a:pt x="353" y="31"/>
                  </a:lnTo>
                  <a:cubicBezTo>
                    <a:pt x="399" y="35"/>
                    <a:pt x="446" y="36"/>
                    <a:pt x="493" y="36"/>
                  </a:cubicBezTo>
                  <a:cubicBezTo>
                    <a:pt x="562" y="36"/>
                    <a:pt x="633" y="33"/>
                    <a:pt x="703" y="33"/>
                  </a:cubicBezTo>
                  <a:lnTo>
                    <a:pt x="1068" y="29"/>
                  </a:lnTo>
                  <a:cubicBezTo>
                    <a:pt x="1172" y="27"/>
                    <a:pt x="1277" y="26"/>
                    <a:pt x="1382" y="26"/>
                  </a:cubicBezTo>
                  <a:close/>
                  <a:moveTo>
                    <a:pt x="1970" y="1100"/>
                  </a:moveTo>
                  <a:cubicBezTo>
                    <a:pt x="1984" y="1100"/>
                    <a:pt x="1982" y="1105"/>
                    <a:pt x="1984" y="1117"/>
                  </a:cubicBezTo>
                  <a:cubicBezTo>
                    <a:pt x="1985" y="1123"/>
                    <a:pt x="1985" y="1130"/>
                    <a:pt x="1986" y="1137"/>
                  </a:cubicBezTo>
                  <a:cubicBezTo>
                    <a:pt x="1960" y="1146"/>
                    <a:pt x="1933" y="1151"/>
                    <a:pt x="1904" y="1158"/>
                  </a:cubicBezTo>
                  <a:cubicBezTo>
                    <a:pt x="1899" y="1143"/>
                    <a:pt x="1894" y="1125"/>
                    <a:pt x="1889" y="1110"/>
                  </a:cubicBezTo>
                  <a:lnTo>
                    <a:pt x="1889" y="1110"/>
                  </a:lnTo>
                  <a:cubicBezTo>
                    <a:pt x="1892" y="1115"/>
                    <a:pt x="1897" y="1116"/>
                    <a:pt x="1902" y="1116"/>
                  </a:cubicBezTo>
                  <a:cubicBezTo>
                    <a:pt x="1912" y="1116"/>
                    <a:pt x="1924" y="1110"/>
                    <a:pt x="1931" y="1109"/>
                  </a:cubicBezTo>
                  <a:cubicBezTo>
                    <a:pt x="1943" y="1107"/>
                    <a:pt x="1957" y="1102"/>
                    <a:pt x="1970" y="1100"/>
                  </a:cubicBezTo>
                  <a:close/>
                  <a:moveTo>
                    <a:pt x="1831" y="1011"/>
                  </a:moveTo>
                  <a:cubicBezTo>
                    <a:pt x="1870" y="1207"/>
                    <a:pt x="1950" y="1405"/>
                    <a:pt x="2037" y="1585"/>
                  </a:cubicBezTo>
                  <a:cubicBezTo>
                    <a:pt x="2038" y="1586"/>
                    <a:pt x="2038" y="1588"/>
                    <a:pt x="2040" y="1589"/>
                  </a:cubicBezTo>
                  <a:lnTo>
                    <a:pt x="2040" y="1593"/>
                  </a:lnTo>
                  <a:cubicBezTo>
                    <a:pt x="2041" y="1598"/>
                    <a:pt x="2041" y="1604"/>
                    <a:pt x="2042" y="1609"/>
                  </a:cubicBezTo>
                  <a:cubicBezTo>
                    <a:pt x="1842" y="1613"/>
                    <a:pt x="1641" y="1615"/>
                    <a:pt x="1441" y="1615"/>
                  </a:cubicBezTo>
                  <a:cubicBezTo>
                    <a:pt x="1307" y="1615"/>
                    <a:pt x="1173" y="1614"/>
                    <a:pt x="1040" y="1612"/>
                  </a:cubicBezTo>
                  <a:cubicBezTo>
                    <a:pt x="705" y="1609"/>
                    <a:pt x="370" y="1593"/>
                    <a:pt x="35" y="1591"/>
                  </a:cubicBezTo>
                  <a:cubicBezTo>
                    <a:pt x="91" y="1504"/>
                    <a:pt x="134" y="1405"/>
                    <a:pt x="185" y="1315"/>
                  </a:cubicBezTo>
                  <a:cubicBezTo>
                    <a:pt x="241" y="1220"/>
                    <a:pt x="299" y="1125"/>
                    <a:pt x="350" y="1028"/>
                  </a:cubicBezTo>
                  <a:cubicBezTo>
                    <a:pt x="354" y="1037"/>
                    <a:pt x="364" y="1040"/>
                    <a:pt x="379" y="1042"/>
                  </a:cubicBezTo>
                  <a:cubicBezTo>
                    <a:pt x="397" y="1046"/>
                    <a:pt x="417" y="1048"/>
                    <a:pt x="438" y="1048"/>
                  </a:cubicBezTo>
                  <a:cubicBezTo>
                    <a:pt x="484" y="1048"/>
                    <a:pt x="533" y="1041"/>
                    <a:pt x="575" y="1039"/>
                  </a:cubicBezTo>
                  <a:cubicBezTo>
                    <a:pt x="711" y="1037"/>
                    <a:pt x="846" y="1034"/>
                    <a:pt x="982" y="1031"/>
                  </a:cubicBezTo>
                  <a:cubicBezTo>
                    <a:pt x="1263" y="1023"/>
                    <a:pt x="1544" y="1019"/>
                    <a:pt x="1824" y="1012"/>
                  </a:cubicBezTo>
                  <a:cubicBezTo>
                    <a:pt x="1827" y="1012"/>
                    <a:pt x="1829" y="1011"/>
                    <a:pt x="1831" y="1011"/>
                  </a:cubicBezTo>
                  <a:close/>
                  <a:moveTo>
                    <a:pt x="29" y="1609"/>
                  </a:moveTo>
                  <a:cubicBezTo>
                    <a:pt x="365" y="1636"/>
                    <a:pt x="703" y="1639"/>
                    <a:pt x="1041" y="1642"/>
                  </a:cubicBezTo>
                  <a:cubicBezTo>
                    <a:pt x="1182" y="1644"/>
                    <a:pt x="1324" y="1645"/>
                    <a:pt x="1465" y="1645"/>
                  </a:cubicBezTo>
                  <a:cubicBezTo>
                    <a:pt x="1663" y="1645"/>
                    <a:pt x="1861" y="1643"/>
                    <a:pt x="2058" y="1640"/>
                  </a:cubicBezTo>
                  <a:cubicBezTo>
                    <a:pt x="2059" y="1663"/>
                    <a:pt x="2059" y="1686"/>
                    <a:pt x="2059" y="1711"/>
                  </a:cubicBezTo>
                  <a:cubicBezTo>
                    <a:pt x="1720" y="1716"/>
                    <a:pt x="1383" y="1722"/>
                    <a:pt x="1044" y="1722"/>
                  </a:cubicBezTo>
                  <a:cubicBezTo>
                    <a:pt x="876" y="1722"/>
                    <a:pt x="710" y="1721"/>
                    <a:pt x="542" y="1721"/>
                  </a:cubicBezTo>
                  <a:cubicBezTo>
                    <a:pt x="436" y="1720"/>
                    <a:pt x="327" y="1712"/>
                    <a:pt x="219" y="1712"/>
                  </a:cubicBezTo>
                  <a:cubicBezTo>
                    <a:pt x="157" y="1712"/>
                    <a:pt x="95" y="1715"/>
                    <a:pt x="34" y="1722"/>
                  </a:cubicBezTo>
                  <a:cubicBezTo>
                    <a:pt x="36" y="1703"/>
                    <a:pt x="33" y="1686"/>
                    <a:pt x="32" y="1668"/>
                  </a:cubicBezTo>
                  <a:cubicBezTo>
                    <a:pt x="31" y="1649"/>
                    <a:pt x="31" y="1629"/>
                    <a:pt x="29" y="1609"/>
                  </a:cubicBezTo>
                  <a:close/>
                  <a:moveTo>
                    <a:pt x="2326" y="1678"/>
                  </a:moveTo>
                  <a:cubicBezTo>
                    <a:pt x="2358" y="1678"/>
                    <a:pt x="2388" y="1684"/>
                    <a:pt x="2416" y="1696"/>
                  </a:cubicBezTo>
                  <a:cubicBezTo>
                    <a:pt x="2397" y="1712"/>
                    <a:pt x="2380" y="1729"/>
                    <a:pt x="2366" y="1750"/>
                  </a:cubicBezTo>
                  <a:cubicBezTo>
                    <a:pt x="2364" y="1747"/>
                    <a:pt x="2360" y="1744"/>
                    <a:pt x="2356" y="1742"/>
                  </a:cubicBezTo>
                  <a:cubicBezTo>
                    <a:pt x="2351" y="1740"/>
                    <a:pt x="2347" y="1740"/>
                    <a:pt x="2343" y="1740"/>
                  </a:cubicBezTo>
                  <a:cubicBezTo>
                    <a:pt x="2336" y="1740"/>
                    <a:pt x="2330" y="1742"/>
                    <a:pt x="2324" y="1747"/>
                  </a:cubicBezTo>
                  <a:cubicBezTo>
                    <a:pt x="2304" y="1724"/>
                    <a:pt x="2283" y="1702"/>
                    <a:pt x="2256" y="1687"/>
                  </a:cubicBezTo>
                  <a:cubicBezTo>
                    <a:pt x="2280" y="1681"/>
                    <a:pt x="2303" y="1678"/>
                    <a:pt x="2326" y="1678"/>
                  </a:cubicBezTo>
                  <a:close/>
                  <a:moveTo>
                    <a:pt x="2338" y="1756"/>
                  </a:moveTo>
                  <a:cubicBezTo>
                    <a:pt x="2350" y="1756"/>
                    <a:pt x="2360" y="1765"/>
                    <a:pt x="2356" y="1777"/>
                  </a:cubicBezTo>
                  <a:cubicBezTo>
                    <a:pt x="2354" y="1783"/>
                    <a:pt x="2349" y="1790"/>
                    <a:pt x="2341" y="1790"/>
                  </a:cubicBezTo>
                  <a:cubicBezTo>
                    <a:pt x="2340" y="1790"/>
                    <a:pt x="2339" y="1790"/>
                    <a:pt x="2337" y="1789"/>
                  </a:cubicBezTo>
                  <a:cubicBezTo>
                    <a:pt x="2325" y="1785"/>
                    <a:pt x="2324" y="1774"/>
                    <a:pt x="2325" y="1765"/>
                  </a:cubicBezTo>
                  <a:cubicBezTo>
                    <a:pt x="2328" y="1764"/>
                    <a:pt x="2330" y="1762"/>
                    <a:pt x="2330" y="1758"/>
                  </a:cubicBezTo>
                  <a:cubicBezTo>
                    <a:pt x="2333" y="1757"/>
                    <a:pt x="2335" y="1756"/>
                    <a:pt x="2338" y="1756"/>
                  </a:cubicBezTo>
                  <a:close/>
                  <a:moveTo>
                    <a:pt x="2247" y="1693"/>
                  </a:moveTo>
                  <a:lnTo>
                    <a:pt x="2247" y="1693"/>
                  </a:lnTo>
                  <a:cubicBezTo>
                    <a:pt x="2267" y="1717"/>
                    <a:pt x="2291" y="1737"/>
                    <a:pt x="2314" y="1758"/>
                  </a:cubicBezTo>
                  <a:cubicBezTo>
                    <a:pt x="2313" y="1758"/>
                    <a:pt x="2313" y="1759"/>
                    <a:pt x="2312" y="1760"/>
                  </a:cubicBezTo>
                  <a:cubicBezTo>
                    <a:pt x="2303" y="1773"/>
                    <a:pt x="2312" y="1789"/>
                    <a:pt x="2323" y="1799"/>
                  </a:cubicBezTo>
                  <a:cubicBezTo>
                    <a:pt x="2312" y="1808"/>
                    <a:pt x="2301" y="1818"/>
                    <a:pt x="2291" y="1826"/>
                  </a:cubicBezTo>
                  <a:cubicBezTo>
                    <a:pt x="2278" y="1839"/>
                    <a:pt x="2263" y="1850"/>
                    <a:pt x="2251" y="1861"/>
                  </a:cubicBezTo>
                  <a:cubicBezTo>
                    <a:pt x="2221" y="1808"/>
                    <a:pt x="2211" y="1750"/>
                    <a:pt x="2247" y="1693"/>
                  </a:cubicBezTo>
                  <a:close/>
                  <a:moveTo>
                    <a:pt x="2436" y="1704"/>
                  </a:moveTo>
                  <a:cubicBezTo>
                    <a:pt x="2458" y="1717"/>
                    <a:pt x="2477" y="1730"/>
                    <a:pt x="2497" y="1750"/>
                  </a:cubicBezTo>
                  <a:cubicBezTo>
                    <a:pt x="2560" y="1811"/>
                    <a:pt x="2591" y="1892"/>
                    <a:pt x="2518" y="1961"/>
                  </a:cubicBezTo>
                  <a:cubicBezTo>
                    <a:pt x="2492" y="1987"/>
                    <a:pt x="2463" y="1998"/>
                    <a:pt x="2435" y="1998"/>
                  </a:cubicBezTo>
                  <a:cubicBezTo>
                    <a:pt x="2381" y="1998"/>
                    <a:pt x="2327" y="1958"/>
                    <a:pt x="2288" y="1913"/>
                  </a:cubicBezTo>
                  <a:cubicBezTo>
                    <a:pt x="2277" y="1900"/>
                    <a:pt x="2266" y="1886"/>
                    <a:pt x="2256" y="1870"/>
                  </a:cubicBezTo>
                  <a:cubicBezTo>
                    <a:pt x="2284" y="1853"/>
                    <a:pt x="2315" y="1830"/>
                    <a:pt x="2333" y="1804"/>
                  </a:cubicBezTo>
                  <a:cubicBezTo>
                    <a:pt x="2336" y="1805"/>
                    <a:pt x="2339" y="1805"/>
                    <a:pt x="2341" y="1805"/>
                  </a:cubicBezTo>
                  <a:cubicBezTo>
                    <a:pt x="2354" y="1805"/>
                    <a:pt x="2366" y="1796"/>
                    <a:pt x="2373" y="1784"/>
                  </a:cubicBezTo>
                  <a:cubicBezTo>
                    <a:pt x="2375" y="1776"/>
                    <a:pt x="2376" y="1769"/>
                    <a:pt x="2374" y="1763"/>
                  </a:cubicBezTo>
                  <a:cubicBezTo>
                    <a:pt x="2391" y="1740"/>
                    <a:pt x="2414" y="1723"/>
                    <a:pt x="2436" y="1704"/>
                  </a:cubicBezTo>
                  <a:close/>
                  <a:moveTo>
                    <a:pt x="1433" y="1"/>
                  </a:moveTo>
                  <a:cubicBezTo>
                    <a:pt x="1312" y="1"/>
                    <a:pt x="1191" y="1"/>
                    <a:pt x="1070" y="3"/>
                  </a:cubicBezTo>
                  <a:cubicBezTo>
                    <a:pt x="954" y="4"/>
                    <a:pt x="836" y="6"/>
                    <a:pt x="721" y="8"/>
                  </a:cubicBezTo>
                  <a:cubicBezTo>
                    <a:pt x="702" y="8"/>
                    <a:pt x="682" y="8"/>
                    <a:pt x="663" y="8"/>
                  </a:cubicBezTo>
                  <a:cubicBezTo>
                    <a:pt x="648" y="8"/>
                    <a:pt x="633" y="8"/>
                    <a:pt x="618" y="8"/>
                  </a:cubicBezTo>
                  <a:cubicBezTo>
                    <a:pt x="529" y="8"/>
                    <a:pt x="440" y="9"/>
                    <a:pt x="353" y="19"/>
                  </a:cubicBezTo>
                  <a:cubicBezTo>
                    <a:pt x="353" y="12"/>
                    <a:pt x="347" y="9"/>
                    <a:pt x="341" y="9"/>
                  </a:cubicBezTo>
                  <a:cubicBezTo>
                    <a:pt x="335" y="9"/>
                    <a:pt x="330" y="13"/>
                    <a:pt x="330" y="20"/>
                  </a:cubicBezTo>
                  <a:cubicBezTo>
                    <a:pt x="329" y="192"/>
                    <a:pt x="334" y="363"/>
                    <a:pt x="337" y="535"/>
                  </a:cubicBezTo>
                  <a:lnTo>
                    <a:pt x="340" y="784"/>
                  </a:lnTo>
                  <a:cubicBezTo>
                    <a:pt x="342" y="857"/>
                    <a:pt x="335" y="936"/>
                    <a:pt x="348" y="1008"/>
                  </a:cubicBezTo>
                  <a:cubicBezTo>
                    <a:pt x="347" y="1009"/>
                    <a:pt x="345" y="1009"/>
                    <a:pt x="345" y="1011"/>
                  </a:cubicBezTo>
                  <a:cubicBezTo>
                    <a:pt x="273" y="1104"/>
                    <a:pt x="216" y="1207"/>
                    <a:pt x="159" y="1310"/>
                  </a:cubicBezTo>
                  <a:cubicBezTo>
                    <a:pt x="106" y="1403"/>
                    <a:pt x="43" y="1501"/>
                    <a:pt x="7" y="1603"/>
                  </a:cubicBezTo>
                  <a:cubicBezTo>
                    <a:pt x="6" y="1608"/>
                    <a:pt x="7" y="1611"/>
                    <a:pt x="10" y="1614"/>
                  </a:cubicBezTo>
                  <a:cubicBezTo>
                    <a:pt x="2" y="1651"/>
                    <a:pt x="0" y="1700"/>
                    <a:pt x="12" y="1732"/>
                  </a:cubicBezTo>
                  <a:cubicBezTo>
                    <a:pt x="15" y="1738"/>
                    <a:pt x="22" y="1741"/>
                    <a:pt x="27" y="1741"/>
                  </a:cubicBezTo>
                  <a:cubicBezTo>
                    <a:pt x="31" y="1741"/>
                    <a:pt x="34" y="1740"/>
                    <a:pt x="36" y="1737"/>
                  </a:cubicBezTo>
                  <a:cubicBezTo>
                    <a:pt x="119" y="1750"/>
                    <a:pt x="203" y="1753"/>
                    <a:pt x="288" y="1753"/>
                  </a:cubicBezTo>
                  <a:cubicBezTo>
                    <a:pt x="352" y="1753"/>
                    <a:pt x="416" y="1751"/>
                    <a:pt x="479" y="1751"/>
                  </a:cubicBezTo>
                  <a:cubicBezTo>
                    <a:pt x="492" y="1751"/>
                    <a:pt x="506" y="1751"/>
                    <a:pt x="519" y="1752"/>
                  </a:cubicBezTo>
                  <a:cubicBezTo>
                    <a:pt x="691" y="1753"/>
                    <a:pt x="864" y="1753"/>
                    <a:pt x="1035" y="1753"/>
                  </a:cubicBezTo>
                  <a:cubicBezTo>
                    <a:pt x="1378" y="1753"/>
                    <a:pt x="1721" y="1752"/>
                    <a:pt x="2066" y="1744"/>
                  </a:cubicBezTo>
                  <a:cubicBezTo>
                    <a:pt x="2067" y="1744"/>
                    <a:pt x="2069" y="1744"/>
                    <a:pt x="2071" y="1743"/>
                  </a:cubicBezTo>
                  <a:cubicBezTo>
                    <a:pt x="2073" y="1745"/>
                    <a:pt x="2075" y="1746"/>
                    <a:pt x="2077" y="1746"/>
                  </a:cubicBezTo>
                  <a:cubicBezTo>
                    <a:pt x="2081" y="1746"/>
                    <a:pt x="2085" y="1743"/>
                    <a:pt x="2086" y="1738"/>
                  </a:cubicBezTo>
                  <a:cubicBezTo>
                    <a:pt x="2095" y="1706"/>
                    <a:pt x="2094" y="1668"/>
                    <a:pt x="2090" y="1634"/>
                  </a:cubicBezTo>
                  <a:cubicBezTo>
                    <a:pt x="2089" y="1627"/>
                    <a:pt x="2084" y="1624"/>
                    <a:pt x="2079" y="1621"/>
                  </a:cubicBezTo>
                  <a:lnTo>
                    <a:pt x="2079" y="1620"/>
                  </a:lnTo>
                  <a:cubicBezTo>
                    <a:pt x="2077" y="1608"/>
                    <a:pt x="2076" y="1595"/>
                    <a:pt x="2073" y="1584"/>
                  </a:cubicBezTo>
                  <a:cubicBezTo>
                    <a:pt x="2072" y="1579"/>
                    <a:pt x="2071" y="1576"/>
                    <a:pt x="2067" y="1575"/>
                  </a:cubicBezTo>
                  <a:cubicBezTo>
                    <a:pt x="2067" y="1574"/>
                    <a:pt x="2067" y="1573"/>
                    <a:pt x="2066" y="1569"/>
                  </a:cubicBezTo>
                  <a:cubicBezTo>
                    <a:pt x="2007" y="1442"/>
                    <a:pt x="1960" y="1312"/>
                    <a:pt x="1916" y="1179"/>
                  </a:cubicBezTo>
                  <a:cubicBezTo>
                    <a:pt x="1945" y="1170"/>
                    <a:pt x="1975" y="1164"/>
                    <a:pt x="2006" y="1156"/>
                  </a:cubicBezTo>
                  <a:cubicBezTo>
                    <a:pt x="2009" y="1155"/>
                    <a:pt x="2013" y="1150"/>
                    <a:pt x="2013" y="1146"/>
                  </a:cubicBezTo>
                  <a:cubicBezTo>
                    <a:pt x="2013" y="1140"/>
                    <a:pt x="2013" y="1130"/>
                    <a:pt x="2012" y="1122"/>
                  </a:cubicBezTo>
                  <a:lnTo>
                    <a:pt x="2012" y="1122"/>
                  </a:lnTo>
                  <a:cubicBezTo>
                    <a:pt x="2171" y="1159"/>
                    <a:pt x="2229" y="1298"/>
                    <a:pt x="2199" y="1456"/>
                  </a:cubicBezTo>
                  <a:cubicBezTo>
                    <a:pt x="2185" y="1530"/>
                    <a:pt x="2151" y="1638"/>
                    <a:pt x="2236" y="1682"/>
                  </a:cubicBezTo>
                  <a:cubicBezTo>
                    <a:pt x="2116" y="1777"/>
                    <a:pt x="2289" y="2022"/>
                    <a:pt x="2440" y="2022"/>
                  </a:cubicBezTo>
                  <a:cubicBezTo>
                    <a:pt x="2468" y="2022"/>
                    <a:pt x="2494" y="2014"/>
                    <a:pt x="2518" y="1996"/>
                  </a:cubicBezTo>
                  <a:cubicBezTo>
                    <a:pt x="2690" y="1869"/>
                    <a:pt x="2499" y="1655"/>
                    <a:pt x="2327" y="1655"/>
                  </a:cubicBezTo>
                  <a:cubicBezTo>
                    <a:pt x="2301" y="1655"/>
                    <a:pt x="2274" y="1660"/>
                    <a:pt x="2250" y="1672"/>
                  </a:cubicBezTo>
                  <a:cubicBezTo>
                    <a:pt x="2250" y="1671"/>
                    <a:pt x="2248" y="1668"/>
                    <a:pt x="2247" y="1667"/>
                  </a:cubicBezTo>
                  <a:cubicBezTo>
                    <a:pt x="2184" y="1595"/>
                    <a:pt x="2217" y="1520"/>
                    <a:pt x="2230" y="1437"/>
                  </a:cubicBezTo>
                  <a:cubicBezTo>
                    <a:pt x="2238" y="1374"/>
                    <a:pt x="2235" y="1307"/>
                    <a:pt x="2210" y="1248"/>
                  </a:cubicBezTo>
                  <a:cubicBezTo>
                    <a:pt x="2179" y="1176"/>
                    <a:pt x="2109" y="1107"/>
                    <a:pt x="2028" y="1107"/>
                  </a:cubicBezTo>
                  <a:cubicBezTo>
                    <a:pt x="2021" y="1107"/>
                    <a:pt x="2014" y="1108"/>
                    <a:pt x="2007" y="1109"/>
                  </a:cubicBezTo>
                  <a:cubicBezTo>
                    <a:pt x="2003" y="1093"/>
                    <a:pt x="1995" y="1078"/>
                    <a:pt x="1979" y="1078"/>
                  </a:cubicBezTo>
                  <a:cubicBezTo>
                    <a:pt x="1960" y="1078"/>
                    <a:pt x="1938" y="1088"/>
                    <a:pt x="1920" y="1091"/>
                  </a:cubicBezTo>
                  <a:cubicBezTo>
                    <a:pt x="1914" y="1093"/>
                    <a:pt x="1899" y="1095"/>
                    <a:pt x="1895" y="1099"/>
                  </a:cubicBezTo>
                  <a:cubicBezTo>
                    <a:pt x="1895" y="1099"/>
                    <a:pt x="1893" y="1103"/>
                    <a:pt x="1892" y="1105"/>
                  </a:cubicBezTo>
                  <a:lnTo>
                    <a:pt x="1890" y="1106"/>
                  </a:lnTo>
                  <a:lnTo>
                    <a:pt x="1890" y="1108"/>
                  </a:lnTo>
                  <a:cubicBezTo>
                    <a:pt x="1877" y="1067"/>
                    <a:pt x="1863" y="1026"/>
                    <a:pt x="1849" y="985"/>
                  </a:cubicBezTo>
                  <a:cubicBezTo>
                    <a:pt x="1848" y="982"/>
                    <a:pt x="1847" y="981"/>
                    <a:pt x="1846" y="980"/>
                  </a:cubicBezTo>
                  <a:cubicBezTo>
                    <a:pt x="1841" y="660"/>
                    <a:pt x="1820" y="341"/>
                    <a:pt x="1816" y="19"/>
                  </a:cubicBezTo>
                  <a:cubicBezTo>
                    <a:pt x="1816" y="11"/>
                    <a:pt x="1810" y="6"/>
                    <a:pt x="1805" y="6"/>
                  </a:cubicBezTo>
                  <a:cubicBezTo>
                    <a:pt x="1802" y="4"/>
                    <a:pt x="1800" y="3"/>
                    <a:pt x="1796" y="3"/>
                  </a:cubicBezTo>
                  <a:cubicBezTo>
                    <a:pt x="1675" y="1"/>
                    <a:pt x="1554" y="1"/>
                    <a:pt x="14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5984" name="Google Shape;5984;p42"/>
          <p:cNvGrpSpPr/>
          <p:nvPr/>
        </p:nvGrpSpPr>
        <p:grpSpPr>
          <a:xfrm>
            <a:off x="3035181" y="4246289"/>
            <a:ext cx="1240592" cy="1240101"/>
            <a:chOff x="2222267" y="3215562"/>
            <a:chExt cx="937475" cy="937104"/>
          </a:xfrm>
        </p:grpSpPr>
        <p:grpSp>
          <p:nvGrpSpPr>
            <p:cNvPr id="5985" name="Google Shape;5985;p42"/>
            <p:cNvGrpSpPr/>
            <p:nvPr/>
          </p:nvGrpSpPr>
          <p:grpSpPr>
            <a:xfrm>
              <a:off x="2222267" y="3215562"/>
              <a:ext cx="937475" cy="937104"/>
              <a:chOff x="2821675" y="3314750"/>
              <a:chExt cx="546952" cy="546799"/>
            </a:xfrm>
          </p:grpSpPr>
          <p:sp>
            <p:nvSpPr>
              <p:cNvPr id="5986" name="Google Shape;5986;p42"/>
              <p:cNvSpPr/>
              <p:nvPr/>
            </p:nvSpPr>
            <p:spPr>
              <a:xfrm>
                <a:off x="2839080" y="3355200"/>
                <a:ext cx="511337" cy="465899"/>
              </a:xfrm>
              <a:custGeom>
                <a:avLst/>
                <a:gdLst/>
                <a:ahLst/>
                <a:cxnLst/>
                <a:rect l="l" t="t" r="r" b="b"/>
                <a:pathLst>
                  <a:path w="3173" h="2891" extrusionOk="0">
                    <a:moveTo>
                      <a:pt x="1587" y="0"/>
                    </a:moveTo>
                    <a:cubicBezTo>
                      <a:pt x="1217" y="0"/>
                      <a:pt x="847" y="141"/>
                      <a:pt x="564" y="424"/>
                    </a:cubicBezTo>
                    <a:cubicBezTo>
                      <a:pt x="1" y="989"/>
                      <a:pt x="1" y="1903"/>
                      <a:pt x="564" y="2468"/>
                    </a:cubicBezTo>
                    <a:cubicBezTo>
                      <a:pt x="847" y="2750"/>
                      <a:pt x="1217" y="2891"/>
                      <a:pt x="1587" y="2891"/>
                    </a:cubicBezTo>
                    <a:cubicBezTo>
                      <a:pt x="1957" y="2891"/>
                      <a:pt x="2326" y="2750"/>
                      <a:pt x="2609" y="2468"/>
                    </a:cubicBezTo>
                    <a:cubicBezTo>
                      <a:pt x="3173" y="1903"/>
                      <a:pt x="3173" y="989"/>
                      <a:pt x="2609" y="424"/>
                    </a:cubicBezTo>
                    <a:cubicBezTo>
                      <a:pt x="2326" y="141"/>
                      <a:pt x="1957" y="0"/>
                      <a:pt x="15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87" name="Google Shape;5987;p42"/>
              <p:cNvSpPr/>
              <p:nvPr/>
            </p:nvSpPr>
            <p:spPr>
              <a:xfrm>
                <a:off x="2821675" y="3314750"/>
                <a:ext cx="546952" cy="546799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3393" extrusionOk="0">
                    <a:moveTo>
                      <a:pt x="1763" y="2"/>
                    </a:moveTo>
                    <a:cubicBezTo>
                      <a:pt x="1753" y="2"/>
                      <a:pt x="1745" y="8"/>
                      <a:pt x="1745" y="18"/>
                    </a:cubicBezTo>
                    <a:cubicBezTo>
                      <a:pt x="1744" y="27"/>
                      <a:pt x="1751" y="36"/>
                      <a:pt x="1761" y="36"/>
                    </a:cubicBezTo>
                    <a:cubicBezTo>
                      <a:pt x="1809" y="39"/>
                      <a:pt x="1856" y="41"/>
                      <a:pt x="1902" y="48"/>
                    </a:cubicBezTo>
                    <a:lnTo>
                      <a:pt x="1904" y="48"/>
                    </a:lnTo>
                    <a:cubicBezTo>
                      <a:pt x="1914" y="48"/>
                      <a:pt x="1922" y="41"/>
                      <a:pt x="1922" y="32"/>
                    </a:cubicBezTo>
                    <a:cubicBezTo>
                      <a:pt x="1923" y="24"/>
                      <a:pt x="1917" y="15"/>
                      <a:pt x="1906" y="13"/>
                    </a:cubicBezTo>
                    <a:cubicBezTo>
                      <a:pt x="1858" y="8"/>
                      <a:pt x="1810" y="3"/>
                      <a:pt x="1763" y="2"/>
                    </a:cubicBezTo>
                    <a:close/>
                    <a:moveTo>
                      <a:pt x="1620" y="1"/>
                    </a:moveTo>
                    <a:cubicBezTo>
                      <a:pt x="1572" y="4"/>
                      <a:pt x="1524" y="7"/>
                      <a:pt x="1477" y="14"/>
                    </a:cubicBezTo>
                    <a:cubicBezTo>
                      <a:pt x="1466" y="15"/>
                      <a:pt x="1459" y="24"/>
                      <a:pt x="1461" y="34"/>
                    </a:cubicBezTo>
                    <a:cubicBezTo>
                      <a:pt x="1462" y="42"/>
                      <a:pt x="1470" y="50"/>
                      <a:pt x="1479" y="50"/>
                    </a:cubicBezTo>
                    <a:lnTo>
                      <a:pt x="1480" y="50"/>
                    </a:lnTo>
                    <a:cubicBezTo>
                      <a:pt x="1528" y="42"/>
                      <a:pt x="1575" y="39"/>
                      <a:pt x="1621" y="36"/>
                    </a:cubicBezTo>
                    <a:cubicBezTo>
                      <a:pt x="1630" y="35"/>
                      <a:pt x="1637" y="27"/>
                      <a:pt x="1637" y="17"/>
                    </a:cubicBezTo>
                    <a:cubicBezTo>
                      <a:pt x="1637" y="9"/>
                      <a:pt x="1631" y="1"/>
                      <a:pt x="1620" y="1"/>
                    </a:cubicBezTo>
                    <a:close/>
                    <a:moveTo>
                      <a:pt x="2046" y="36"/>
                    </a:moveTo>
                    <a:cubicBezTo>
                      <a:pt x="2037" y="36"/>
                      <a:pt x="2030" y="42"/>
                      <a:pt x="2027" y="51"/>
                    </a:cubicBezTo>
                    <a:cubicBezTo>
                      <a:pt x="2026" y="60"/>
                      <a:pt x="2032" y="68"/>
                      <a:pt x="2041" y="71"/>
                    </a:cubicBezTo>
                    <a:cubicBezTo>
                      <a:pt x="2088" y="80"/>
                      <a:pt x="2134" y="92"/>
                      <a:pt x="2179" y="106"/>
                    </a:cubicBezTo>
                    <a:cubicBezTo>
                      <a:pt x="2180" y="107"/>
                      <a:pt x="2183" y="107"/>
                      <a:pt x="2184" y="107"/>
                    </a:cubicBezTo>
                    <a:cubicBezTo>
                      <a:pt x="2191" y="107"/>
                      <a:pt x="2198" y="102"/>
                      <a:pt x="2199" y="94"/>
                    </a:cubicBezTo>
                    <a:cubicBezTo>
                      <a:pt x="2203" y="85"/>
                      <a:pt x="2196" y="75"/>
                      <a:pt x="2188" y="72"/>
                    </a:cubicBezTo>
                    <a:cubicBezTo>
                      <a:pt x="2141" y="58"/>
                      <a:pt x="2096" y="47"/>
                      <a:pt x="2048" y="36"/>
                    </a:cubicBezTo>
                    <a:cubicBezTo>
                      <a:pt x="2047" y="36"/>
                      <a:pt x="2046" y="36"/>
                      <a:pt x="2046" y="36"/>
                    </a:cubicBezTo>
                    <a:close/>
                    <a:moveTo>
                      <a:pt x="1338" y="37"/>
                    </a:moveTo>
                    <a:cubicBezTo>
                      <a:pt x="1337" y="37"/>
                      <a:pt x="1336" y="37"/>
                      <a:pt x="1334" y="37"/>
                    </a:cubicBezTo>
                    <a:cubicBezTo>
                      <a:pt x="1287" y="48"/>
                      <a:pt x="1239" y="61"/>
                      <a:pt x="1195" y="75"/>
                    </a:cubicBezTo>
                    <a:cubicBezTo>
                      <a:pt x="1186" y="77"/>
                      <a:pt x="1181" y="88"/>
                      <a:pt x="1183" y="97"/>
                    </a:cubicBezTo>
                    <a:cubicBezTo>
                      <a:pt x="1186" y="104"/>
                      <a:pt x="1192" y="109"/>
                      <a:pt x="1200" y="109"/>
                    </a:cubicBezTo>
                    <a:lnTo>
                      <a:pt x="1206" y="109"/>
                    </a:lnTo>
                    <a:cubicBezTo>
                      <a:pt x="1250" y="95"/>
                      <a:pt x="1296" y="83"/>
                      <a:pt x="1342" y="73"/>
                    </a:cubicBezTo>
                    <a:cubicBezTo>
                      <a:pt x="1352" y="71"/>
                      <a:pt x="1359" y="61"/>
                      <a:pt x="1356" y="52"/>
                    </a:cubicBezTo>
                    <a:cubicBezTo>
                      <a:pt x="1354" y="43"/>
                      <a:pt x="1346" y="37"/>
                      <a:pt x="1338" y="37"/>
                    </a:cubicBezTo>
                    <a:close/>
                    <a:moveTo>
                      <a:pt x="2319" y="118"/>
                    </a:moveTo>
                    <a:cubicBezTo>
                      <a:pt x="2312" y="118"/>
                      <a:pt x="2305" y="123"/>
                      <a:pt x="2301" y="129"/>
                    </a:cubicBezTo>
                    <a:cubicBezTo>
                      <a:pt x="2297" y="139"/>
                      <a:pt x="2302" y="149"/>
                      <a:pt x="2312" y="153"/>
                    </a:cubicBezTo>
                    <a:cubicBezTo>
                      <a:pt x="2355" y="169"/>
                      <a:pt x="2399" y="190"/>
                      <a:pt x="2441" y="210"/>
                    </a:cubicBezTo>
                    <a:cubicBezTo>
                      <a:pt x="2444" y="211"/>
                      <a:pt x="2446" y="211"/>
                      <a:pt x="2449" y="211"/>
                    </a:cubicBezTo>
                    <a:cubicBezTo>
                      <a:pt x="2455" y="211"/>
                      <a:pt x="2461" y="208"/>
                      <a:pt x="2464" y="203"/>
                    </a:cubicBezTo>
                    <a:cubicBezTo>
                      <a:pt x="2469" y="194"/>
                      <a:pt x="2465" y="183"/>
                      <a:pt x="2456" y="179"/>
                    </a:cubicBezTo>
                    <a:cubicBezTo>
                      <a:pt x="2413" y="157"/>
                      <a:pt x="2369" y="138"/>
                      <a:pt x="2324" y="119"/>
                    </a:cubicBezTo>
                    <a:cubicBezTo>
                      <a:pt x="2322" y="119"/>
                      <a:pt x="2321" y="118"/>
                      <a:pt x="2319" y="118"/>
                    </a:cubicBezTo>
                    <a:close/>
                    <a:moveTo>
                      <a:pt x="1066" y="121"/>
                    </a:moveTo>
                    <a:cubicBezTo>
                      <a:pt x="1064" y="121"/>
                      <a:pt x="1062" y="121"/>
                      <a:pt x="1059" y="122"/>
                    </a:cubicBezTo>
                    <a:cubicBezTo>
                      <a:pt x="1015" y="140"/>
                      <a:pt x="971" y="160"/>
                      <a:pt x="929" y="182"/>
                    </a:cubicBezTo>
                    <a:cubicBezTo>
                      <a:pt x="920" y="187"/>
                      <a:pt x="917" y="197"/>
                      <a:pt x="921" y="206"/>
                    </a:cubicBezTo>
                    <a:cubicBezTo>
                      <a:pt x="924" y="212"/>
                      <a:pt x="930" y="216"/>
                      <a:pt x="936" y="216"/>
                    </a:cubicBezTo>
                    <a:cubicBezTo>
                      <a:pt x="940" y="216"/>
                      <a:pt x="943" y="215"/>
                      <a:pt x="945" y="214"/>
                    </a:cubicBezTo>
                    <a:cubicBezTo>
                      <a:pt x="986" y="193"/>
                      <a:pt x="1029" y="173"/>
                      <a:pt x="1073" y="155"/>
                    </a:cubicBezTo>
                    <a:cubicBezTo>
                      <a:pt x="1081" y="152"/>
                      <a:pt x="1086" y="141"/>
                      <a:pt x="1083" y="133"/>
                    </a:cubicBezTo>
                    <a:cubicBezTo>
                      <a:pt x="1080" y="125"/>
                      <a:pt x="1073" y="121"/>
                      <a:pt x="1066" y="121"/>
                    </a:cubicBezTo>
                    <a:close/>
                    <a:moveTo>
                      <a:pt x="2573" y="245"/>
                    </a:moveTo>
                    <a:cubicBezTo>
                      <a:pt x="2567" y="245"/>
                      <a:pt x="2561" y="248"/>
                      <a:pt x="2557" y="254"/>
                    </a:cubicBezTo>
                    <a:cubicBezTo>
                      <a:pt x="2552" y="261"/>
                      <a:pt x="2554" y="273"/>
                      <a:pt x="2563" y="278"/>
                    </a:cubicBezTo>
                    <a:cubicBezTo>
                      <a:pt x="2603" y="302"/>
                      <a:pt x="2643" y="328"/>
                      <a:pt x="2680" y="357"/>
                    </a:cubicBezTo>
                    <a:cubicBezTo>
                      <a:pt x="2682" y="359"/>
                      <a:pt x="2686" y="360"/>
                      <a:pt x="2690" y="360"/>
                    </a:cubicBezTo>
                    <a:cubicBezTo>
                      <a:pt x="2696" y="360"/>
                      <a:pt x="2701" y="358"/>
                      <a:pt x="2703" y="353"/>
                    </a:cubicBezTo>
                    <a:cubicBezTo>
                      <a:pt x="2711" y="344"/>
                      <a:pt x="2708" y="334"/>
                      <a:pt x="2700" y="328"/>
                    </a:cubicBezTo>
                    <a:cubicBezTo>
                      <a:pt x="2662" y="299"/>
                      <a:pt x="2623" y="273"/>
                      <a:pt x="2582" y="247"/>
                    </a:cubicBezTo>
                    <a:cubicBezTo>
                      <a:pt x="2579" y="245"/>
                      <a:pt x="2576" y="245"/>
                      <a:pt x="2573" y="245"/>
                    </a:cubicBezTo>
                    <a:close/>
                    <a:moveTo>
                      <a:pt x="813" y="251"/>
                    </a:moveTo>
                    <a:cubicBezTo>
                      <a:pt x="809" y="251"/>
                      <a:pt x="806" y="252"/>
                      <a:pt x="803" y="254"/>
                    </a:cubicBezTo>
                    <a:cubicBezTo>
                      <a:pt x="763" y="278"/>
                      <a:pt x="723" y="306"/>
                      <a:pt x="685" y="334"/>
                    </a:cubicBezTo>
                    <a:cubicBezTo>
                      <a:pt x="677" y="339"/>
                      <a:pt x="675" y="351"/>
                      <a:pt x="681" y="359"/>
                    </a:cubicBezTo>
                    <a:cubicBezTo>
                      <a:pt x="685" y="364"/>
                      <a:pt x="690" y="367"/>
                      <a:pt x="695" y="367"/>
                    </a:cubicBezTo>
                    <a:cubicBezTo>
                      <a:pt x="699" y="367"/>
                      <a:pt x="702" y="365"/>
                      <a:pt x="706" y="363"/>
                    </a:cubicBezTo>
                    <a:cubicBezTo>
                      <a:pt x="743" y="334"/>
                      <a:pt x="783" y="307"/>
                      <a:pt x="823" y="283"/>
                    </a:cubicBezTo>
                    <a:cubicBezTo>
                      <a:pt x="830" y="278"/>
                      <a:pt x="833" y="267"/>
                      <a:pt x="828" y="259"/>
                    </a:cubicBezTo>
                    <a:cubicBezTo>
                      <a:pt x="825" y="254"/>
                      <a:pt x="819" y="251"/>
                      <a:pt x="813" y="251"/>
                    </a:cubicBezTo>
                    <a:close/>
                    <a:moveTo>
                      <a:pt x="2801" y="415"/>
                    </a:moveTo>
                    <a:cubicBezTo>
                      <a:pt x="2796" y="415"/>
                      <a:pt x="2792" y="416"/>
                      <a:pt x="2788" y="420"/>
                    </a:cubicBezTo>
                    <a:cubicBezTo>
                      <a:pt x="2782" y="427"/>
                      <a:pt x="2782" y="439"/>
                      <a:pt x="2789" y="446"/>
                    </a:cubicBezTo>
                    <a:cubicBezTo>
                      <a:pt x="2825" y="476"/>
                      <a:pt x="2860" y="510"/>
                      <a:pt x="2892" y="543"/>
                    </a:cubicBezTo>
                    <a:cubicBezTo>
                      <a:pt x="2896" y="547"/>
                      <a:pt x="2900" y="548"/>
                      <a:pt x="2905" y="548"/>
                    </a:cubicBezTo>
                    <a:cubicBezTo>
                      <a:pt x="2909" y="548"/>
                      <a:pt x="2914" y="547"/>
                      <a:pt x="2919" y="544"/>
                    </a:cubicBezTo>
                    <a:cubicBezTo>
                      <a:pt x="2926" y="537"/>
                      <a:pt x="2926" y="526"/>
                      <a:pt x="2919" y="518"/>
                    </a:cubicBezTo>
                    <a:cubicBezTo>
                      <a:pt x="2886" y="485"/>
                      <a:pt x="2850" y="451"/>
                      <a:pt x="2814" y="419"/>
                    </a:cubicBezTo>
                    <a:cubicBezTo>
                      <a:pt x="2810" y="416"/>
                      <a:pt x="2805" y="415"/>
                      <a:pt x="2801" y="415"/>
                    </a:cubicBezTo>
                    <a:close/>
                    <a:moveTo>
                      <a:pt x="586" y="421"/>
                    </a:moveTo>
                    <a:cubicBezTo>
                      <a:pt x="582" y="421"/>
                      <a:pt x="577" y="422"/>
                      <a:pt x="573" y="425"/>
                    </a:cubicBezTo>
                    <a:cubicBezTo>
                      <a:pt x="537" y="457"/>
                      <a:pt x="503" y="491"/>
                      <a:pt x="470" y="524"/>
                    </a:cubicBezTo>
                    <a:cubicBezTo>
                      <a:pt x="462" y="533"/>
                      <a:pt x="462" y="544"/>
                      <a:pt x="470" y="550"/>
                    </a:cubicBezTo>
                    <a:cubicBezTo>
                      <a:pt x="474" y="554"/>
                      <a:pt x="479" y="555"/>
                      <a:pt x="482" y="555"/>
                    </a:cubicBezTo>
                    <a:cubicBezTo>
                      <a:pt x="486" y="555"/>
                      <a:pt x="491" y="553"/>
                      <a:pt x="496" y="550"/>
                    </a:cubicBezTo>
                    <a:cubicBezTo>
                      <a:pt x="528" y="516"/>
                      <a:pt x="562" y="483"/>
                      <a:pt x="598" y="452"/>
                    </a:cubicBezTo>
                    <a:cubicBezTo>
                      <a:pt x="605" y="446"/>
                      <a:pt x="605" y="434"/>
                      <a:pt x="599" y="426"/>
                    </a:cubicBezTo>
                    <a:cubicBezTo>
                      <a:pt x="596" y="422"/>
                      <a:pt x="591" y="421"/>
                      <a:pt x="586" y="421"/>
                    </a:cubicBezTo>
                    <a:close/>
                    <a:moveTo>
                      <a:pt x="3000" y="618"/>
                    </a:moveTo>
                    <a:cubicBezTo>
                      <a:pt x="2996" y="618"/>
                      <a:pt x="2991" y="620"/>
                      <a:pt x="2988" y="623"/>
                    </a:cubicBezTo>
                    <a:cubicBezTo>
                      <a:pt x="2981" y="629"/>
                      <a:pt x="2979" y="640"/>
                      <a:pt x="2985" y="648"/>
                    </a:cubicBezTo>
                    <a:cubicBezTo>
                      <a:pt x="3015" y="684"/>
                      <a:pt x="3043" y="722"/>
                      <a:pt x="3070" y="761"/>
                    </a:cubicBezTo>
                    <a:cubicBezTo>
                      <a:pt x="3073" y="766"/>
                      <a:pt x="3079" y="768"/>
                      <a:pt x="3084" y="768"/>
                    </a:cubicBezTo>
                    <a:cubicBezTo>
                      <a:pt x="3088" y="768"/>
                      <a:pt x="3091" y="768"/>
                      <a:pt x="3094" y="764"/>
                    </a:cubicBezTo>
                    <a:cubicBezTo>
                      <a:pt x="3104" y="759"/>
                      <a:pt x="3105" y="747"/>
                      <a:pt x="3099" y="740"/>
                    </a:cubicBezTo>
                    <a:cubicBezTo>
                      <a:pt x="3073" y="700"/>
                      <a:pt x="3044" y="662"/>
                      <a:pt x="3014" y="625"/>
                    </a:cubicBezTo>
                    <a:cubicBezTo>
                      <a:pt x="3010" y="621"/>
                      <a:pt x="3005" y="618"/>
                      <a:pt x="3000" y="618"/>
                    </a:cubicBezTo>
                    <a:close/>
                    <a:moveTo>
                      <a:pt x="388" y="627"/>
                    </a:moveTo>
                    <a:cubicBezTo>
                      <a:pt x="383" y="627"/>
                      <a:pt x="377" y="629"/>
                      <a:pt x="374" y="634"/>
                    </a:cubicBezTo>
                    <a:cubicBezTo>
                      <a:pt x="343" y="672"/>
                      <a:pt x="315" y="711"/>
                      <a:pt x="288" y="751"/>
                    </a:cubicBezTo>
                    <a:cubicBezTo>
                      <a:pt x="283" y="758"/>
                      <a:pt x="286" y="769"/>
                      <a:pt x="293" y="774"/>
                    </a:cubicBezTo>
                    <a:cubicBezTo>
                      <a:pt x="297" y="776"/>
                      <a:pt x="300" y="777"/>
                      <a:pt x="303" y="777"/>
                    </a:cubicBezTo>
                    <a:cubicBezTo>
                      <a:pt x="310" y="777"/>
                      <a:pt x="315" y="774"/>
                      <a:pt x="318" y="771"/>
                    </a:cubicBezTo>
                    <a:cubicBezTo>
                      <a:pt x="344" y="732"/>
                      <a:pt x="373" y="694"/>
                      <a:pt x="402" y="656"/>
                    </a:cubicBezTo>
                    <a:cubicBezTo>
                      <a:pt x="408" y="649"/>
                      <a:pt x="407" y="638"/>
                      <a:pt x="399" y="631"/>
                    </a:cubicBezTo>
                    <a:cubicBezTo>
                      <a:pt x="396" y="628"/>
                      <a:pt x="392" y="627"/>
                      <a:pt x="388" y="627"/>
                    </a:cubicBezTo>
                    <a:close/>
                    <a:moveTo>
                      <a:pt x="3159" y="854"/>
                    </a:moveTo>
                    <a:cubicBezTo>
                      <a:pt x="3156" y="854"/>
                      <a:pt x="3153" y="854"/>
                      <a:pt x="3151" y="856"/>
                    </a:cubicBezTo>
                    <a:cubicBezTo>
                      <a:pt x="3142" y="861"/>
                      <a:pt x="3139" y="871"/>
                      <a:pt x="3144" y="880"/>
                    </a:cubicBezTo>
                    <a:cubicBezTo>
                      <a:pt x="3167" y="921"/>
                      <a:pt x="3188" y="963"/>
                      <a:pt x="3208" y="1005"/>
                    </a:cubicBezTo>
                    <a:cubicBezTo>
                      <a:pt x="3212" y="1012"/>
                      <a:pt x="3218" y="1016"/>
                      <a:pt x="3224" y="1016"/>
                    </a:cubicBezTo>
                    <a:cubicBezTo>
                      <a:pt x="3227" y="1016"/>
                      <a:pt x="3229" y="1016"/>
                      <a:pt x="3231" y="1013"/>
                    </a:cubicBezTo>
                    <a:cubicBezTo>
                      <a:pt x="3240" y="1009"/>
                      <a:pt x="3244" y="999"/>
                      <a:pt x="3240" y="990"/>
                    </a:cubicBezTo>
                    <a:cubicBezTo>
                      <a:pt x="3221" y="947"/>
                      <a:pt x="3198" y="903"/>
                      <a:pt x="3175" y="862"/>
                    </a:cubicBezTo>
                    <a:cubicBezTo>
                      <a:pt x="3172" y="857"/>
                      <a:pt x="3166" y="854"/>
                      <a:pt x="3159" y="854"/>
                    </a:cubicBezTo>
                    <a:close/>
                    <a:moveTo>
                      <a:pt x="228" y="864"/>
                    </a:moveTo>
                    <a:cubicBezTo>
                      <a:pt x="222" y="864"/>
                      <a:pt x="217" y="867"/>
                      <a:pt x="213" y="873"/>
                    </a:cubicBezTo>
                    <a:cubicBezTo>
                      <a:pt x="190" y="915"/>
                      <a:pt x="168" y="958"/>
                      <a:pt x="149" y="1002"/>
                    </a:cubicBezTo>
                    <a:cubicBezTo>
                      <a:pt x="145" y="1011"/>
                      <a:pt x="149" y="1022"/>
                      <a:pt x="158" y="1025"/>
                    </a:cubicBezTo>
                    <a:cubicBezTo>
                      <a:pt x="160" y="1027"/>
                      <a:pt x="163" y="1027"/>
                      <a:pt x="165" y="1027"/>
                    </a:cubicBezTo>
                    <a:cubicBezTo>
                      <a:pt x="172" y="1027"/>
                      <a:pt x="178" y="1022"/>
                      <a:pt x="180" y="1018"/>
                    </a:cubicBezTo>
                    <a:cubicBezTo>
                      <a:pt x="199" y="974"/>
                      <a:pt x="220" y="932"/>
                      <a:pt x="244" y="891"/>
                    </a:cubicBezTo>
                    <a:cubicBezTo>
                      <a:pt x="248" y="882"/>
                      <a:pt x="246" y="871"/>
                      <a:pt x="237" y="866"/>
                    </a:cubicBezTo>
                    <a:cubicBezTo>
                      <a:pt x="234" y="864"/>
                      <a:pt x="231" y="864"/>
                      <a:pt x="228" y="864"/>
                    </a:cubicBezTo>
                    <a:close/>
                    <a:moveTo>
                      <a:pt x="3278" y="1113"/>
                    </a:moveTo>
                    <a:cubicBezTo>
                      <a:pt x="3276" y="1113"/>
                      <a:pt x="3274" y="1114"/>
                      <a:pt x="3272" y="1115"/>
                    </a:cubicBezTo>
                    <a:cubicBezTo>
                      <a:pt x="3263" y="1118"/>
                      <a:pt x="3258" y="1129"/>
                      <a:pt x="3262" y="1137"/>
                    </a:cubicBezTo>
                    <a:cubicBezTo>
                      <a:pt x="3279" y="1181"/>
                      <a:pt x="3293" y="1227"/>
                      <a:pt x="3304" y="1271"/>
                    </a:cubicBezTo>
                    <a:cubicBezTo>
                      <a:pt x="3305" y="1280"/>
                      <a:pt x="3313" y="1285"/>
                      <a:pt x="3320" y="1285"/>
                    </a:cubicBezTo>
                    <a:cubicBezTo>
                      <a:pt x="3321" y="1285"/>
                      <a:pt x="3322" y="1284"/>
                      <a:pt x="3323" y="1284"/>
                    </a:cubicBezTo>
                    <a:cubicBezTo>
                      <a:pt x="3324" y="1284"/>
                      <a:pt x="3324" y="1284"/>
                      <a:pt x="3325" y="1285"/>
                    </a:cubicBezTo>
                    <a:cubicBezTo>
                      <a:pt x="3335" y="1283"/>
                      <a:pt x="3340" y="1271"/>
                      <a:pt x="3337" y="1263"/>
                    </a:cubicBezTo>
                    <a:cubicBezTo>
                      <a:pt x="3326" y="1215"/>
                      <a:pt x="3311" y="1169"/>
                      <a:pt x="3295" y="1125"/>
                    </a:cubicBezTo>
                    <a:cubicBezTo>
                      <a:pt x="3292" y="1118"/>
                      <a:pt x="3285" y="1113"/>
                      <a:pt x="3278" y="1113"/>
                    </a:cubicBezTo>
                    <a:close/>
                    <a:moveTo>
                      <a:pt x="114" y="1122"/>
                    </a:moveTo>
                    <a:cubicBezTo>
                      <a:pt x="106" y="1122"/>
                      <a:pt x="98" y="1126"/>
                      <a:pt x="96" y="1134"/>
                    </a:cubicBezTo>
                    <a:cubicBezTo>
                      <a:pt x="80" y="1180"/>
                      <a:pt x="66" y="1226"/>
                      <a:pt x="54" y="1272"/>
                    </a:cubicBezTo>
                    <a:cubicBezTo>
                      <a:pt x="51" y="1283"/>
                      <a:pt x="58" y="1291"/>
                      <a:pt x="67" y="1294"/>
                    </a:cubicBezTo>
                    <a:lnTo>
                      <a:pt x="71" y="1294"/>
                    </a:lnTo>
                    <a:cubicBezTo>
                      <a:pt x="80" y="1294"/>
                      <a:pt x="86" y="1289"/>
                      <a:pt x="90" y="1281"/>
                    </a:cubicBezTo>
                    <a:cubicBezTo>
                      <a:pt x="102" y="1235"/>
                      <a:pt x="116" y="1191"/>
                      <a:pt x="131" y="1145"/>
                    </a:cubicBezTo>
                    <a:cubicBezTo>
                      <a:pt x="133" y="1135"/>
                      <a:pt x="128" y="1126"/>
                      <a:pt x="119" y="1122"/>
                    </a:cubicBezTo>
                    <a:cubicBezTo>
                      <a:pt x="117" y="1122"/>
                      <a:pt x="116" y="1122"/>
                      <a:pt x="114" y="1122"/>
                    </a:cubicBezTo>
                    <a:close/>
                    <a:moveTo>
                      <a:pt x="3350" y="1388"/>
                    </a:moveTo>
                    <a:cubicBezTo>
                      <a:pt x="3349" y="1388"/>
                      <a:pt x="3348" y="1388"/>
                      <a:pt x="3347" y="1388"/>
                    </a:cubicBezTo>
                    <a:cubicBezTo>
                      <a:pt x="3339" y="1389"/>
                      <a:pt x="3332" y="1398"/>
                      <a:pt x="3334" y="1408"/>
                    </a:cubicBezTo>
                    <a:cubicBezTo>
                      <a:pt x="3341" y="1454"/>
                      <a:pt x="3347" y="1501"/>
                      <a:pt x="3351" y="1548"/>
                    </a:cubicBezTo>
                    <a:cubicBezTo>
                      <a:pt x="3352" y="1559"/>
                      <a:pt x="3360" y="1565"/>
                      <a:pt x="3370" y="1565"/>
                    </a:cubicBezTo>
                    <a:lnTo>
                      <a:pt x="3371" y="1565"/>
                    </a:lnTo>
                    <a:cubicBezTo>
                      <a:pt x="3381" y="1563"/>
                      <a:pt x="3388" y="1556"/>
                      <a:pt x="3387" y="1546"/>
                    </a:cubicBezTo>
                    <a:cubicBezTo>
                      <a:pt x="3382" y="1496"/>
                      <a:pt x="3376" y="1449"/>
                      <a:pt x="3368" y="1402"/>
                    </a:cubicBezTo>
                    <a:cubicBezTo>
                      <a:pt x="3367" y="1394"/>
                      <a:pt x="3359" y="1388"/>
                      <a:pt x="3350" y="1388"/>
                    </a:cubicBezTo>
                    <a:close/>
                    <a:moveTo>
                      <a:pt x="41" y="1398"/>
                    </a:moveTo>
                    <a:cubicBezTo>
                      <a:pt x="33" y="1398"/>
                      <a:pt x="25" y="1404"/>
                      <a:pt x="24" y="1413"/>
                    </a:cubicBezTo>
                    <a:cubicBezTo>
                      <a:pt x="16" y="1460"/>
                      <a:pt x="9" y="1509"/>
                      <a:pt x="5" y="1556"/>
                    </a:cubicBezTo>
                    <a:cubicBezTo>
                      <a:pt x="5" y="1566"/>
                      <a:pt x="11" y="1574"/>
                      <a:pt x="22" y="1575"/>
                    </a:cubicBezTo>
                    <a:lnTo>
                      <a:pt x="24" y="1575"/>
                    </a:lnTo>
                    <a:cubicBezTo>
                      <a:pt x="34" y="1575"/>
                      <a:pt x="41" y="1567"/>
                      <a:pt x="40" y="1559"/>
                    </a:cubicBezTo>
                    <a:cubicBezTo>
                      <a:pt x="44" y="1513"/>
                      <a:pt x="50" y="1465"/>
                      <a:pt x="58" y="1419"/>
                    </a:cubicBezTo>
                    <a:cubicBezTo>
                      <a:pt x="61" y="1408"/>
                      <a:pt x="54" y="1400"/>
                      <a:pt x="44" y="1398"/>
                    </a:cubicBezTo>
                    <a:cubicBezTo>
                      <a:pt x="43" y="1398"/>
                      <a:pt x="42" y="1398"/>
                      <a:pt x="41" y="1398"/>
                    </a:cubicBezTo>
                    <a:close/>
                    <a:moveTo>
                      <a:pt x="3376" y="1672"/>
                    </a:moveTo>
                    <a:cubicBezTo>
                      <a:pt x="3365" y="1672"/>
                      <a:pt x="3357" y="1680"/>
                      <a:pt x="3357" y="1690"/>
                    </a:cubicBezTo>
                    <a:lnTo>
                      <a:pt x="3357" y="1697"/>
                    </a:lnTo>
                    <a:cubicBezTo>
                      <a:pt x="3357" y="1744"/>
                      <a:pt x="3355" y="1791"/>
                      <a:pt x="3351" y="1837"/>
                    </a:cubicBezTo>
                    <a:cubicBezTo>
                      <a:pt x="3351" y="1847"/>
                      <a:pt x="3357" y="1856"/>
                      <a:pt x="3368" y="1857"/>
                    </a:cubicBezTo>
                    <a:lnTo>
                      <a:pt x="3370" y="1857"/>
                    </a:lnTo>
                    <a:cubicBezTo>
                      <a:pt x="3378" y="1857"/>
                      <a:pt x="3387" y="1848"/>
                      <a:pt x="3387" y="1841"/>
                    </a:cubicBezTo>
                    <a:cubicBezTo>
                      <a:pt x="3391" y="1794"/>
                      <a:pt x="3393" y="1745"/>
                      <a:pt x="3393" y="1697"/>
                    </a:cubicBezTo>
                    <a:lnTo>
                      <a:pt x="3393" y="1690"/>
                    </a:lnTo>
                    <a:cubicBezTo>
                      <a:pt x="3393" y="1680"/>
                      <a:pt x="3386" y="1672"/>
                      <a:pt x="3376" y="1672"/>
                    </a:cubicBezTo>
                    <a:close/>
                    <a:moveTo>
                      <a:pt x="19" y="1681"/>
                    </a:moveTo>
                    <a:cubicBezTo>
                      <a:pt x="8" y="1681"/>
                      <a:pt x="0" y="1689"/>
                      <a:pt x="0" y="1699"/>
                    </a:cubicBezTo>
                    <a:cubicBezTo>
                      <a:pt x="0" y="1746"/>
                      <a:pt x="3" y="1795"/>
                      <a:pt x="6" y="1842"/>
                    </a:cubicBezTo>
                    <a:cubicBezTo>
                      <a:pt x="8" y="1853"/>
                      <a:pt x="16" y="1859"/>
                      <a:pt x="25" y="1859"/>
                    </a:cubicBezTo>
                    <a:lnTo>
                      <a:pt x="26" y="1859"/>
                    </a:lnTo>
                    <a:cubicBezTo>
                      <a:pt x="36" y="1858"/>
                      <a:pt x="44" y="1850"/>
                      <a:pt x="42" y="1840"/>
                    </a:cubicBezTo>
                    <a:cubicBezTo>
                      <a:pt x="39" y="1794"/>
                      <a:pt x="36" y="1746"/>
                      <a:pt x="36" y="1699"/>
                    </a:cubicBezTo>
                    <a:cubicBezTo>
                      <a:pt x="36" y="1689"/>
                      <a:pt x="29" y="1681"/>
                      <a:pt x="19" y="1681"/>
                    </a:cubicBezTo>
                    <a:close/>
                    <a:moveTo>
                      <a:pt x="3350" y="1962"/>
                    </a:moveTo>
                    <a:cubicBezTo>
                      <a:pt x="3343" y="1962"/>
                      <a:pt x="3336" y="1968"/>
                      <a:pt x="3335" y="1976"/>
                    </a:cubicBezTo>
                    <a:cubicBezTo>
                      <a:pt x="3327" y="2022"/>
                      <a:pt x="3316" y="2068"/>
                      <a:pt x="3305" y="2114"/>
                    </a:cubicBezTo>
                    <a:cubicBezTo>
                      <a:pt x="3303" y="2125"/>
                      <a:pt x="3309" y="2134"/>
                      <a:pt x="3318" y="2137"/>
                    </a:cubicBezTo>
                    <a:lnTo>
                      <a:pt x="3321" y="2137"/>
                    </a:lnTo>
                    <a:cubicBezTo>
                      <a:pt x="3330" y="2137"/>
                      <a:pt x="3337" y="2132"/>
                      <a:pt x="3339" y="2124"/>
                    </a:cubicBezTo>
                    <a:cubicBezTo>
                      <a:pt x="3351" y="2078"/>
                      <a:pt x="3361" y="2031"/>
                      <a:pt x="3370" y="1983"/>
                    </a:cubicBezTo>
                    <a:cubicBezTo>
                      <a:pt x="3372" y="1973"/>
                      <a:pt x="3365" y="1964"/>
                      <a:pt x="3355" y="1963"/>
                    </a:cubicBezTo>
                    <a:cubicBezTo>
                      <a:pt x="3354" y="1962"/>
                      <a:pt x="3352" y="1962"/>
                      <a:pt x="3350" y="1962"/>
                    </a:cubicBezTo>
                    <a:close/>
                    <a:moveTo>
                      <a:pt x="43" y="1966"/>
                    </a:moveTo>
                    <a:cubicBezTo>
                      <a:pt x="42" y="1966"/>
                      <a:pt x="41" y="1966"/>
                      <a:pt x="40" y="1966"/>
                    </a:cubicBezTo>
                    <a:cubicBezTo>
                      <a:pt x="31" y="1968"/>
                      <a:pt x="25" y="1976"/>
                      <a:pt x="26" y="1987"/>
                    </a:cubicBezTo>
                    <a:cubicBezTo>
                      <a:pt x="35" y="2034"/>
                      <a:pt x="45" y="2082"/>
                      <a:pt x="57" y="2128"/>
                    </a:cubicBezTo>
                    <a:cubicBezTo>
                      <a:pt x="58" y="2135"/>
                      <a:pt x="66" y="2140"/>
                      <a:pt x="73" y="2140"/>
                    </a:cubicBezTo>
                    <a:cubicBezTo>
                      <a:pt x="74" y="2140"/>
                      <a:pt x="75" y="2140"/>
                      <a:pt x="76" y="2140"/>
                    </a:cubicBezTo>
                    <a:cubicBezTo>
                      <a:pt x="76" y="2140"/>
                      <a:pt x="77" y="2140"/>
                      <a:pt x="77" y="2140"/>
                    </a:cubicBezTo>
                    <a:cubicBezTo>
                      <a:pt x="86" y="2138"/>
                      <a:pt x="92" y="2128"/>
                      <a:pt x="90" y="2119"/>
                    </a:cubicBezTo>
                    <a:cubicBezTo>
                      <a:pt x="78" y="2072"/>
                      <a:pt x="68" y="2026"/>
                      <a:pt x="61" y="1980"/>
                    </a:cubicBezTo>
                    <a:cubicBezTo>
                      <a:pt x="60" y="1972"/>
                      <a:pt x="52" y="1966"/>
                      <a:pt x="43" y="1966"/>
                    </a:cubicBezTo>
                    <a:close/>
                    <a:moveTo>
                      <a:pt x="3279" y="2239"/>
                    </a:moveTo>
                    <a:cubicBezTo>
                      <a:pt x="3273" y="2239"/>
                      <a:pt x="3266" y="2244"/>
                      <a:pt x="3263" y="2251"/>
                    </a:cubicBezTo>
                    <a:cubicBezTo>
                      <a:pt x="3248" y="2294"/>
                      <a:pt x="3229" y="2339"/>
                      <a:pt x="3211" y="2380"/>
                    </a:cubicBezTo>
                    <a:cubicBezTo>
                      <a:pt x="3207" y="2390"/>
                      <a:pt x="3211" y="2400"/>
                      <a:pt x="3219" y="2404"/>
                    </a:cubicBezTo>
                    <a:cubicBezTo>
                      <a:pt x="3222" y="2405"/>
                      <a:pt x="3224" y="2405"/>
                      <a:pt x="3227" y="2405"/>
                    </a:cubicBezTo>
                    <a:cubicBezTo>
                      <a:pt x="3234" y="2405"/>
                      <a:pt x="3240" y="2401"/>
                      <a:pt x="3243" y="2396"/>
                    </a:cubicBezTo>
                    <a:cubicBezTo>
                      <a:pt x="3261" y="2354"/>
                      <a:pt x="3280" y="2308"/>
                      <a:pt x="3296" y="2263"/>
                    </a:cubicBezTo>
                    <a:cubicBezTo>
                      <a:pt x="3300" y="2253"/>
                      <a:pt x="3295" y="2244"/>
                      <a:pt x="3286" y="2240"/>
                    </a:cubicBezTo>
                    <a:cubicBezTo>
                      <a:pt x="3284" y="2239"/>
                      <a:pt x="3282" y="2239"/>
                      <a:pt x="3279" y="2239"/>
                    </a:cubicBezTo>
                    <a:close/>
                    <a:moveTo>
                      <a:pt x="114" y="2240"/>
                    </a:moveTo>
                    <a:cubicBezTo>
                      <a:pt x="112" y="2240"/>
                      <a:pt x="110" y="2240"/>
                      <a:pt x="108" y="2241"/>
                    </a:cubicBezTo>
                    <a:cubicBezTo>
                      <a:pt x="98" y="2245"/>
                      <a:pt x="93" y="2256"/>
                      <a:pt x="97" y="2264"/>
                    </a:cubicBezTo>
                    <a:cubicBezTo>
                      <a:pt x="113" y="2309"/>
                      <a:pt x="132" y="2354"/>
                      <a:pt x="152" y="2397"/>
                    </a:cubicBezTo>
                    <a:cubicBezTo>
                      <a:pt x="155" y="2404"/>
                      <a:pt x="162" y="2408"/>
                      <a:pt x="168" y="2408"/>
                    </a:cubicBezTo>
                    <a:cubicBezTo>
                      <a:pt x="170" y="2408"/>
                      <a:pt x="173" y="2408"/>
                      <a:pt x="174" y="2405"/>
                    </a:cubicBezTo>
                    <a:cubicBezTo>
                      <a:pt x="183" y="2401"/>
                      <a:pt x="186" y="2391"/>
                      <a:pt x="183" y="2381"/>
                    </a:cubicBezTo>
                    <a:cubicBezTo>
                      <a:pt x="164" y="2340"/>
                      <a:pt x="146" y="2295"/>
                      <a:pt x="130" y="2252"/>
                    </a:cubicBezTo>
                    <a:cubicBezTo>
                      <a:pt x="128" y="2245"/>
                      <a:pt x="121" y="2240"/>
                      <a:pt x="114" y="2240"/>
                    </a:cubicBezTo>
                    <a:close/>
                    <a:moveTo>
                      <a:pt x="3162" y="2497"/>
                    </a:moveTo>
                    <a:cubicBezTo>
                      <a:pt x="3156" y="2497"/>
                      <a:pt x="3150" y="2500"/>
                      <a:pt x="3147" y="2506"/>
                    </a:cubicBezTo>
                    <a:cubicBezTo>
                      <a:pt x="3124" y="2547"/>
                      <a:pt x="3099" y="2588"/>
                      <a:pt x="3073" y="2626"/>
                    </a:cubicBezTo>
                    <a:cubicBezTo>
                      <a:pt x="3068" y="2634"/>
                      <a:pt x="3070" y="2645"/>
                      <a:pt x="3078" y="2651"/>
                    </a:cubicBezTo>
                    <a:cubicBezTo>
                      <a:pt x="3081" y="2652"/>
                      <a:pt x="3084" y="2653"/>
                      <a:pt x="3088" y="2653"/>
                    </a:cubicBezTo>
                    <a:cubicBezTo>
                      <a:pt x="3094" y="2653"/>
                      <a:pt x="3099" y="2651"/>
                      <a:pt x="3102" y="2647"/>
                    </a:cubicBezTo>
                    <a:cubicBezTo>
                      <a:pt x="3129" y="2608"/>
                      <a:pt x="3155" y="2567"/>
                      <a:pt x="3177" y="2524"/>
                    </a:cubicBezTo>
                    <a:cubicBezTo>
                      <a:pt x="3182" y="2515"/>
                      <a:pt x="3180" y="2505"/>
                      <a:pt x="3171" y="2499"/>
                    </a:cubicBezTo>
                    <a:cubicBezTo>
                      <a:pt x="3168" y="2497"/>
                      <a:pt x="3165" y="2497"/>
                      <a:pt x="3162" y="2497"/>
                    </a:cubicBezTo>
                    <a:close/>
                    <a:moveTo>
                      <a:pt x="233" y="2499"/>
                    </a:moveTo>
                    <a:cubicBezTo>
                      <a:pt x="230" y="2499"/>
                      <a:pt x="227" y="2500"/>
                      <a:pt x="224" y="2501"/>
                    </a:cubicBezTo>
                    <a:cubicBezTo>
                      <a:pt x="216" y="2506"/>
                      <a:pt x="213" y="2517"/>
                      <a:pt x="218" y="2526"/>
                    </a:cubicBezTo>
                    <a:cubicBezTo>
                      <a:pt x="241" y="2568"/>
                      <a:pt x="266" y="2609"/>
                      <a:pt x="293" y="2649"/>
                    </a:cubicBezTo>
                    <a:cubicBezTo>
                      <a:pt x="296" y="2654"/>
                      <a:pt x="302" y="2656"/>
                      <a:pt x="307" y="2656"/>
                    </a:cubicBezTo>
                    <a:cubicBezTo>
                      <a:pt x="311" y="2656"/>
                      <a:pt x="315" y="2655"/>
                      <a:pt x="317" y="2652"/>
                    </a:cubicBezTo>
                    <a:cubicBezTo>
                      <a:pt x="327" y="2647"/>
                      <a:pt x="328" y="2635"/>
                      <a:pt x="323" y="2628"/>
                    </a:cubicBezTo>
                    <a:cubicBezTo>
                      <a:pt x="296" y="2588"/>
                      <a:pt x="271" y="2548"/>
                      <a:pt x="249" y="2507"/>
                    </a:cubicBezTo>
                    <a:cubicBezTo>
                      <a:pt x="245" y="2502"/>
                      <a:pt x="239" y="2499"/>
                      <a:pt x="233" y="2499"/>
                    </a:cubicBezTo>
                    <a:close/>
                    <a:moveTo>
                      <a:pt x="3003" y="2731"/>
                    </a:moveTo>
                    <a:cubicBezTo>
                      <a:pt x="2998" y="2731"/>
                      <a:pt x="2993" y="2733"/>
                      <a:pt x="2989" y="2738"/>
                    </a:cubicBezTo>
                    <a:cubicBezTo>
                      <a:pt x="2960" y="2774"/>
                      <a:pt x="2928" y="2809"/>
                      <a:pt x="2896" y="2844"/>
                    </a:cubicBezTo>
                    <a:cubicBezTo>
                      <a:pt x="2889" y="2851"/>
                      <a:pt x="2889" y="2863"/>
                      <a:pt x="2896" y="2870"/>
                    </a:cubicBezTo>
                    <a:cubicBezTo>
                      <a:pt x="2900" y="2874"/>
                      <a:pt x="2905" y="2875"/>
                      <a:pt x="2909" y="2875"/>
                    </a:cubicBezTo>
                    <a:cubicBezTo>
                      <a:pt x="2914" y="2875"/>
                      <a:pt x="2919" y="2874"/>
                      <a:pt x="2922" y="2870"/>
                    </a:cubicBezTo>
                    <a:cubicBezTo>
                      <a:pt x="2956" y="2834"/>
                      <a:pt x="2988" y="2798"/>
                      <a:pt x="3018" y="2761"/>
                    </a:cubicBezTo>
                    <a:cubicBezTo>
                      <a:pt x="3024" y="2753"/>
                      <a:pt x="3023" y="2742"/>
                      <a:pt x="3015" y="2736"/>
                    </a:cubicBezTo>
                    <a:cubicBezTo>
                      <a:pt x="3011" y="2732"/>
                      <a:pt x="3007" y="2731"/>
                      <a:pt x="3003" y="2731"/>
                    </a:cubicBezTo>
                    <a:close/>
                    <a:moveTo>
                      <a:pt x="393" y="2735"/>
                    </a:moveTo>
                    <a:cubicBezTo>
                      <a:pt x="389" y="2735"/>
                      <a:pt x="385" y="2736"/>
                      <a:pt x="382" y="2739"/>
                    </a:cubicBezTo>
                    <a:cubicBezTo>
                      <a:pt x="374" y="2745"/>
                      <a:pt x="373" y="2757"/>
                      <a:pt x="379" y="2764"/>
                    </a:cubicBezTo>
                    <a:cubicBezTo>
                      <a:pt x="408" y="2801"/>
                      <a:pt x="440" y="2838"/>
                      <a:pt x="474" y="2872"/>
                    </a:cubicBezTo>
                    <a:cubicBezTo>
                      <a:pt x="477" y="2876"/>
                      <a:pt x="481" y="2877"/>
                      <a:pt x="486" y="2877"/>
                    </a:cubicBezTo>
                    <a:cubicBezTo>
                      <a:pt x="491" y="2877"/>
                      <a:pt x="495" y="2876"/>
                      <a:pt x="501" y="2873"/>
                    </a:cubicBezTo>
                    <a:cubicBezTo>
                      <a:pt x="507" y="2865"/>
                      <a:pt x="507" y="2854"/>
                      <a:pt x="501" y="2847"/>
                    </a:cubicBezTo>
                    <a:cubicBezTo>
                      <a:pt x="467" y="2813"/>
                      <a:pt x="436" y="2777"/>
                      <a:pt x="407" y="2742"/>
                    </a:cubicBezTo>
                    <a:cubicBezTo>
                      <a:pt x="403" y="2737"/>
                      <a:pt x="398" y="2735"/>
                      <a:pt x="393" y="2735"/>
                    </a:cubicBezTo>
                    <a:close/>
                    <a:moveTo>
                      <a:pt x="2808" y="2938"/>
                    </a:moveTo>
                    <a:cubicBezTo>
                      <a:pt x="2803" y="2938"/>
                      <a:pt x="2798" y="2939"/>
                      <a:pt x="2795" y="2942"/>
                    </a:cubicBezTo>
                    <a:cubicBezTo>
                      <a:pt x="2759" y="2973"/>
                      <a:pt x="2723" y="3003"/>
                      <a:pt x="2685" y="3030"/>
                    </a:cubicBezTo>
                    <a:cubicBezTo>
                      <a:pt x="2677" y="3035"/>
                      <a:pt x="2675" y="3048"/>
                      <a:pt x="2681" y="3055"/>
                    </a:cubicBezTo>
                    <a:cubicBezTo>
                      <a:pt x="2685" y="3060"/>
                      <a:pt x="2690" y="3062"/>
                      <a:pt x="2695" y="3062"/>
                    </a:cubicBezTo>
                    <a:cubicBezTo>
                      <a:pt x="2699" y="3062"/>
                      <a:pt x="2702" y="3061"/>
                      <a:pt x="2708" y="3060"/>
                    </a:cubicBezTo>
                    <a:cubicBezTo>
                      <a:pt x="2746" y="3030"/>
                      <a:pt x="2783" y="3001"/>
                      <a:pt x="2819" y="2969"/>
                    </a:cubicBezTo>
                    <a:cubicBezTo>
                      <a:pt x="2827" y="2963"/>
                      <a:pt x="2827" y="2951"/>
                      <a:pt x="2820" y="2943"/>
                    </a:cubicBezTo>
                    <a:cubicBezTo>
                      <a:pt x="2817" y="2940"/>
                      <a:pt x="2812" y="2938"/>
                      <a:pt x="2808" y="2938"/>
                    </a:cubicBezTo>
                    <a:close/>
                    <a:moveTo>
                      <a:pt x="589" y="2939"/>
                    </a:moveTo>
                    <a:cubicBezTo>
                      <a:pt x="584" y="2939"/>
                      <a:pt x="580" y="2941"/>
                      <a:pt x="576" y="2945"/>
                    </a:cubicBezTo>
                    <a:cubicBezTo>
                      <a:pt x="569" y="2952"/>
                      <a:pt x="569" y="2964"/>
                      <a:pt x="577" y="2971"/>
                    </a:cubicBezTo>
                    <a:cubicBezTo>
                      <a:pt x="613" y="3003"/>
                      <a:pt x="651" y="3033"/>
                      <a:pt x="690" y="3061"/>
                    </a:cubicBezTo>
                    <a:cubicBezTo>
                      <a:pt x="692" y="3064"/>
                      <a:pt x="696" y="3065"/>
                      <a:pt x="700" y="3065"/>
                    </a:cubicBezTo>
                    <a:cubicBezTo>
                      <a:pt x="706" y="3065"/>
                      <a:pt x="711" y="3062"/>
                      <a:pt x="715" y="3056"/>
                    </a:cubicBezTo>
                    <a:cubicBezTo>
                      <a:pt x="721" y="3049"/>
                      <a:pt x="720" y="3038"/>
                      <a:pt x="711" y="3032"/>
                    </a:cubicBezTo>
                    <a:cubicBezTo>
                      <a:pt x="673" y="3004"/>
                      <a:pt x="636" y="2974"/>
                      <a:pt x="602" y="2943"/>
                    </a:cubicBezTo>
                    <a:cubicBezTo>
                      <a:pt x="598" y="2940"/>
                      <a:pt x="594" y="2939"/>
                      <a:pt x="589" y="2939"/>
                    </a:cubicBezTo>
                    <a:close/>
                    <a:moveTo>
                      <a:pt x="2578" y="3105"/>
                    </a:moveTo>
                    <a:cubicBezTo>
                      <a:pt x="2575" y="3105"/>
                      <a:pt x="2571" y="3106"/>
                      <a:pt x="2568" y="3108"/>
                    </a:cubicBezTo>
                    <a:cubicBezTo>
                      <a:pt x="2529" y="3133"/>
                      <a:pt x="2488" y="3156"/>
                      <a:pt x="2446" y="3178"/>
                    </a:cubicBezTo>
                    <a:cubicBezTo>
                      <a:pt x="2436" y="3183"/>
                      <a:pt x="2434" y="3193"/>
                      <a:pt x="2438" y="3202"/>
                    </a:cubicBezTo>
                    <a:cubicBezTo>
                      <a:pt x="2441" y="3208"/>
                      <a:pt x="2447" y="3212"/>
                      <a:pt x="2454" y="3212"/>
                    </a:cubicBezTo>
                    <a:cubicBezTo>
                      <a:pt x="2456" y="3212"/>
                      <a:pt x="2460" y="3212"/>
                      <a:pt x="2461" y="3209"/>
                    </a:cubicBezTo>
                    <a:cubicBezTo>
                      <a:pt x="2503" y="3188"/>
                      <a:pt x="2546" y="3164"/>
                      <a:pt x="2587" y="3139"/>
                    </a:cubicBezTo>
                    <a:cubicBezTo>
                      <a:pt x="2595" y="3134"/>
                      <a:pt x="2598" y="3123"/>
                      <a:pt x="2593" y="3115"/>
                    </a:cubicBezTo>
                    <a:cubicBezTo>
                      <a:pt x="2590" y="3109"/>
                      <a:pt x="2584" y="3105"/>
                      <a:pt x="2578" y="3105"/>
                    </a:cubicBezTo>
                    <a:close/>
                    <a:moveTo>
                      <a:pt x="819" y="3109"/>
                    </a:moveTo>
                    <a:cubicBezTo>
                      <a:pt x="813" y="3109"/>
                      <a:pt x="807" y="3112"/>
                      <a:pt x="803" y="3117"/>
                    </a:cubicBezTo>
                    <a:cubicBezTo>
                      <a:pt x="798" y="3125"/>
                      <a:pt x="801" y="3137"/>
                      <a:pt x="810" y="3142"/>
                    </a:cubicBezTo>
                    <a:cubicBezTo>
                      <a:pt x="851" y="3167"/>
                      <a:pt x="893" y="3191"/>
                      <a:pt x="935" y="3212"/>
                    </a:cubicBezTo>
                    <a:cubicBezTo>
                      <a:pt x="937" y="3213"/>
                      <a:pt x="941" y="3213"/>
                      <a:pt x="943" y="3213"/>
                    </a:cubicBezTo>
                    <a:cubicBezTo>
                      <a:pt x="950" y="3213"/>
                      <a:pt x="956" y="3211"/>
                      <a:pt x="958" y="3204"/>
                    </a:cubicBezTo>
                    <a:cubicBezTo>
                      <a:pt x="963" y="3196"/>
                      <a:pt x="960" y="3184"/>
                      <a:pt x="951" y="3181"/>
                    </a:cubicBezTo>
                    <a:cubicBezTo>
                      <a:pt x="910" y="3158"/>
                      <a:pt x="868" y="3136"/>
                      <a:pt x="828" y="3111"/>
                    </a:cubicBezTo>
                    <a:cubicBezTo>
                      <a:pt x="825" y="3109"/>
                      <a:pt x="822" y="3109"/>
                      <a:pt x="819" y="3109"/>
                    </a:cubicBezTo>
                    <a:close/>
                    <a:moveTo>
                      <a:pt x="2325" y="3235"/>
                    </a:moveTo>
                    <a:cubicBezTo>
                      <a:pt x="2323" y="3235"/>
                      <a:pt x="2320" y="3236"/>
                      <a:pt x="2318" y="3237"/>
                    </a:cubicBezTo>
                    <a:cubicBezTo>
                      <a:pt x="2275" y="3254"/>
                      <a:pt x="2230" y="3270"/>
                      <a:pt x="2185" y="3284"/>
                    </a:cubicBezTo>
                    <a:cubicBezTo>
                      <a:pt x="2176" y="3286"/>
                      <a:pt x="2170" y="3296"/>
                      <a:pt x="2173" y="3305"/>
                    </a:cubicBezTo>
                    <a:cubicBezTo>
                      <a:pt x="2176" y="3313"/>
                      <a:pt x="2183" y="3318"/>
                      <a:pt x="2190" y="3318"/>
                    </a:cubicBezTo>
                    <a:lnTo>
                      <a:pt x="2195" y="3319"/>
                    </a:lnTo>
                    <a:cubicBezTo>
                      <a:pt x="2241" y="3304"/>
                      <a:pt x="2286" y="3288"/>
                      <a:pt x="2331" y="3270"/>
                    </a:cubicBezTo>
                    <a:cubicBezTo>
                      <a:pt x="2339" y="3266"/>
                      <a:pt x="2344" y="3255"/>
                      <a:pt x="2341" y="3247"/>
                    </a:cubicBezTo>
                    <a:cubicBezTo>
                      <a:pt x="2338" y="3240"/>
                      <a:pt x="2332" y="3235"/>
                      <a:pt x="2325" y="3235"/>
                    </a:cubicBezTo>
                    <a:close/>
                    <a:moveTo>
                      <a:pt x="1073" y="3236"/>
                    </a:moveTo>
                    <a:cubicBezTo>
                      <a:pt x="1066" y="3236"/>
                      <a:pt x="1060" y="3241"/>
                      <a:pt x="1057" y="3248"/>
                    </a:cubicBezTo>
                    <a:cubicBezTo>
                      <a:pt x="1053" y="3257"/>
                      <a:pt x="1058" y="3268"/>
                      <a:pt x="1067" y="3271"/>
                    </a:cubicBezTo>
                    <a:cubicBezTo>
                      <a:pt x="1111" y="3289"/>
                      <a:pt x="1156" y="3304"/>
                      <a:pt x="1202" y="3319"/>
                    </a:cubicBezTo>
                    <a:cubicBezTo>
                      <a:pt x="1204" y="3320"/>
                      <a:pt x="1207" y="3320"/>
                      <a:pt x="1208" y="3320"/>
                    </a:cubicBezTo>
                    <a:cubicBezTo>
                      <a:pt x="1216" y="3320"/>
                      <a:pt x="1222" y="3315"/>
                      <a:pt x="1224" y="3306"/>
                    </a:cubicBezTo>
                    <a:cubicBezTo>
                      <a:pt x="1227" y="3298"/>
                      <a:pt x="1222" y="3287"/>
                      <a:pt x="1213" y="3285"/>
                    </a:cubicBezTo>
                    <a:cubicBezTo>
                      <a:pt x="1168" y="3271"/>
                      <a:pt x="1124" y="3255"/>
                      <a:pt x="1080" y="3238"/>
                    </a:cubicBezTo>
                    <a:cubicBezTo>
                      <a:pt x="1078" y="3237"/>
                      <a:pt x="1075" y="3236"/>
                      <a:pt x="1073" y="3236"/>
                    </a:cubicBezTo>
                    <a:close/>
                    <a:moveTo>
                      <a:pt x="2053" y="3318"/>
                    </a:moveTo>
                    <a:cubicBezTo>
                      <a:pt x="2051" y="3318"/>
                      <a:pt x="2049" y="3318"/>
                      <a:pt x="2048" y="3319"/>
                    </a:cubicBezTo>
                    <a:cubicBezTo>
                      <a:pt x="2002" y="3329"/>
                      <a:pt x="1955" y="3336"/>
                      <a:pt x="1908" y="3342"/>
                    </a:cubicBezTo>
                    <a:cubicBezTo>
                      <a:pt x="1898" y="3344"/>
                      <a:pt x="1892" y="3353"/>
                      <a:pt x="1893" y="3363"/>
                    </a:cubicBezTo>
                    <a:cubicBezTo>
                      <a:pt x="1894" y="3372"/>
                      <a:pt x="1902" y="3378"/>
                      <a:pt x="1912" y="3378"/>
                    </a:cubicBezTo>
                    <a:cubicBezTo>
                      <a:pt x="1913" y="3378"/>
                      <a:pt x="1914" y="3378"/>
                      <a:pt x="1914" y="3377"/>
                    </a:cubicBezTo>
                    <a:cubicBezTo>
                      <a:pt x="1961" y="3371"/>
                      <a:pt x="2010" y="3363"/>
                      <a:pt x="2056" y="3353"/>
                    </a:cubicBezTo>
                    <a:cubicBezTo>
                      <a:pt x="2066" y="3351"/>
                      <a:pt x="2072" y="3341"/>
                      <a:pt x="2070" y="3332"/>
                    </a:cubicBezTo>
                    <a:cubicBezTo>
                      <a:pt x="2068" y="3324"/>
                      <a:pt x="2061" y="3318"/>
                      <a:pt x="2053" y="3318"/>
                    </a:cubicBezTo>
                    <a:close/>
                    <a:moveTo>
                      <a:pt x="1346" y="3321"/>
                    </a:moveTo>
                    <a:cubicBezTo>
                      <a:pt x="1336" y="3321"/>
                      <a:pt x="1329" y="3327"/>
                      <a:pt x="1326" y="3335"/>
                    </a:cubicBezTo>
                    <a:cubicBezTo>
                      <a:pt x="1325" y="3343"/>
                      <a:pt x="1331" y="3353"/>
                      <a:pt x="1341" y="3356"/>
                    </a:cubicBezTo>
                    <a:cubicBezTo>
                      <a:pt x="1387" y="3366"/>
                      <a:pt x="1434" y="3373"/>
                      <a:pt x="1483" y="3380"/>
                    </a:cubicBezTo>
                    <a:lnTo>
                      <a:pt x="1485" y="3380"/>
                    </a:lnTo>
                    <a:cubicBezTo>
                      <a:pt x="1494" y="3380"/>
                      <a:pt x="1502" y="3372"/>
                      <a:pt x="1503" y="3365"/>
                    </a:cubicBezTo>
                    <a:cubicBezTo>
                      <a:pt x="1504" y="3355"/>
                      <a:pt x="1498" y="3345"/>
                      <a:pt x="1488" y="3344"/>
                    </a:cubicBezTo>
                    <a:cubicBezTo>
                      <a:pt x="1441" y="3339"/>
                      <a:pt x="1393" y="3331"/>
                      <a:pt x="1348" y="3321"/>
                    </a:cubicBezTo>
                    <a:cubicBezTo>
                      <a:pt x="1347" y="3321"/>
                      <a:pt x="1346" y="3321"/>
                      <a:pt x="1346" y="3321"/>
                    </a:cubicBezTo>
                    <a:close/>
                    <a:moveTo>
                      <a:pt x="1771" y="3357"/>
                    </a:moveTo>
                    <a:cubicBezTo>
                      <a:pt x="1770" y="3357"/>
                      <a:pt x="1770" y="3357"/>
                      <a:pt x="1769" y="3357"/>
                    </a:cubicBezTo>
                    <a:cubicBezTo>
                      <a:pt x="1748" y="3358"/>
                      <a:pt x="1724" y="3358"/>
                      <a:pt x="1702" y="3358"/>
                    </a:cubicBezTo>
                    <a:cubicBezTo>
                      <a:pt x="1676" y="3358"/>
                      <a:pt x="1653" y="3358"/>
                      <a:pt x="1628" y="3357"/>
                    </a:cubicBezTo>
                    <a:cubicBezTo>
                      <a:pt x="1618" y="3357"/>
                      <a:pt x="1611" y="3363"/>
                      <a:pt x="1611" y="3373"/>
                    </a:cubicBezTo>
                    <a:cubicBezTo>
                      <a:pt x="1610" y="3382"/>
                      <a:pt x="1617" y="3391"/>
                      <a:pt x="1627" y="3391"/>
                    </a:cubicBezTo>
                    <a:cubicBezTo>
                      <a:pt x="1652" y="3392"/>
                      <a:pt x="1677" y="3392"/>
                      <a:pt x="1702" y="3392"/>
                    </a:cubicBezTo>
                    <a:cubicBezTo>
                      <a:pt x="1724" y="3392"/>
                      <a:pt x="1748" y="3391"/>
                      <a:pt x="1770" y="3391"/>
                    </a:cubicBezTo>
                    <a:cubicBezTo>
                      <a:pt x="1780" y="3391"/>
                      <a:pt x="1787" y="3383"/>
                      <a:pt x="1787" y="3373"/>
                    </a:cubicBezTo>
                    <a:cubicBezTo>
                      <a:pt x="1787" y="3364"/>
                      <a:pt x="1779" y="3357"/>
                      <a:pt x="1771" y="33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88" name="Google Shape;5988;p42"/>
              <p:cNvSpPr/>
              <p:nvPr/>
            </p:nvSpPr>
            <p:spPr>
              <a:xfrm>
                <a:off x="2908053" y="3395811"/>
                <a:ext cx="169532" cy="131664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17" extrusionOk="0">
                    <a:moveTo>
                      <a:pt x="936" y="0"/>
                    </a:moveTo>
                    <a:cubicBezTo>
                      <a:pt x="930" y="0"/>
                      <a:pt x="923" y="1"/>
                      <a:pt x="917" y="2"/>
                    </a:cubicBezTo>
                    <a:cubicBezTo>
                      <a:pt x="176" y="137"/>
                      <a:pt x="23" y="660"/>
                      <a:pt x="17" y="682"/>
                    </a:cubicBezTo>
                    <a:cubicBezTo>
                      <a:pt x="0" y="738"/>
                      <a:pt x="33" y="796"/>
                      <a:pt x="89" y="812"/>
                    </a:cubicBezTo>
                    <a:cubicBezTo>
                      <a:pt x="100" y="815"/>
                      <a:pt x="109" y="816"/>
                      <a:pt x="119" y="816"/>
                    </a:cubicBezTo>
                    <a:cubicBezTo>
                      <a:pt x="165" y="816"/>
                      <a:pt x="209" y="786"/>
                      <a:pt x="221" y="740"/>
                    </a:cubicBezTo>
                    <a:cubicBezTo>
                      <a:pt x="227" y="723"/>
                      <a:pt x="351" y="321"/>
                      <a:pt x="956" y="212"/>
                    </a:cubicBezTo>
                    <a:cubicBezTo>
                      <a:pt x="1013" y="201"/>
                      <a:pt x="1051" y="145"/>
                      <a:pt x="1041" y="87"/>
                    </a:cubicBezTo>
                    <a:cubicBezTo>
                      <a:pt x="1032" y="36"/>
                      <a:pt x="986" y="0"/>
                      <a:pt x="936" y="0"/>
                    </a:cubicBezTo>
                    <a:close/>
                  </a:path>
                </a:pathLst>
              </a:custGeom>
              <a:solidFill>
                <a:srgbClr val="FAFFFF">
                  <a:alpha val="4667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</p:grpSp>
        <p:grpSp>
          <p:nvGrpSpPr>
            <p:cNvPr id="5989" name="Google Shape;5989;p42"/>
            <p:cNvGrpSpPr/>
            <p:nvPr/>
          </p:nvGrpSpPr>
          <p:grpSpPr>
            <a:xfrm>
              <a:off x="2494860" y="3481080"/>
              <a:ext cx="392166" cy="451613"/>
              <a:chOff x="3058736" y="4211281"/>
              <a:chExt cx="183375" cy="211192"/>
            </a:xfrm>
          </p:grpSpPr>
          <p:sp>
            <p:nvSpPr>
              <p:cNvPr id="5990" name="Google Shape;5990;p42"/>
              <p:cNvSpPr/>
              <p:nvPr/>
            </p:nvSpPr>
            <p:spPr>
              <a:xfrm>
                <a:off x="3078077" y="4248649"/>
                <a:ext cx="129413" cy="173825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456" extrusionOk="0">
                    <a:moveTo>
                      <a:pt x="308" y="475"/>
                    </a:moveTo>
                    <a:cubicBezTo>
                      <a:pt x="359" y="476"/>
                      <a:pt x="379" y="496"/>
                      <a:pt x="370" y="532"/>
                    </a:cubicBezTo>
                    <a:lnTo>
                      <a:pt x="370" y="535"/>
                    </a:lnTo>
                    <a:cubicBezTo>
                      <a:pt x="368" y="533"/>
                      <a:pt x="365" y="533"/>
                      <a:pt x="363" y="532"/>
                    </a:cubicBezTo>
                    <a:cubicBezTo>
                      <a:pt x="340" y="526"/>
                      <a:pt x="303" y="498"/>
                      <a:pt x="308" y="475"/>
                    </a:cubicBezTo>
                    <a:close/>
                    <a:moveTo>
                      <a:pt x="741" y="542"/>
                    </a:moveTo>
                    <a:cubicBezTo>
                      <a:pt x="775" y="568"/>
                      <a:pt x="775" y="585"/>
                      <a:pt x="741" y="590"/>
                    </a:cubicBezTo>
                    <a:cubicBezTo>
                      <a:pt x="731" y="597"/>
                      <a:pt x="721" y="601"/>
                      <a:pt x="711" y="601"/>
                    </a:cubicBezTo>
                    <a:cubicBezTo>
                      <a:pt x="708" y="601"/>
                      <a:pt x="705" y="601"/>
                      <a:pt x="701" y="600"/>
                    </a:cubicBezTo>
                    <a:cubicBezTo>
                      <a:pt x="697" y="601"/>
                      <a:pt x="692" y="601"/>
                      <a:pt x="687" y="601"/>
                    </a:cubicBezTo>
                    <a:cubicBezTo>
                      <a:pt x="682" y="601"/>
                      <a:pt x="677" y="601"/>
                      <a:pt x="672" y="600"/>
                    </a:cubicBezTo>
                    <a:cubicBezTo>
                      <a:pt x="693" y="578"/>
                      <a:pt x="717" y="559"/>
                      <a:pt x="741" y="542"/>
                    </a:cubicBezTo>
                    <a:close/>
                    <a:moveTo>
                      <a:pt x="389" y="567"/>
                    </a:moveTo>
                    <a:cubicBezTo>
                      <a:pt x="402" y="569"/>
                      <a:pt x="414" y="572"/>
                      <a:pt x="425" y="575"/>
                    </a:cubicBezTo>
                    <a:cubicBezTo>
                      <a:pt x="481" y="591"/>
                      <a:pt x="539" y="605"/>
                      <a:pt x="596" y="614"/>
                    </a:cubicBezTo>
                    <a:cubicBezTo>
                      <a:pt x="603" y="615"/>
                      <a:pt x="611" y="616"/>
                      <a:pt x="619" y="618"/>
                    </a:cubicBezTo>
                    <a:cubicBezTo>
                      <a:pt x="578" y="671"/>
                      <a:pt x="538" y="726"/>
                      <a:pt x="501" y="783"/>
                    </a:cubicBezTo>
                    <a:cubicBezTo>
                      <a:pt x="420" y="907"/>
                      <a:pt x="353" y="1038"/>
                      <a:pt x="301" y="1175"/>
                    </a:cubicBezTo>
                    <a:cubicBezTo>
                      <a:pt x="282" y="1167"/>
                      <a:pt x="263" y="1157"/>
                      <a:pt x="250" y="1149"/>
                    </a:cubicBezTo>
                    <a:cubicBezTo>
                      <a:pt x="231" y="1138"/>
                      <a:pt x="215" y="1129"/>
                      <a:pt x="200" y="1117"/>
                    </a:cubicBezTo>
                    <a:cubicBezTo>
                      <a:pt x="207" y="1109"/>
                      <a:pt x="215" y="1103"/>
                      <a:pt x="221" y="1094"/>
                    </a:cubicBezTo>
                    <a:cubicBezTo>
                      <a:pt x="226" y="1090"/>
                      <a:pt x="230" y="1084"/>
                      <a:pt x="232" y="1078"/>
                    </a:cubicBezTo>
                    <a:cubicBezTo>
                      <a:pt x="273" y="1023"/>
                      <a:pt x="297" y="943"/>
                      <a:pt x="318" y="884"/>
                    </a:cubicBezTo>
                    <a:cubicBezTo>
                      <a:pt x="345" y="802"/>
                      <a:pt x="364" y="717"/>
                      <a:pt x="378" y="630"/>
                    </a:cubicBezTo>
                    <a:cubicBezTo>
                      <a:pt x="380" y="612"/>
                      <a:pt x="385" y="590"/>
                      <a:pt x="389" y="567"/>
                    </a:cubicBezTo>
                    <a:close/>
                    <a:moveTo>
                      <a:pt x="518" y="24"/>
                    </a:moveTo>
                    <a:cubicBezTo>
                      <a:pt x="670" y="24"/>
                      <a:pt x="827" y="120"/>
                      <a:pt x="921" y="232"/>
                    </a:cubicBezTo>
                    <a:cubicBezTo>
                      <a:pt x="987" y="308"/>
                      <a:pt x="1026" y="405"/>
                      <a:pt x="1021" y="507"/>
                    </a:cubicBezTo>
                    <a:cubicBezTo>
                      <a:pt x="1018" y="622"/>
                      <a:pt x="949" y="711"/>
                      <a:pt x="857" y="777"/>
                    </a:cubicBezTo>
                    <a:cubicBezTo>
                      <a:pt x="695" y="891"/>
                      <a:pt x="447" y="953"/>
                      <a:pt x="404" y="1177"/>
                    </a:cubicBezTo>
                    <a:lnTo>
                      <a:pt x="404" y="1178"/>
                    </a:lnTo>
                    <a:cubicBezTo>
                      <a:pt x="391" y="1188"/>
                      <a:pt x="377" y="1191"/>
                      <a:pt x="363" y="1191"/>
                    </a:cubicBezTo>
                    <a:cubicBezTo>
                      <a:pt x="351" y="1191"/>
                      <a:pt x="339" y="1189"/>
                      <a:pt x="327" y="1185"/>
                    </a:cubicBezTo>
                    <a:cubicBezTo>
                      <a:pt x="374" y="1062"/>
                      <a:pt x="431" y="943"/>
                      <a:pt x="502" y="830"/>
                    </a:cubicBezTo>
                    <a:cubicBezTo>
                      <a:pt x="547" y="761"/>
                      <a:pt x="594" y="686"/>
                      <a:pt x="650" y="623"/>
                    </a:cubicBezTo>
                    <a:cubicBezTo>
                      <a:pt x="665" y="625"/>
                      <a:pt x="681" y="627"/>
                      <a:pt x="696" y="627"/>
                    </a:cubicBezTo>
                    <a:cubicBezTo>
                      <a:pt x="740" y="627"/>
                      <a:pt x="780" y="616"/>
                      <a:pt x="793" y="574"/>
                    </a:cubicBezTo>
                    <a:cubicBezTo>
                      <a:pt x="805" y="541"/>
                      <a:pt x="782" y="511"/>
                      <a:pt x="752" y="511"/>
                    </a:cubicBezTo>
                    <a:cubicBezTo>
                      <a:pt x="744" y="511"/>
                      <a:pt x="735" y="513"/>
                      <a:pt x="727" y="518"/>
                    </a:cubicBezTo>
                    <a:cubicBezTo>
                      <a:pt x="724" y="520"/>
                      <a:pt x="723" y="521"/>
                      <a:pt x="723" y="523"/>
                    </a:cubicBezTo>
                    <a:cubicBezTo>
                      <a:pt x="688" y="538"/>
                      <a:pt x="661" y="568"/>
                      <a:pt x="637" y="597"/>
                    </a:cubicBezTo>
                    <a:cubicBezTo>
                      <a:pt x="635" y="597"/>
                      <a:pt x="631" y="595"/>
                      <a:pt x="629" y="595"/>
                    </a:cubicBezTo>
                    <a:cubicBezTo>
                      <a:pt x="593" y="592"/>
                      <a:pt x="558" y="584"/>
                      <a:pt x="522" y="576"/>
                    </a:cubicBezTo>
                    <a:cubicBezTo>
                      <a:pt x="487" y="568"/>
                      <a:pt x="453" y="559"/>
                      <a:pt x="417" y="549"/>
                    </a:cubicBezTo>
                    <a:cubicBezTo>
                      <a:pt x="409" y="547"/>
                      <a:pt x="399" y="544"/>
                      <a:pt x="389" y="542"/>
                    </a:cubicBezTo>
                    <a:cubicBezTo>
                      <a:pt x="391" y="510"/>
                      <a:pt x="389" y="477"/>
                      <a:pt x="370" y="456"/>
                    </a:cubicBezTo>
                    <a:cubicBezTo>
                      <a:pt x="358" y="443"/>
                      <a:pt x="343" y="436"/>
                      <a:pt x="329" y="436"/>
                    </a:cubicBezTo>
                    <a:cubicBezTo>
                      <a:pt x="312" y="436"/>
                      <a:pt x="296" y="445"/>
                      <a:pt x="288" y="462"/>
                    </a:cubicBezTo>
                    <a:cubicBezTo>
                      <a:pt x="272" y="481"/>
                      <a:pt x="284" y="522"/>
                      <a:pt x="308" y="539"/>
                    </a:cubicBezTo>
                    <a:cubicBezTo>
                      <a:pt x="324" y="549"/>
                      <a:pt x="344" y="557"/>
                      <a:pt x="364" y="562"/>
                    </a:cubicBezTo>
                    <a:cubicBezTo>
                      <a:pt x="364" y="564"/>
                      <a:pt x="364" y="566"/>
                      <a:pt x="363" y="568"/>
                    </a:cubicBezTo>
                    <a:cubicBezTo>
                      <a:pt x="359" y="595"/>
                      <a:pt x="354" y="620"/>
                      <a:pt x="350" y="648"/>
                    </a:cubicBezTo>
                    <a:cubicBezTo>
                      <a:pt x="342" y="700"/>
                      <a:pt x="332" y="752"/>
                      <a:pt x="318" y="804"/>
                    </a:cubicBezTo>
                    <a:cubicBezTo>
                      <a:pt x="302" y="860"/>
                      <a:pt x="283" y="916"/>
                      <a:pt x="260" y="968"/>
                    </a:cubicBezTo>
                    <a:cubicBezTo>
                      <a:pt x="243" y="1004"/>
                      <a:pt x="220" y="1039"/>
                      <a:pt x="202" y="1076"/>
                    </a:cubicBezTo>
                    <a:cubicBezTo>
                      <a:pt x="201" y="1078"/>
                      <a:pt x="200" y="1079"/>
                      <a:pt x="200" y="1080"/>
                    </a:cubicBezTo>
                    <a:cubicBezTo>
                      <a:pt x="194" y="1089"/>
                      <a:pt x="189" y="1096"/>
                      <a:pt x="182" y="1105"/>
                    </a:cubicBezTo>
                    <a:lnTo>
                      <a:pt x="182" y="1106"/>
                    </a:lnTo>
                    <a:cubicBezTo>
                      <a:pt x="169" y="1096"/>
                      <a:pt x="158" y="1084"/>
                      <a:pt x="145" y="1071"/>
                    </a:cubicBezTo>
                    <a:cubicBezTo>
                      <a:pt x="156" y="1050"/>
                      <a:pt x="166" y="1029"/>
                      <a:pt x="176" y="1007"/>
                    </a:cubicBezTo>
                    <a:cubicBezTo>
                      <a:pt x="185" y="1011"/>
                      <a:pt x="192" y="1014"/>
                      <a:pt x="200" y="1017"/>
                    </a:cubicBezTo>
                    <a:cubicBezTo>
                      <a:pt x="200" y="1018"/>
                      <a:pt x="200" y="1018"/>
                      <a:pt x="200" y="1018"/>
                    </a:cubicBezTo>
                    <a:cubicBezTo>
                      <a:pt x="201" y="1018"/>
                      <a:pt x="202" y="1014"/>
                      <a:pt x="201" y="1014"/>
                    </a:cubicBezTo>
                    <a:cubicBezTo>
                      <a:pt x="194" y="1011"/>
                      <a:pt x="186" y="1007"/>
                      <a:pt x="178" y="1004"/>
                    </a:cubicBezTo>
                    <a:cubicBezTo>
                      <a:pt x="182" y="994"/>
                      <a:pt x="186" y="984"/>
                      <a:pt x="190" y="972"/>
                    </a:cubicBezTo>
                    <a:cubicBezTo>
                      <a:pt x="197" y="975"/>
                      <a:pt x="205" y="981"/>
                      <a:pt x="211" y="984"/>
                    </a:cubicBezTo>
                    <a:cubicBezTo>
                      <a:pt x="211" y="984"/>
                      <a:pt x="212" y="984"/>
                      <a:pt x="212" y="984"/>
                    </a:cubicBezTo>
                    <a:cubicBezTo>
                      <a:pt x="213" y="984"/>
                      <a:pt x="214" y="982"/>
                      <a:pt x="212" y="982"/>
                    </a:cubicBezTo>
                    <a:cubicBezTo>
                      <a:pt x="206" y="976"/>
                      <a:pt x="199" y="971"/>
                      <a:pt x="190" y="968"/>
                    </a:cubicBezTo>
                    <a:cubicBezTo>
                      <a:pt x="195" y="953"/>
                      <a:pt x="200" y="938"/>
                      <a:pt x="204" y="921"/>
                    </a:cubicBezTo>
                    <a:cubicBezTo>
                      <a:pt x="211" y="925"/>
                      <a:pt x="217" y="929"/>
                      <a:pt x="226" y="931"/>
                    </a:cubicBezTo>
                    <a:cubicBezTo>
                      <a:pt x="227" y="931"/>
                      <a:pt x="227" y="930"/>
                      <a:pt x="227" y="930"/>
                    </a:cubicBezTo>
                    <a:cubicBezTo>
                      <a:pt x="219" y="926"/>
                      <a:pt x="212" y="922"/>
                      <a:pt x="205" y="920"/>
                    </a:cubicBezTo>
                    <a:cubicBezTo>
                      <a:pt x="209" y="904"/>
                      <a:pt x="212" y="886"/>
                      <a:pt x="214" y="870"/>
                    </a:cubicBezTo>
                    <a:cubicBezTo>
                      <a:pt x="225" y="874"/>
                      <a:pt x="233" y="878"/>
                      <a:pt x="242" y="883"/>
                    </a:cubicBezTo>
                    <a:cubicBezTo>
                      <a:pt x="242" y="884"/>
                      <a:pt x="242" y="884"/>
                      <a:pt x="242" y="884"/>
                    </a:cubicBezTo>
                    <a:cubicBezTo>
                      <a:pt x="243" y="884"/>
                      <a:pt x="245" y="881"/>
                      <a:pt x="243" y="880"/>
                    </a:cubicBezTo>
                    <a:cubicBezTo>
                      <a:pt x="235" y="875"/>
                      <a:pt x="225" y="870"/>
                      <a:pt x="214" y="868"/>
                    </a:cubicBezTo>
                    <a:cubicBezTo>
                      <a:pt x="215" y="854"/>
                      <a:pt x="216" y="839"/>
                      <a:pt x="216" y="824"/>
                    </a:cubicBezTo>
                    <a:lnTo>
                      <a:pt x="216" y="810"/>
                    </a:lnTo>
                    <a:cubicBezTo>
                      <a:pt x="227" y="815"/>
                      <a:pt x="237" y="819"/>
                      <a:pt x="247" y="824"/>
                    </a:cubicBezTo>
                    <a:cubicBezTo>
                      <a:pt x="247" y="824"/>
                      <a:pt x="247" y="824"/>
                      <a:pt x="248" y="824"/>
                    </a:cubicBezTo>
                    <a:cubicBezTo>
                      <a:pt x="249" y="824"/>
                      <a:pt x="250" y="823"/>
                      <a:pt x="248" y="822"/>
                    </a:cubicBezTo>
                    <a:cubicBezTo>
                      <a:pt x="238" y="815"/>
                      <a:pt x="228" y="810"/>
                      <a:pt x="216" y="807"/>
                    </a:cubicBezTo>
                    <a:cubicBezTo>
                      <a:pt x="215" y="788"/>
                      <a:pt x="214" y="771"/>
                      <a:pt x="210" y="752"/>
                    </a:cubicBezTo>
                    <a:lnTo>
                      <a:pt x="210" y="752"/>
                    </a:lnTo>
                    <a:cubicBezTo>
                      <a:pt x="220" y="758"/>
                      <a:pt x="231" y="763"/>
                      <a:pt x="241" y="767"/>
                    </a:cubicBezTo>
                    <a:cubicBezTo>
                      <a:pt x="241" y="767"/>
                      <a:pt x="241" y="767"/>
                      <a:pt x="242" y="767"/>
                    </a:cubicBezTo>
                    <a:cubicBezTo>
                      <a:pt x="243" y="767"/>
                      <a:pt x="245" y="764"/>
                      <a:pt x="242" y="764"/>
                    </a:cubicBezTo>
                    <a:cubicBezTo>
                      <a:pt x="232" y="759"/>
                      <a:pt x="220" y="753"/>
                      <a:pt x="209" y="748"/>
                    </a:cubicBezTo>
                    <a:cubicBezTo>
                      <a:pt x="205" y="730"/>
                      <a:pt x="201" y="710"/>
                      <a:pt x="196" y="692"/>
                    </a:cubicBezTo>
                    <a:lnTo>
                      <a:pt x="196" y="692"/>
                    </a:lnTo>
                    <a:lnTo>
                      <a:pt x="238" y="711"/>
                    </a:lnTo>
                    <a:cubicBezTo>
                      <a:pt x="238" y="712"/>
                      <a:pt x="239" y="712"/>
                      <a:pt x="239" y="712"/>
                    </a:cubicBezTo>
                    <a:cubicBezTo>
                      <a:pt x="240" y="712"/>
                      <a:pt x="241" y="710"/>
                      <a:pt x="240" y="709"/>
                    </a:cubicBezTo>
                    <a:cubicBezTo>
                      <a:pt x="226" y="700"/>
                      <a:pt x="210" y="694"/>
                      <a:pt x="196" y="689"/>
                    </a:cubicBezTo>
                    <a:cubicBezTo>
                      <a:pt x="191" y="669"/>
                      <a:pt x="185" y="648"/>
                      <a:pt x="180" y="628"/>
                    </a:cubicBezTo>
                    <a:lnTo>
                      <a:pt x="180" y="628"/>
                    </a:lnTo>
                    <a:cubicBezTo>
                      <a:pt x="200" y="639"/>
                      <a:pt x="221" y="650"/>
                      <a:pt x="242" y="661"/>
                    </a:cubicBezTo>
                    <a:cubicBezTo>
                      <a:pt x="242" y="662"/>
                      <a:pt x="242" y="662"/>
                      <a:pt x="243" y="662"/>
                    </a:cubicBezTo>
                    <a:cubicBezTo>
                      <a:pt x="244" y="662"/>
                      <a:pt x="245" y="660"/>
                      <a:pt x="243" y="659"/>
                    </a:cubicBezTo>
                    <a:cubicBezTo>
                      <a:pt x="221" y="646"/>
                      <a:pt x="200" y="635"/>
                      <a:pt x="178" y="623"/>
                    </a:cubicBezTo>
                    <a:cubicBezTo>
                      <a:pt x="174" y="608"/>
                      <a:pt x="170" y="594"/>
                      <a:pt x="168" y="578"/>
                    </a:cubicBezTo>
                    <a:lnTo>
                      <a:pt x="168" y="578"/>
                    </a:lnTo>
                    <a:cubicBezTo>
                      <a:pt x="186" y="588"/>
                      <a:pt x="202" y="595"/>
                      <a:pt x="220" y="603"/>
                    </a:cubicBezTo>
                    <a:cubicBezTo>
                      <a:pt x="221" y="603"/>
                      <a:pt x="221" y="603"/>
                      <a:pt x="221" y="603"/>
                    </a:cubicBezTo>
                    <a:cubicBezTo>
                      <a:pt x="222" y="603"/>
                      <a:pt x="222" y="600"/>
                      <a:pt x="221" y="600"/>
                    </a:cubicBezTo>
                    <a:cubicBezTo>
                      <a:pt x="204" y="592"/>
                      <a:pt x="185" y="584"/>
                      <a:pt x="166" y="574"/>
                    </a:cubicBezTo>
                    <a:cubicBezTo>
                      <a:pt x="166" y="572"/>
                      <a:pt x="165" y="569"/>
                      <a:pt x="165" y="566"/>
                    </a:cubicBezTo>
                    <a:cubicBezTo>
                      <a:pt x="163" y="548"/>
                      <a:pt x="160" y="528"/>
                      <a:pt x="159" y="510"/>
                    </a:cubicBezTo>
                    <a:lnTo>
                      <a:pt x="159" y="510"/>
                    </a:lnTo>
                    <a:cubicBezTo>
                      <a:pt x="173" y="517"/>
                      <a:pt x="187" y="525"/>
                      <a:pt x="202" y="532"/>
                    </a:cubicBezTo>
                    <a:cubicBezTo>
                      <a:pt x="202" y="533"/>
                      <a:pt x="203" y="533"/>
                      <a:pt x="203" y="533"/>
                    </a:cubicBezTo>
                    <a:cubicBezTo>
                      <a:pt x="205" y="533"/>
                      <a:pt x="206" y="530"/>
                      <a:pt x="204" y="530"/>
                    </a:cubicBezTo>
                    <a:cubicBezTo>
                      <a:pt x="189" y="522"/>
                      <a:pt x="174" y="513"/>
                      <a:pt x="159" y="506"/>
                    </a:cubicBezTo>
                    <a:cubicBezTo>
                      <a:pt x="158" y="489"/>
                      <a:pt x="158" y="472"/>
                      <a:pt x="158" y="457"/>
                    </a:cubicBezTo>
                    <a:lnTo>
                      <a:pt x="158" y="457"/>
                    </a:lnTo>
                    <a:cubicBezTo>
                      <a:pt x="175" y="466"/>
                      <a:pt x="195" y="475"/>
                      <a:pt x="214" y="482"/>
                    </a:cubicBezTo>
                    <a:cubicBezTo>
                      <a:pt x="215" y="482"/>
                      <a:pt x="216" y="481"/>
                      <a:pt x="215" y="480"/>
                    </a:cubicBezTo>
                    <a:cubicBezTo>
                      <a:pt x="196" y="471"/>
                      <a:pt x="178" y="462"/>
                      <a:pt x="159" y="454"/>
                    </a:cubicBezTo>
                    <a:cubicBezTo>
                      <a:pt x="159" y="434"/>
                      <a:pt x="160" y="414"/>
                      <a:pt x="163" y="394"/>
                    </a:cubicBezTo>
                    <a:cubicBezTo>
                      <a:pt x="182" y="403"/>
                      <a:pt x="201" y="414"/>
                      <a:pt x="220" y="421"/>
                    </a:cubicBezTo>
                    <a:cubicBezTo>
                      <a:pt x="221" y="421"/>
                      <a:pt x="221" y="421"/>
                      <a:pt x="222" y="421"/>
                    </a:cubicBezTo>
                    <a:cubicBezTo>
                      <a:pt x="223" y="421"/>
                      <a:pt x="224" y="419"/>
                      <a:pt x="221" y="418"/>
                    </a:cubicBezTo>
                    <a:cubicBezTo>
                      <a:pt x="202" y="409"/>
                      <a:pt x="182" y="399"/>
                      <a:pt x="163" y="390"/>
                    </a:cubicBezTo>
                    <a:cubicBezTo>
                      <a:pt x="165" y="373"/>
                      <a:pt x="168" y="354"/>
                      <a:pt x="171" y="337"/>
                    </a:cubicBezTo>
                    <a:cubicBezTo>
                      <a:pt x="190" y="346"/>
                      <a:pt x="207" y="353"/>
                      <a:pt x="226" y="362"/>
                    </a:cubicBezTo>
                    <a:cubicBezTo>
                      <a:pt x="226" y="362"/>
                      <a:pt x="226" y="362"/>
                      <a:pt x="226" y="362"/>
                    </a:cubicBezTo>
                    <a:cubicBezTo>
                      <a:pt x="228" y="362"/>
                      <a:pt x="229" y="358"/>
                      <a:pt x="227" y="358"/>
                    </a:cubicBezTo>
                    <a:cubicBezTo>
                      <a:pt x="209" y="349"/>
                      <a:pt x="191" y="342"/>
                      <a:pt x="173" y="333"/>
                    </a:cubicBezTo>
                    <a:cubicBezTo>
                      <a:pt x="178" y="312"/>
                      <a:pt x="184" y="292"/>
                      <a:pt x="191" y="273"/>
                    </a:cubicBezTo>
                    <a:cubicBezTo>
                      <a:pt x="215" y="283"/>
                      <a:pt x="241" y="295"/>
                      <a:pt x="263" y="306"/>
                    </a:cubicBezTo>
                    <a:cubicBezTo>
                      <a:pt x="264" y="306"/>
                      <a:pt x="264" y="306"/>
                      <a:pt x="264" y="306"/>
                    </a:cubicBezTo>
                    <a:cubicBezTo>
                      <a:pt x="267" y="306"/>
                      <a:pt x="268" y="303"/>
                      <a:pt x="266" y="302"/>
                    </a:cubicBezTo>
                    <a:cubicBezTo>
                      <a:pt x="242" y="290"/>
                      <a:pt x="217" y="278"/>
                      <a:pt x="192" y="269"/>
                    </a:cubicBezTo>
                    <a:cubicBezTo>
                      <a:pt x="199" y="251"/>
                      <a:pt x="206" y="234"/>
                      <a:pt x="216" y="216"/>
                    </a:cubicBezTo>
                    <a:cubicBezTo>
                      <a:pt x="236" y="224"/>
                      <a:pt x="255" y="232"/>
                      <a:pt x="274" y="239"/>
                    </a:cubicBezTo>
                    <a:cubicBezTo>
                      <a:pt x="274" y="239"/>
                      <a:pt x="274" y="239"/>
                      <a:pt x="275" y="239"/>
                    </a:cubicBezTo>
                    <a:cubicBezTo>
                      <a:pt x="277" y="239"/>
                      <a:pt x="278" y="236"/>
                      <a:pt x="276" y="235"/>
                    </a:cubicBezTo>
                    <a:cubicBezTo>
                      <a:pt x="256" y="226"/>
                      <a:pt x="237" y="220"/>
                      <a:pt x="217" y="213"/>
                    </a:cubicBezTo>
                    <a:cubicBezTo>
                      <a:pt x="228" y="194"/>
                      <a:pt x="240" y="174"/>
                      <a:pt x="253" y="158"/>
                    </a:cubicBezTo>
                    <a:cubicBezTo>
                      <a:pt x="277" y="169"/>
                      <a:pt x="298" y="179"/>
                      <a:pt x="322" y="190"/>
                    </a:cubicBezTo>
                    <a:cubicBezTo>
                      <a:pt x="322" y="190"/>
                      <a:pt x="322" y="190"/>
                      <a:pt x="323" y="190"/>
                    </a:cubicBezTo>
                    <a:cubicBezTo>
                      <a:pt x="324" y="190"/>
                      <a:pt x="325" y="187"/>
                      <a:pt x="323" y="186"/>
                    </a:cubicBezTo>
                    <a:cubicBezTo>
                      <a:pt x="301" y="174"/>
                      <a:pt x="278" y="165"/>
                      <a:pt x="255" y="154"/>
                    </a:cubicBezTo>
                    <a:cubicBezTo>
                      <a:pt x="266" y="138"/>
                      <a:pt x="279" y="124"/>
                      <a:pt x="293" y="112"/>
                    </a:cubicBezTo>
                    <a:lnTo>
                      <a:pt x="374" y="150"/>
                    </a:lnTo>
                    <a:cubicBezTo>
                      <a:pt x="374" y="150"/>
                      <a:pt x="375" y="150"/>
                      <a:pt x="375" y="150"/>
                    </a:cubicBezTo>
                    <a:cubicBezTo>
                      <a:pt x="377" y="150"/>
                      <a:pt x="378" y="148"/>
                      <a:pt x="375" y="147"/>
                    </a:cubicBezTo>
                    <a:cubicBezTo>
                      <a:pt x="348" y="133"/>
                      <a:pt x="323" y="122"/>
                      <a:pt x="296" y="109"/>
                    </a:cubicBezTo>
                    <a:cubicBezTo>
                      <a:pt x="314" y="93"/>
                      <a:pt x="333" y="80"/>
                      <a:pt x="354" y="67"/>
                    </a:cubicBezTo>
                    <a:cubicBezTo>
                      <a:pt x="376" y="77"/>
                      <a:pt x="398" y="87"/>
                      <a:pt x="421" y="98"/>
                    </a:cubicBezTo>
                    <a:cubicBezTo>
                      <a:pt x="421" y="98"/>
                      <a:pt x="422" y="98"/>
                      <a:pt x="422" y="98"/>
                    </a:cubicBezTo>
                    <a:cubicBezTo>
                      <a:pt x="425" y="98"/>
                      <a:pt x="426" y="95"/>
                      <a:pt x="424" y="93"/>
                    </a:cubicBezTo>
                    <a:cubicBezTo>
                      <a:pt x="404" y="83"/>
                      <a:pt x="381" y="73"/>
                      <a:pt x="361" y="65"/>
                    </a:cubicBezTo>
                    <a:cubicBezTo>
                      <a:pt x="366" y="62"/>
                      <a:pt x="370" y="60"/>
                      <a:pt x="375" y="57"/>
                    </a:cubicBezTo>
                    <a:cubicBezTo>
                      <a:pt x="389" y="49"/>
                      <a:pt x="405" y="44"/>
                      <a:pt x="420" y="39"/>
                    </a:cubicBezTo>
                    <a:cubicBezTo>
                      <a:pt x="448" y="47"/>
                      <a:pt x="473" y="60"/>
                      <a:pt x="501" y="72"/>
                    </a:cubicBezTo>
                    <a:cubicBezTo>
                      <a:pt x="501" y="72"/>
                      <a:pt x="501" y="72"/>
                      <a:pt x="502" y="72"/>
                    </a:cubicBezTo>
                    <a:cubicBezTo>
                      <a:pt x="503" y="72"/>
                      <a:pt x="504" y="70"/>
                      <a:pt x="502" y="68"/>
                    </a:cubicBezTo>
                    <a:cubicBezTo>
                      <a:pt x="477" y="56"/>
                      <a:pt x="452" y="45"/>
                      <a:pt x="426" y="36"/>
                    </a:cubicBezTo>
                    <a:cubicBezTo>
                      <a:pt x="451" y="29"/>
                      <a:pt x="476" y="25"/>
                      <a:pt x="502" y="24"/>
                    </a:cubicBezTo>
                    <a:cubicBezTo>
                      <a:pt x="533" y="37"/>
                      <a:pt x="562" y="52"/>
                      <a:pt x="591" y="68"/>
                    </a:cubicBezTo>
                    <a:cubicBezTo>
                      <a:pt x="591" y="68"/>
                      <a:pt x="592" y="68"/>
                      <a:pt x="592" y="68"/>
                    </a:cubicBezTo>
                    <a:cubicBezTo>
                      <a:pt x="595" y="68"/>
                      <a:pt x="596" y="65"/>
                      <a:pt x="594" y="63"/>
                    </a:cubicBezTo>
                    <a:cubicBezTo>
                      <a:pt x="568" y="47"/>
                      <a:pt x="542" y="35"/>
                      <a:pt x="513" y="24"/>
                    </a:cubicBezTo>
                    <a:cubicBezTo>
                      <a:pt x="515" y="24"/>
                      <a:pt x="516" y="24"/>
                      <a:pt x="518" y="24"/>
                    </a:cubicBezTo>
                    <a:close/>
                    <a:moveTo>
                      <a:pt x="132" y="1062"/>
                    </a:moveTo>
                    <a:cubicBezTo>
                      <a:pt x="130" y="1063"/>
                      <a:pt x="130" y="1066"/>
                      <a:pt x="129" y="1068"/>
                    </a:cubicBezTo>
                    <a:cubicBezTo>
                      <a:pt x="126" y="1069"/>
                      <a:pt x="124" y="1070"/>
                      <a:pt x="124" y="1074"/>
                    </a:cubicBezTo>
                    <a:cubicBezTo>
                      <a:pt x="124" y="1083"/>
                      <a:pt x="132" y="1091"/>
                      <a:pt x="138" y="1098"/>
                    </a:cubicBezTo>
                    <a:cubicBezTo>
                      <a:pt x="143" y="1104"/>
                      <a:pt x="150" y="1112"/>
                      <a:pt x="159" y="1116"/>
                    </a:cubicBezTo>
                    <a:cubicBezTo>
                      <a:pt x="189" y="1150"/>
                      <a:pt x="245" y="1173"/>
                      <a:pt x="276" y="1187"/>
                    </a:cubicBezTo>
                    <a:cubicBezTo>
                      <a:pt x="283" y="1191"/>
                      <a:pt x="292" y="1195"/>
                      <a:pt x="302" y="1199"/>
                    </a:cubicBezTo>
                    <a:cubicBezTo>
                      <a:pt x="304" y="1202"/>
                      <a:pt x="308" y="1203"/>
                      <a:pt x="312" y="1203"/>
                    </a:cubicBezTo>
                    <a:cubicBezTo>
                      <a:pt x="329" y="1209"/>
                      <a:pt x="349" y="1215"/>
                      <a:pt x="367" y="1215"/>
                    </a:cubicBezTo>
                    <a:cubicBezTo>
                      <a:pt x="388" y="1215"/>
                      <a:pt x="407" y="1208"/>
                      <a:pt x="419" y="1190"/>
                    </a:cubicBezTo>
                    <a:lnTo>
                      <a:pt x="419" y="1190"/>
                    </a:lnTo>
                    <a:cubicBezTo>
                      <a:pt x="429" y="1233"/>
                      <a:pt x="382" y="1262"/>
                      <a:pt x="339" y="1262"/>
                    </a:cubicBezTo>
                    <a:cubicBezTo>
                      <a:pt x="338" y="1262"/>
                      <a:pt x="336" y="1262"/>
                      <a:pt x="335" y="1262"/>
                    </a:cubicBezTo>
                    <a:cubicBezTo>
                      <a:pt x="303" y="1260"/>
                      <a:pt x="273" y="1248"/>
                      <a:pt x="243" y="1234"/>
                    </a:cubicBezTo>
                    <a:cubicBezTo>
                      <a:pt x="196" y="1214"/>
                      <a:pt x="133" y="1183"/>
                      <a:pt x="104" y="1136"/>
                    </a:cubicBezTo>
                    <a:lnTo>
                      <a:pt x="104" y="1135"/>
                    </a:lnTo>
                    <a:cubicBezTo>
                      <a:pt x="100" y="1119"/>
                      <a:pt x="89" y="1105"/>
                      <a:pt x="99" y="1086"/>
                    </a:cubicBezTo>
                    <a:cubicBezTo>
                      <a:pt x="105" y="1073"/>
                      <a:pt x="119" y="1068"/>
                      <a:pt x="132" y="1062"/>
                    </a:cubicBezTo>
                    <a:close/>
                    <a:moveTo>
                      <a:pt x="78" y="1125"/>
                    </a:moveTo>
                    <a:lnTo>
                      <a:pt x="78" y="1125"/>
                    </a:lnTo>
                    <a:cubicBezTo>
                      <a:pt x="79" y="1130"/>
                      <a:pt x="83" y="1134"/>
                      <a:pt x="86" y="1137"/>
                    </a:cubicBezTo>
                    <a:cubicBezTo>
                      <a:pt x="108" y="1213"/>
                      <a:pt x="240" y="1264"/>
                      <a:pt x="301" y="1279"/>
                    </a:cubicBezTo>
                    <a:cubicBezTo>
                      <a:pt x="311" y="1282"/>
                      <a:pt x="322" y="1283"/>
                      <a:pt x="333" y="1283"/>
                    </a:cubicBezTo>
                    <a:cubicBezTo>
                      <a:pt x="352" y="1283"/>
                      <a:pt x="371" y="1280"/>
                      <a:pt x="387" y="1273"/>
                    </a:cubicBezTo>
                    <a:lnTo>
                      <a:pt x="387" y="1273"/>
                    </a:lnTo>
                    <a:cubicBezTo>
                      <a:pt x="377" y="1312"/>
                      <a:pt x="347" y="1328"/>
                      <a:pt x="309" y="1328"/>
                    </a:cubicBezTo>
                    <a:cubicBezTo>
                      <a:pt x="197" y="1328"/>
                      <a:pt x="18" y="1195"/>
                      <a:pt x="78" y="1125"/>
                    </a:cubicBezTo>
                    <a:close/>
                    <a:moveTo>
                      <a:pt x="43" y="1192"/>
                    </a:moveTo>
                    <a:lnTo>
                      <a:pt x="43" y="1192"/>
                    </a:lnTo>
                    <a:cubicBezTo>
                      <a:pt x="61" y="1236"/>
                      <a:pt x="112" y="1270"/>
                      <a:pt x="148" y="1294"/>
                    </a:cubicBezTo>
                    <a:cubicBezTo>
                      <a:pt x="187" y="1317"/>
                      <a:pt x="260" y="1347"/>
                      <a:pt x="320" y="1347"/>
                    </a:cubicBezTo>
                    <a:cubicBezTo>
                      <a:pt x="340" y="1347"/>
                      <a:pt x="358" y="1343"/>
                      <a:pt x="374" y="1336"/>
                    </a:cubicBezTo>
                    <a:lnTo>
                      <a:pt x="374" y="1336"/>
                    </a:lnTo>
                    <a:cubicBezTo>
                      <a:pt x="360" y="1378"/>
                      <a:pt x="322" y="1392"/>
                      <a:pt x="281" y="1392"/>
                    </a:cubicBezTo>
                    <a:cubicBezTo>
                      <a:pt x="245" y="1392"/>
                      <a:pt x="207" y="1381"/>
                      <a:pt x="178" y="1367"/>
                    </a:cubicBezTo>
                    <a:cubicBezTo>
                      <a:pt x="117" y="1339"/>
                      <a:pt x="1" y="1273"/>
                      <a:pt x="43" y="1192"/>
                    </a:cubicBezTo>
                    <a:close/>
                    <a:moveTo>
                      <a:pt x="51" y="1303"/>
                    </a:moveTo>
                    <a:cubicBezTo>
                      <a:pt x="84" y="1340"/>
                      <a:pt x="133" y="1371"/>
                      <a:pt x="161" y="1386"/>
                    </a:cubicBezTo>
                    <a:cubicBezTo>
                      <a:pt x="195" y="1402"/>
                      <a:pt x="242" y="1415"/>
                      <a:pt x="286" y="1415"/>
                    </a:cubicBezTo>
                    <a:cubicBezTo>
                      <a:pt x="265" y="1424"/>
                      <a:pt x="244" y="1428"/>
                      <a:pt x="223" y="1428"/>
                    </a:cubicBezTo>
                    <a:cubicBezTo>
                      <a:pt x="198" y="1428"/>
                      <a:pt x="173" y="1422"/>
                      <a:pt x="148" y="1410"/>
                    </a:cubicBezTo>
                    <a:cubicBezTo>
                      <a:pt x="102" y="1387"/>
                      <a:pt x="67" y="1350"/>
                      <a:pt x="51" y="1303"/>
                    </a:cubicBezTo>
                    <a:close/>
                    <a:moveTo>
                      <a:pt x="522" y="0"/>
                    </a:moveTo>
                    <a:cubicBezTo>
                      <a:pt x="503" y="0"/>
                      <a:pt x="484" y="2"/>
                      <a:pt x="466" y="4"/>
                    </a:cubicBezTo>
                    <a:cubicBezTo>
                      <a:pt x="292" y="30"/>
                      <a:pt x="173" y="190"/>
                      <a:pt x="148" y="356"/>
                    </a:cubicBezTo>
                    <a:cubicBezTo>
                      <a:pt x="130" y="461"/>
                      <a:pt x="145" y="569"/>
                      <a:pt x="173" y="671"/>
                    </a:cubicBezTo>
                    <a:cubicBezTo>
                      <a:pt x="185" y="715"/>
                      <a:pt x="195" y="755"/>
                      <a:pt x="199" y="797"/>
                    </a:cubicBezTo>
                    <a:cubicBezTo>
                      <a:pt x="197" y="797"/>
                      <a:pt x="196" y="796"/>
                      <a:pt x="195" y="796"/>
                    </a:cubicBezTo>
                    <a:cubicBezTo>
                      <a:pt x="194" y="796"/>
                      <a:pt x="194" y="797"/>
                      <a:pt x="194" y="798"/>
                    </a:cubicBezTo>
                    <a:cubicBezTo>
                      <a:pt x="195" y="798"/>
                      <a:pt x="197" y="799"/>
                      <a:pt x="199" y="802"/>
                    </a:cubicBezTo>
                    <a:cubicBezTo>
                      <a:pt x="200" y="824"/>
                      <a:pt x="200" y="849"/>
                      <a:pt x="196" y="873"/>
                    </a:cubicBezTo>
                    <a:cubicBezTo>
                      <a:pt x="187" y="936"/>
                      <a:pt x="163" y="993"/>
                      <a:pt x="138" y="1050"/>
                    </a:cubicBezTo>
                    <a:cubicBezTo>
                      <a:pt x="133" y="1049"/>
                      <a:pt x="129" y="1048"/>
                      <a:pt x="125" y="1048"/>
                    </a:cubicBezTo>
                    <a:cubicBezTo>
                      <a:pt x="106" y="1048"/>
                      <a:pt x="88" y="1061"/>
                      <a:pt x="79" y="1076"/>
                    </a:cubicBezTo>
                    <a:cubicBezTo>
                      <a:pt x="74" y="1085"/>
                      <a:pt x="72" y="1098"/>
                      <a:pt x="73" y="1111"/>
                    </a:cubicBezTo>
                    <a:cubicBezTo>
                      <a:pt x="46" y="1120"/>
                      <a:pt x="35" y="1147"/>
                      <a:pt x="38" y="1177"/>
                    </a:cubicBezTo>
                    <a:cubicBezTo>
                      <a:pt x="0" y="1208"/>
                      <a:pt x="6" y="1245"/>
                      <a:pt x="28" y="1280"/>
                    </a:cubicBezTo>
                    <a:cubicBezTo>
                      <a:pt x="17" y="1377"/>
                      <a:pt x="129" y="1456"/>
                      <a:pt x="227" y="1456"/>
                    </a:cubicBezTo>
                    <a:cubicBezTo>
                      <a:pt x="269" y="1456"/>
                      <a:pt x="308" y="1442"/>
                      <a:pt x="335" y="1408"/>
                    </a:cubicBezTo>
                    <a:cubicBezTo>
                      <a:pt x="370" y="1396"/>
                      <a:pt x="395" y="1368"/>
                      <a:pt x="398" y="1319"/>
                    </a:cubicBezTo>
                    <a:lnTo>
                      <a:pt x="398" y="1316"/>
                    </a:lnTo>
                    <a:cubicBezTo>
                      <a:pt x="407" y="1305"/>
                      <a:pt x="412" y="1290"/>
                      <a:pt x="415" y="1269"/>
                    </a:cubicBezTo>
                    <a:cubicBezTo>
                      <a:pt x="415" y="1265"/>
                      <a:pt x="415" y="1263"/>
                      <a:pt x="413" y="1260"/>
                    </a:cubicBezTo>
                    <a:cubicBezTo>
                      <a:pt x="438" y="1241"/>
                      <a:pt x="452" y="1212"/>
                      <a:pt x="432" y="1171"/>
                    </a:cubicBezTo>
                    <a:cubicBezTo>
                      <a:pt x="431" y="1168"/>
                      <a:pt x="430" y="1167"/>
                      <a:pt x="429" y="1166"/>
                    </a:cubicBezTo>
                    <a:cubicBezTo>
                      <a:pt x="501" y="935"/>
                      <a:pt x="785" y="894"/>
                      <a:pt x="943" y="737"/>
                    </a:cubicBezTo>
                    <a:cubicBezTo>
                      <a:pt x="1084" y="598"/>
                      <a:pt x="1074" y="388"/>
                      <a:pt x="958" y="237"/>
                    </a:cubicBezTo>
                    <a:cubicBezTo>
                      <a:pt x="861" y="110"/>
                      <a:pt x="689" y="0"/>
                      <a:pt x="5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1" name="Google Shape;5991;p42"/>
              <p:cNvSpPr/>
              <p:nvPr/>
            </p:nvSpPr>
            <p:spPr>
              <a:xfrm>
                <a:off x="3065541" y="4249127"/>
                <a:ext cx="26623" cy="24593"/>
              </a:xfrm>
              <a:custGeom>
                <a:avLst/>
                <a:gdLst/>
                <a:ahLst/>
                <a:cxnLst/>
                <a:rect l="l" t="t" r="r" b="b"/>
                <a:pathLst>
                  <a:path w="223" h="206" extrusionOk="0">
                    <a:moveTo>
                      <a:pt x="58" y="32"/>
                    </a:moveTo>
                    <a:cubicBezTo>
                      <a:pt x="102" y="72"/>
                      <a:pt x="154" y="108"/>
                      <a:pt x="202" y="146"/>
                    </a:cubicBezTo>
                    <a:cubicBezTo>
                      <a:pt x="194" y="158"/>
                      <a:pt x="191" y="169"/>
                      <a:pt x="187" y="181"/>
                    </a:cubicBezTo>
                    <a:cubicBezTo>
                      <a:pt x="139" y="164"/>
                      <a:pt x="81" y="142"/>
                      <a:pt x="30" y="142"/>
                    </a:cubicBezTo>
                    <a:cubicBezTo>
                      <a:pt x="27" y="142"/>
                      <a:pt x="24" y="142"/>
                      <a:pt x="21" y="143"/>
                    </a:cubicBezTo>
                    <a:cubicBezTo>
                      <a:pt x="33" y="105"/>
                      <a:pt x="44" y="68"/>
                      <a:pt x="58" y="32"/>
                    </a:cubicBezTo>
                    <a:close/>
                    <a:moveTo>
                      <a:pt x="50" y="1"/>
                    </a:moveTo>
                    <a:cubicBezTo>
                      <a:pt x="44" y="1"/>
                      <a:pt x="39" y="6"/>
                      <a:pt x="39" y="12"/>
                    </a:cubicBezTo>
                    <a:cubicBezTo>
                      <a:pt x="20" y="54"/>
                      <a:pt x="4" y="98"/>
                      <a:pt x="0" y="145"/>
                    </a:cubicBezTo>
                    <a:cubicBezTo>
                      <a:pt x="0" y="150"/>
                      <a:pt x="6" y="155"/>
                      <a:pt x="12" y="155"/>
                    </a:cubicBezTo>
                    <a:cubicBezTo>
                      <a:pt x="12" y="155"/>
                      <a:pt x="13" y="155"/>
                      <a:pt x="13" y="155"/>
                    </a:cubicBezTo>
                    <a:cubicBezTo>
                      <a:pt x="38" y="166"/>
                      <a:pt x="65" y="169"/>
                      <a:pt x="90" y="175"/>
                    </a:cubicBezTo>
                    <a:cubicBezTo>
                      <a:pt x="125" y="185"/>
                      <a:pt x="158" y="193"/>
                      <a:pt x="189" y="205"/>
                    </a:cubicBezTo>
                    <a:cubicBezTo>
                      <a:pt x="191" y="206"/>
                      <a:pt x="193" y="206"/>
                      <a:pt x="195" y="206"/>
                    </a:cubicBezTo>
                    <a:cubicBezTo>
                      <a:pt x="200" y="206"/>
                      <a:pt x="204" y="203"/>
                      <a:pt x="207" y="197"/>
                    </a:cubicBezTo>
                    <a:cubicBezTo>
                      <a:pt x="209" y="182"/>
                      <a:pt x="214" y="169"/>
                      <a:pt x="220" y="155"/>
                    </a:cubicBezTo>
                    <a:lnTo>
                      <a:pt x="220" y="154"/>
                    </a:lnTo>
                    <a:cubicBezTo>
                      <a:pt x="222" y="153"/>
                      <a:pt x="222" y="150"/>
                      <a:pt x="220" y="148"/>
                    </a:cubicBezTo>
                    <a:cubicBezTo>
                      <a:pt x="220" y="146"/>
                      <a:pt x="219" y="145"/>
                      <a:pt x="218" y="144"/>
                    </a:cubicBezTo>
                    <a:cubicBezTo>
                      <a:pt x="182" y="83"/>
                      <a:pt x="113" y="39"/>
                      <a:pt x="56" y="3"/>
                    </a:cubicBezTo>
                    <a:cubicBezTo>
                      <a:pt x="54" y="1"/>
                      <a:pt x="52" y="1"/>
                      <a:pt x="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2" name="Google Shape;5992;p42"/>
              <p:cNvSpPr/>
              <p:nvPr/>
            </p:nvSpPr>
            <p:spPr>
              <a:xfrm>
                <a:off x="3111743" y="4213908"/>
                <a:ext cx="21967" cy="29488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47" extrusionOk="0">
                    <a:moveTo>
                      <a:pt x="144" y="26"/>
                    </a:moveTo>
                    <a:cubicBezTo>
                      <a:pt x="145" y="91"/>
                      <a:pt x="152" y="156"/>
                      <a:pt x="157" y="220"/>
                    </a:cubicBezTo>
                    <a:cubicBezTo>
                      <a:pt x="134" y="218"/>
                      <a:pt x="122" y="213"/>
                      <a:pt x="106" y="188"/>
                    </a:cubicBezTo>
                    <a:cubicBezTo>
                      <a:pt x="97" y="173"/>
                      <a:pt x="89" y="157"/>
                      <a:pt x="82" y="142"/>
                    </a:cubicBezTo>
                    <a:cubicBezTo>
                      <a:pt x="65" y="112"/>
                      <a:pt x="48" y="82"/>
                      <a:pt x="25" y="56"/>
                    </a:cubicBezTo>
                    <a:cubicBezTo>
                      <a:pt x="65" y="42"/>
                      <a:pt x="103" y="36"/>
                      <a:pt x="144" y="26"/>
                    </a:cubicBezTo>
                    <a:close/>
                    <a:moveTo>
                      <a:pt x="142" y="1"/>
                    </a:moveTo>
                    <a:cubicBezTo>
                      <a:pt x="96" y="1"/>
                      <a:pt x="47" y="20"/>
                      <a:pt x="9" y="41"/>
                    </a:cubicBezTo>
                    <a:cubicBezTo>
                      <a:pt x="1" y="45"/>
                      <a:pt x="4" y="55"/>
                      <a:pt x="9" y="59"/>
                    </a:cubicBezTo>
                    <a:cubicBezTo>
                      <a:pt x="31" y="112"/>
                      <a:pt x="65" y="162"/>
                      <a:pt x="91" y="214"/>
                    </a:cubicBezTo>
                    <a:cubicBezTo>
                      <a:pt x="105" y="244"/>
                      <a:pt x="120" y="246"/>
                      <a:pt x="147" y="246"/>
                    </a:cubicBezTo>
                    <a:cubicBezTo>
                      <a:pt x="152" y="246"/>
                      <a:pt x="156" y="246"/>
                      <a:pt x="161" y="246"/>
                    </a:cubicBezTo>
                    <a:cubicBezTo>
                      <a:pt x="165" y="246"/>
                      <a:pt x="169" y="246"/>
                      <a:pt x="173" y="246"/>
                    </a:cubicBezTo>
                    <a:cubicBezTo>
                      <a:pt x="179" y="245"/>
                      <a:pt x="184" y="238"/>
                      <a:pt x="183" y="231"/>
                    </a:cubicBezTo>
                    <a:cubicBezTo>
                      <a:pt x="178" y="159"/>
                      <a:pt x="175" y="87"/>
                      <a:pt x="169" y="15"/>
                    </a:cubicBezTo>
                    <a:cubicBezTo>
                      <a:pt x="168" y="9"/>
                      <a:pt x="164" y="5"/>
                      <a:pt x="157" y="5"/>
                    </a:cubicBezTo>
                    <a:cubicBezTo>
                      <a:pt x="157" y="5"/>
                      <a:pt x="156" y="5"/>
                      <a:pt x="155" y="5"/>
                    </a:cubicBezTo>
                    <a:cubicBezTo>
                      <a:pt x="153" y="3"/>
                      <a:pt x="150" y="1"/>
                      <a:pt x="145" y="1"/>
                    </a:cubicBezTo>
                    <a:cubicBezTo>
                      <a:pt x="144" y="1"/>
                      <a:pt x="143" y="1"/>
                      <a:pt x="1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3" name="Google Shape;5993;p42"/>
              <p:cNvSpPr/>
              <p:nvPr/>
            </p:nvSpPr>
            <p:spPr>
              <a:xfrm>
                <a:off x="3156751" y="4211281"/>
                <a:ext cx="23519" cy="31995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68" extrusionOk="0">
                    <a:moveTo>
                      <a:pt x="60" y="27"/>
                    </a:moveTo>
                    <a:cubicBezTo>
                      <a:pt x="85" y="38"/>
                      <a:pt x="111" y="48"/>
                      <a:pt x="139" y="57"/>
                    </a:cubicBezTo>
                    <a:cubicBezTo>
                      <a:pt x="172" y="67"/>
                      <a:pt x="154" y="86"/>
                      <a:pt x="140" y="113"/>
                    </a:cubicBezTo>
                    <a:cubicBezTo>
                      <a:pt x="125" y="139"/>
                      <a:pt x="110" y="166"/>
                      <a:pt x="95" y="192"/>
                    </a:cubicBezTo>
                    <a:cubicBezTo>
                      <a:pt x="79" y="218"/>
                      <a:pt x="71" y="232"/>
                      <a:pt x="53" y="232"/>
                    </a:cubicBezTo>
                    <a:cubicBezTo>
                      <a:pt x="47" y="232"/>
                      <a:pt x="40" y="231"/>
                      <a:pt x="31" y="227"/>
                    </a:cubicBezTo>
                    <a:cubicBezTo>
                      <a:pt x="48" y="163"/>
                      <a:pt x="62" y="96"/>
                      <a:pt x="60" y="27"/>
                    </a:cubicBezTo>
                    <a:close/>
                    <a:moveTo>
                      <a:pt x="66" y="0"/>
                    </a:moveTo>
                    <a:cubicBezTo>
                      <a:pt x="57" y="0"/>
                      <a:pt x="50" y="9"/>
                      <a:pt x="53" y="18"/>
                    </a:cubicBezTo>
                    <a:cubicBezTo>
                      <a:pt x="50" y="18"/>
                      <a:pt x="47" y="21"/>
                      <a:pt x="46" y="23"/>
                    </a:cubicBezTo>
                    <a:cubicBezTo>
                      <a:pt x="34" y="93"/>
                      <a:pt x="23" y="164"/>
                      <a:pt x="1" y="232"/>
                    </a:cubicBezTo>
                    <a:cubicBezTo>
                      <a:pt x="0" y="237"/>
                      <a:pt x="3" y="243"/>
                      <a:pt x="9" y="246"/>
                    </a:cubicBezTo>
                    <a:cubicBezTo>
                      <a:pt x="34" y="258"/>
                      <a:pt x="49" y="268"/>
                      <a:pt x="62" y="268"/>
                    </a:cubicBezTo>
                    <a:cubicBezTo>
                      <a:pt x="75" y="268"/>
                      <a:pt x="85" y="259"/>
                      <a:pt x="100" y="235"/>
                    </a:cubicBezTo>
                    <a:cubicBezTo>
                      <a:pt x="119" y="204"/>
                      <a:pt x="136" y="171"/>
                      <a:pt x="155" y="139"/>
                    </a:cubicBezTo>
                    <a:cubicBezTo>
                      <a:pt x="169" y="115"/>
                      <a:pt x="190" y="87"/>
                      <a:pt x="196" y="59"/>
                    </a:cubicBezTo>
                    <a:cubicBezTo>
                      <a:pt x="197" y="56"/>
                      <a:pt x="195" y="48"/>
                      <a:pt x="191" y="46"/>
                    </a:cubicBezTo>
                    <a:cubicBezTo>
                      <a:pt x="157" y="23"/>
                      <a:pt x="109" y="18"/>
                      <a:pt x="72" y="1"/>
                    </a:cubicBezTo>
                    <a:cubicBezTo>
                      <a:pt x="70" y="0"/>
                      <a:pt x="68" y="0"/>
                      <a:pt x="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4" name="Google Shape;5994;p42"/>
              <p:cNvSpPr/>
              <p:nvPr/>
            </p:nvSpPr>
            <p:spPr>
              <a:xfrm>
                <a:off x="3190537" y="4236472"/>
                <a:ext cx="34980" cy="27220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28" extrusionOk="0">
                    <a:moveTo>
                      <a:pt x="199" y="19"/>
                    </a:moveTo>
                    <a:cubicBezTo>
                      <a:pt x="209" y="37"/>
                      <a:pt x="219" y="55"/>
                      <a:pt x="229" y="73"/>
                    </a:cubicBezTo>
                    <a:cubicBezTo>
                      <a:pt x="237" y="88"/>
                      <a:pt x="246" y="104"/>
                      <a:pt x="258" y="120"/>
                    </a:cubicBezTo>
                    <a:cubicBezTo>
                      <a:pt x="224" y="132"/>
                      <a:pt x="191" y="152"/>
                      <a:pt x="158" y="168"/>
                    </a:cubicBezTo>
                    <a:cubicBezTo>
                      <a:pt x="128" y="182"/>
                      <a:pt x="97" y="193"/>
                      <a:pt x="66" y="208"/>
                    </a:cubicBezTo>
                    <a:cubicBezTo>
                      <a:pt x="61" y="199"/>
                      <a:pt x="56" y="190"/>
                      <a:pt x="50" y="184"/>
                    </a:cubicBezTo>
                    <a:cubicBezTo>
                      <a:pt x="36" y="175"/>
                      <a:pt x="37" y="169"/>
                      <a:pt x="53" y="168"/>
                    </a:cubicBezTo>
                    <a:cubicBezTo>
                      <a:pt x="63" y="150"/>
                      <a:pt x="87" y="134"/>
                      <a:pt x="101" y="122"/>
                    </a:cubicBezTo>
                    <a:cubicBezTo>
                      <a:pt x="134" y="88"/>
                      <a:pt x="170" y="56"/>
                      <a:pt x="199" y="19"/>
                    </a:cubicBezTo>
                    <a:close/>
                    <a:moveTo>
                      <a:pt x="201" y="1"/>
                    </a:moveTo>
                    <a:cubicBezTo>
                      <a:pt x="198" y="1"/>
                      <a:pt x="195" y="2"/>
                      <a:pt x="194" y="5"/>
                    </a:cubicBezTo>
                    <a:cubicBezTo>
                      <a:pt x="193" y="5"/>
                      <a:pt x="191" y="5"/>
                      <a:pt x="190" y="6"/>
                    </a:cubicBezTo>
                    <a:cubicBezTo>
                      <a:pt x="134" y="49"/>
                      <a:pt x="83" y="101"/>
                      <a:pt x="33" y="149"/>
                    </a:cubicBezTo>
                    <a:cubicBezTo>
                      <a:pt x="1" y="180"/>
                      <a:pt x="17" y="194"/>
                      <a:pt x="48" y="224"/>
                    </a:cubicBezTo>
                    <a:cubicBezTo>
                      <a:pt x="50" y="225"/>
                      <a:pt x="52" y="226"/>
                      <a:pt x="53" y="226"/>
                    </a:cubicBezTo>
                    <a:cubicBezTo>
                      <a:pt x="55" y="226"/>
                      <a:pt x="56" y="227"/>
                      <a:pt x="57" y="227"/>
                    </a:cubicBezTo>
                    <a:cubicBezTo>
                      <a:pt x="96" y="221"/>
                      <a:pt x="133" y="210"/>
                      <a:pt x="169" y="195"/>
                    </a:cubicBezTo>
                    <a:cubicBezTo>
                      <a:pt x="203" y="181"/>
                      <a:pt x="244" y="165"/>
                      <a:pt x="272" y="140"/>
                    </a:cubicBezTo>
                    <a:cubicBezTo>
                      <a:pt x="273" y="139"/>
                      <a:pt x="275" y="138"/>
                      <a:pt x="276" y="135"/>
                    </a:cubicBezTo>
                    <a:cubicBezTo>
                      <a:pt x="283" y="134"/>
                      <a:pt x="292" y="126"/>
                      <a:pt x="288" y="117"/>
                    </a:cubicBezTo>
                    <a:cubicBezTo>
                      <a:pt x="280" y="96"/>
                      <a:pt x="266" y="78"/>
                      <a:pt x="251" y="60"/>
                    </a:cubicBezTo>
                    <a:cubicBezTo>
                      <a:pt x="237" y="41"/>
                      <a:pt x="222" y="21"/>
                      <a:pt x="206" y="3"/>
                    </a:cubicBezTo>
                    <a:cubicBezTo>
                      <a:pt x="205" y="1"/>
                      <a:pt x="203" y="1"/>
                      <a:pt x="2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5" name="Google Shape;5995;p42"/>
              <p:cNvSpPr/>
              <p:nvPr/>
            </p:nvSpPr>
            <p:spPr>
              <a:xfrm>
                <a:off x="3210236" y="4278018"/>
                <a:ext cx="31876" cy="21251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78" extrusionOk="0">
                    <a:moveTo>
                      <a:pt x="207" y="27"/>
                    </a:moveTo>
                    <a:cubicBezTo>
                      <a:pt x="212" y="48"/>
                      <a:pt x="217" y="72"/>
                      <a:pt x="223" y="93"/>
                    </a:cubicBezTo>
                    <a:cubicBezTo>
                      <a:pt x="226" y="110"/>
                      <a:pt x="228" y="132"/>
                      <a:pt x="234" y="148"/>
                    </a:cubicBezTo>
                    <a:cubicBezTo>
                      <a:pt x="173" y="143"/>
                      <a:pt x="111" y="139"/>
                      <a:pt x="49" y="139"/>
                    </a:cubicBezTo>
                    <a:cubicBezTo>
                      <a:pt x="42" y="139"/>
                      <a:pt x="35" y="139"/>
                      <a:pt x="28" y="139"/>
                    </a:cubicBezTo>
                    <a:cubicBezTo>
                      <a:pt x="28" y="133"/>
                      <a:pt x="26" y="127"/>
                      <a:pt x="25" y="121"/>
                    </a:cubicBezTo>
                    <a:cubicBezTo>
                      <a:pt x="24" y="110"/>
                      <a:pt x="21" y="100"/>
                      <a:pt x="19" y="90"/>
                    </a:cubicBezTo>
                    <a:cubicBezTo>
                      <a:pt x="30" y="77"/>
                      <a:pt x="52" y="76"/>
                      <a:pt x="68" y="71"/>
                    </a:cubicBezTo>
                    <a:cubicBezTo>
                      <a:pt x="84" y="65"/>
                      <a:pt x="101" y="61"/>
                      <a:pt x="116" y="56"/>
                    </a:cubicBezTo>
                    <a:cubicBezTo>
                      <a:pt x="147" y="47"/>
                      <a:pt x="178" y="39"/>
                      <a:pt x="207" y="27"/>
                    </a:cubicBezTo>
                    <a:close/>
                    <a:moveTo>
                      <a:pt x="204" y="1"/>
                    </a:moveTo>
                    <a:cubicBezTo>
                      <a:pt x="164" y="10"/>
                      <a:pt x="124" y="26"/>
                      <a:pt x="86" y="40"/>
                    </a:cubicBezTo>
                    <a:cubicBezTo>
                      <a:pt x="62" y="48"/>
                      <a:pt x="26" y="55"/>
                      <a:pt x="11" y="77"/>
                    </a:cubicBezTo>
                    <a:cubicBezTo>
                      <a:pt x="10" y="77"/>
                      <a:pt x="9" y="76"/>
                      <a:pt x="9" y="76"/>
                    </a:cubicBezTo>
                    <a:cubicBezTo>
                      <a:pt x="4" y="76"/>
                      <a:pt x="1" y="80"/>
                      <a:pt x="2" y="86"/>
                    </a:cubicBezTo>
                    <a:cubicBezTo>
                      <a:pt x="4" y="98"/>
                      <a:pt x="5" y="110"/>
                      <a:pt x="5" y="123"/>
                    </a:cubicBezTo>
                    <a:cubicBezTo>
                      <a:pt x="5" y="133"/>
                      <a:pt x="2" y="147"/>
                      <a:pt x="9" y="155"/>
                    </a:cubicBezTo>
                    <a:cubicBezTo>
                      <a:pt x="10" y="158"/>
                      <a:pt x="13" y="160"/>
                      <a:pt x="16" y="160"/>
                    </a:cubicBezTo>
                    <a:cubicBezTo>
                      <a:pt x="18" y="160"/>
                      <a:pt x="20" y="160"/>
                      <a:pt x="21" y="159"/>
                    </a:cubicBezTo>
                    <a:lnTo>
                      <a:pt x="22" y="159"/>
                    </a:lnTo>
                    <a:cubicBezTo>
                      <a:pt x="96" y="170"/>
                      <a:pt x="170" y="174"/>
                      <a:pt x="244" y="178"/>
                    </a:cubicBezTo>
                    <a:cubicBezTo>
                      <a:pt x="255" y="178"/>
                      <a:pt x="261" y="165"/>
                      <a:pt x="259" y="156"/>
                    </a:cubicBezTo>
                    <a:cubicBezTo>
                      <a:pt x="260" y="154"/>
                      <a:pt x="260" y="153"/>
                      <a:pt x="261" y="151"/>
                    </a:cubicBezTo>
                    <a:cubicBezTo>
                      <a:pt x="267" y="129"/>
                      <a:pt x="255" y="102"/>
                      <a:pt x="249" y="82"/>
                    </a:cubicBezTo>
                    <a:cubicBezTo>
                      <a:pt x="241" y="56"/>
                      <a:pt x="233" y="32"/>
                      <a:pt x="221" y="8"/>
                    </a:cubicBezTo>
                    <a:cubicBezTo>
                      <a:pt x="220" y="5"/>
                      <a:pt x="216" y="2"/>
                      <a:pt x="214" y="2"/>
                    </a:cubicBezTo>
                    <a:cubicBezTo>
                      <a:pt x="213" y="2"/>
                      <a:pt x="213" y="2"/>
                      <a:pt x="212" y="2"/>
                    </a:cubicBezTo>
                    <a:cubicBezTo>
                      <a:pt x="209" y="1"/>
                      <a:pt x="208" y="1"/>
                      <a:pt x="2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6" name="Google Shape;5996;p42"/>
              <p:cNvSpPr/>
              <p:nvPr/>
            </p:nvSpPr>
            <p:spPr>
              <a:xfrm>
                <a:off x="3199730" y="4326488"/>
                <a:ext cx="30085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276" extrusionOk="0">
                    <a:moveTo>
                      <a:pt x="66" y="19"/>
                    </a:moveTo>
                    <a:cubicBezTo>
                      <a:pt x="113" y="63"/>
                      <a:pt x="163" y="103"/>
                      <a:pt x="211" y="145"/>
                    </a:cubicBezTo>
                    <a:cubicBezTo>
                      <a:pt x="176" y="180"/>
                      <a:pt x="139" y="212"/>
                      <a:pt x="102" y="243"/>
                    </a:cubicBezTo>
                    <a:cubicBezTo>
                      <a:pt x="92" y="214"/>
                      <a:pt x="75" y="186"/>
                      <a:pt x="63" y="160"/>
                    </a:cubicBezTo>
                    <a:cubicBezTo>
                      <a:pt x="51" y="130"/>
                      <a:pt x="39" y="101"/>
                      <a:pt x="26" y="73"/>
                    </a:cubicBezTo>
                    <a:cubicBezTo>
                      <a:pt x="45" y="59"/>
                      <a:pt x="60" y="39"/>
                      <a:pt x="66" y="19"/>
                    </a:cubicBezTo>
                    <a:close/>
                    <a:moveTo>
                      <a:pt x="66" y="1"/>
                    </a:moveTo>
                    <a:cubicBezTo>
                      <a:pt x="64" y="1"/>
                      <a:pt x="63" y="2"/>
                      <a:pt x="62" y="2"/>
                    </a:cubicBezTo>
                    <a:cubicBezTo>
                      <a:pt x="59" y="2"/>
                      <a:pt x="57" y="2"/>
                      <a:pt x="56" y="4"/>
                    </a:cubicBezTo>
                    <a:cubicBezTo>
                      <a:pt x="48" y="12"/>
                      <a:pt x="40" y="22"/>
                      <a:pt x="32" y="30"/>
                    </a:cubicBezTo>
                    <a:cubicBezTo>
                      <a:pt x="25" y="38"/>
                      <a:pt x="16" y="45"/>
                      <a:pt x="7" y="53"/>
                    </a:cubicBezTo>
                    <a:cubicBezTo>
                      <a:pt x="1" y="59"/>
                      <a:pt x="4" y="68"/>
                      <a:pt x="9" y="73"/>
                    </a:cubicBezTo>
                    <a:cubicBezTo>
                      <a:pt x="15" y="106"/>
                      <a:pt x="26" y="139"/>
                      <a:pt x="37" y="170"/>
                    </a:cubicBezTo>
                    <a:cubicBezTo>
                      <a:pt x="51" y="202"/>
                      <a:pt x="63" y="242"/>
                      <a:pt x="85" y="268"/>
                    </a:cubicBezTo>
                    <a:cubicBezTo>
                      <a:pt x="88" y="272"/>
                      <a:pt x="92" y="273"/>
                      <a:pt x="96" y="273"/>
                    </a:cubicBezTo>
                    <a:cubicBezTo>
                      <a:pt x="97" y="274"/>
                      <a:pt x="100" y="276"/>
                      <a:pt x="102" y="276"/>
                    </a:cubicBezTo>
                    <a:cubicBezTo>
                      <a:pt x="104" y="276"/>
                      <a:pt x="107" y="275"/>
                      <a:pt x="109" y="272"/>
                    </a:cubicBezTo>
                    <a:cubicBezTo>
                      <a:pt x="154" y="233"/>
                      <a:pt x="199" y="197"/>
                      <a:pt x="242" y="158"/>
                    </a:cubicBezTo>
                    <a:cubicBezTo>
                      <a:pt x="250" y="153"/>
                      <a:pt x="251" y="142"/>
                      <a:pt x="244" y="136"/>
                    </a:cubicBezTo>
                    <a:cubicBezTo>
                      <a:pt x="189" y="88"/>
                      <a:pt x="133" y="40"/>
                      <a:pt x="70" y="2"/>
                    </a:cubicBezTo>
                    <a:cubicBezTo>
                      <a:pt x="69" y="1"/>
                      <a:pt x="68" y="1"/>
                      <a:pt x="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7" name="Google Shape;5997;p42"/>
              <p:cNvSpPr/>
              <p:nvPr/>
            </p:nvSpPr>
            <p:spPr>
              <a:xfrm>
                <a:off x="3157945" y="4358245"/>
                <a:ext cx="25190" cy="29607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48" extrusionOk="0">
                    <a:moveTo>
                      <a:pt x="77" y="20"/>
                    </a:moveTo>
                    <a:cubicBezTo>
                      <a:pt x="89" y="47"/>
                      <a:pt x="105" y="73"/>
                      <a:pt x="120" y="96"/>
                    </a:cubicBezTo>
                    <a:lnTo>
                      <a:pt x="151" y="142"/>
                    </a:lnTo>
                    <a:cubicBezTo>
                      <a:pt x="156" y="152"/>
                      <a:pt x="166" y="162"/>
                      <a:pt x="173" y="173"/>
                    </a:cubicBezTo>
                    <a:cubicBezTo>
                      <a:pt x="157" y="180"/>
                      <a:pt x="142" y="191"/>
                      <a:pt x="129" y="199"/>
                    </a:cubicBezTo>
                    <a:cubicBezTo>
                      <a:pt x="109" y="209"/>
                      <a:pt x="88" y="222"/>
                      <a:pt x="65" y="227"/>
                    </a:cubicBezTo>
                    <a:cubicBezTo>
                      <a:pt x="65" y="196"/>
                      <a:pt x="55" y="162"/>
                      <a:pt x="48" y="132"/>
                    </a:cubicBezTo>
                    <a:cubicBezTo>
                      <a:pt x="42" y="106"/>
                      <a:pt x="36" y="70"/>
                      <a:pt x="18" y="48"/>
                    </a:cubicBezTo>
                    <a:cubicBezTo>
                      <a:pt x="28" y="45"/>
                      <a:pt x="37" y="42"/>
                      <a:pt x="47" y="38"/>
                    </a:cubicBezTo>
                    <a:cubicBezTo>
                      <a:pt x="55" y="34"/>
                      <a:pt x="65" y="29"/>
                      <a:pt x="74" y="23"/>
                    </a:cubicBezTo>
                    <a:cubicBezTo>
                      <a:pt x="75" y="22"/>
                      <a:pt x="75" y="20"/>
                      <a:pt x="77" y="20"/>
                    </a:cubicBezTo>
                    <a:close/>
                    <a:moveTo>
                      <a:pt x="67" y="0"/>
                    </a:moveTo>
                    <a:cubicBezTo>
                      <a:pt x="66" y="0"/>
                      <a:pt x="65" y="1"/>
                      <a:pt x="63" y="1"/>
                    </a:cubicBezTo>
                    <a:cubicBezTo>
                      <a:pt x="53" y="4"/>
                      <a:pt x="44" y="11"/>
                      <a:pt x="36" y="17"/>
                    </a:cubicBezTo>
                    <a:cubicBezTo>
                      <a:pt x="27" y="22"/>
                      <a:pt x="18" y="27"/>
                      <a:pt x="9" y="33"/>
                    </a:cubicBezTo>
                    <a:cubicBezTo>
                      <a:pt x="6" y="35"/>
                      <a:pt x="4" y="40"/>
                      <a:pt x="7" y="44"/>
                    </a:cubicBezTo>
                    <a:cubicBezTo>
                      <a:pt x="1" y="73"/>
                      <a:pt x="14" y="107"/>
                      <a:pt x="19" y="135"/>
                    </a:cubicBezTo>
                    <a:cubicBezTo>
                      <a:pt x="26" y="167"/>
                      <a:pt x="29" y="206"/>
                      <a:pt x="43" y="237"/>
                    </a:cubicBezTo>
                    <a:cubicBezTo>
                      <a:pt x="44" y="239"/>
                      <a:pt x="45" y="240"/>
                      <a:pt x="48" y="242"/>
                    </a:cubicBezTo>
                    <a:cubicBezTo>
                      <a:pt x="48" y="243"/>
                      <a:pt x="50" y="245"/>
                      <a:pt x="51" y="245"/>
                    </a:cubicBezTo>
                    <a:cubicBezTo>
                      <a:pt x="56" y="247"/>
                      <a:pt x="62" y="248"/>
                      <a:pt x="68" y="248"/>
                    </a:cubicBezTo>
                    <a:cubicBezTo>
                      <a:pt x="88" y="248"/>
                      <a:pt x="109" y="238"/>
                      <a:pt x="126" y="231"/>
                    </a:cubicBezTo>
                    <a:cubicBezTo>
                      <a:pt x="146" y="222"/>
                      <a:pt x="171" y="212"/>
                      <a:pt x="191" y="198"/>
                    </a:cubicBezTo>
                    <a:cubicBezTo>
                      <a:pt x="192" y="198"/>
                      <a:pt x="192" y="198"/>
                      <a:pt x="193" y="198"/>
                    </a:cubicBezTo>
                    <a:cubicBezTo>
                      <a:pt x="201" y="198"/>
                      <a:pt x="210" y="191"/>
                      <a:pt x="208" y="181"/>
                    </a:cubicBezTo>
                    <a:cubicBezTo>
                      <a:pt x="205" y="152"/>
                      <a:pt x="170" y="120"/>
                      <a:pt x="154" y="96"/>
                    </a:cubicBezTo>
                    <a:cubicBezTo>
                      <a:pt x="131" y="65"/>
                      <a:pt x="109" y="30"/>
                      <a:pt x="79" y="3"/>
                    </a:cubicBezTo>
                    <a:cubicBezTo>
                      <a:pt x="79" y="3"/>
                      <a:pt x="78" y="2"/>
                      <a:pt x="77" y="2"/>
                    </a:cubicBezTo>
                    <a:cubicBezTo>
                      <a:pt x="76" y="2"/>
                      <a:pt x="75" y="3"/>
                      <a:pt x="74" y="3"/>
                    </a:cubicBezTo>
                    <a:cubicBezTo>
                      <a:pt x="73" y="2"/>
                      <a:pt x="70" y="0"/>
                      <a:pt x="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8" name="Google Shape;5998;p42"/>
              <p:cNvSpPr/>
              <p:nvPr/>
            </p:nvSpPr>
            <p:spPr>
              <a:xfrm>
                <a:off x="3058736" y="4299507"/>
                <a:ext cx="29727" cy="21609"/>
              </a:xfrm>
              <a:custGeom>
                <a:avLst/>
                <a:gdLst/>
                <a:ahLst/>
                <a:cxnLst/>
                <a:rect l="l" t="t" r="r" b="b"/>
                <a:pathLst>
                  <a:path w="249" h="181" extrusionOk="0">
                    <a:moveTo>
                      <a:pt x="30" y="19"/>
                    </a:moveTo>
                    <a:cubicBezTo>
                      <a:pt x="64" y="26"/>
                      <a:pt x="98" y="27"/>
                      <a:pt x="132" y="29"/>
                    </a:cubicBezTo>
                    <a:cubicBezTo>
                      <a:pt x="149" y="29"/>
                      <a:pt x="167" y="31"/>
                      <a:pt x="186" y="31"/>
                    </a:cubicBezTo>
                    <a:cubicBezTo>
                      <a:pt x="196" y="31"/>
                      <a:pt x="207" y="31"/>
                      <a:pt x="218" y="29"/>
                    </a:cubicBezTo>
                    <a:lnTo>
                      <a:pt x="218" y="29"/>
                    </a:lnTo>
                    <a:cubicBezTo>
                      <a:pt x="213" y="50"/>
                      <a:pt x="214" y="75"/>
                      <a:pt x="225" y="93"/>
                    </a:cubicBezTo>
                    <a:cubicBezTo>
                      <a:pt x="197" y="102"/>
                      <a:pt x="168" y="113"/>
                      <a:pt x="137" y="121"/>
                    </a:cubicBezTo>
                    <a:cubicBezTo>
                      <a:pt x="106" y="128"/>
                      <a:pt x="72" y="136"/>
                      <a:pt x="45" y="151"/>
                    </a:cubicBezTo>
                    <a:cubicBezTo>
                      <a:pt x="37" y="111"/>
                      <a:pt x="20" y="67"/>
                      <a:pt x="29" y="26"/>
                    </a:cubicBezTo>
                    <a:cubicBezTo>
                      <a:pt x="30" y="25"/>
                      <a:pt x="30" y="24"/>
                      <a:pt x="30" y="21"/>
                    </a:cubicBezTo>
                    <a:lnTo>
                      <a:pt x="30" y="19"/>
                    </a:lnTo>
                    <a:close/>
                    <a:moveTo>
                      <a:pt x="58" y="1"/>
                    </a:moveTo>
                    <a:cubicBezTo>
                      <a:pt x="50" y="1"/>
                      <a:pt x="41" y="1"/>
                      <a:pt x="33" y="2"/>
                    </a:cubicBezTo>
                    <a:cubicBezTo>
                      <a:pt x="26" y="2"/>
                      <a:pt x="24" y="8"/>
                      <a:pt x="24" y="13"/>
                    </a:cubicBezTo>
                    <a:cubicBezTo>
                      <a:pt x="21" y="13"/>
                      <a:pt x="19" y="14"/>
                      <a:pt x="16" y="15"/>
                    </a:cubicBezTo>
                    <a:cubicBezTo>
                      <a:pt x="1" y="30"/>
                      <a:pt x="5" y="69"/>
                      <a:pt x="6" y="87"/>
                    </a:cubicBezTo>
                    <a:cubicBezTo>
                      <a:pt x="7" y="116"/>
                      <a:pt x="11" y="150"/>
                      <a:pt x="28" y="176"/>
                    </a:cubicBezTo>
                    <a:cubicBezTo>
                      <a:pt x="30" y="179"/>
                      <a:pt x="33" y="181"/>
                      <a:pt x="37" y="181"/>
                    </a:cubicBezTo>
                    <a:cubicBezTo>
                      <a:pt x="40" y="181"/>
                      <a:pt x="43" y="179"/>
                      <a:pt x="46" y="177"/>
                    </a:cubicBezTo>
                    <a:cubicBezTo>
                      <a:pt x="48" y="178"/>
                      <a:pt x="50" y="179"/>
                      <a:pt x="52" y="179"/>
                    </a:cubicBezTo>
                    <a:cubicBezTo>
                      <a:pt x="54" y="179"/>
                      <a:pt x="56" y="178"/>
                      <a:pt x="57" y="178"/>
                    </a:cubicBezTo>
                    <a:cubicBezTo>
                      <a:pt x="92" y="166"/>
                      <a:pt x="125" y="155"/>
                      <a:pt x="160" y="145"/>
                    </a:cubicBezTo>
                    <a:cubicBezTo>
                      <a:pt x="190" y="136"/>
                      <a:pt x="224" y="126"/>
                      <a:pt x="245" y="102"/>
                    </a:cubicBezTo>
                    <a:lnTo>
                      <a:pt x="246" y="101"/>
                    </a:lnTo>
                    <a:cubicBezTo>
                      <a:pt x="246" y="97"/>
                      <a:pt x="248" y="95"/>
                      <a:pt x="246" y="91"/>
                    </a:cubicBezTo>
                    <a:cubicBezTo>
                      <a:pt x="244" y="80"/>
                      <a:pt x="239" y="70"/>
                      <a:pt x="236" y="58"/>
                    </a:cubicBezTo>
                    <a:cubicBezTo>
                      <a:pt x="234" y="46"/>
                      <a:pt x="231" y="34"/>
                      <a:pt x="230" y="23"/>
                    </a:cubicBezTo>
                    <a:lnTo>
                      <a:pt x="230" y="20"/>
                    </a:lnTo>
                    <a:cubicBezTo>
                      <a:pt x="230" y="19"/>
                      <a:pt x="229" y="18"/>
                      <a:pt x="228" y="18"/>
                    </a:cubicBezTo>
                    <a:cubicBezTo>
                      <a:pt x="197" y="8"/>
                      <a:pt x="163" y="7"/>
                      <a:pt x="132" y="5"/>
                    </a:cubicBezTo>
                    <a:cubicBezTo>
                      <a:pt x="108" y="4"/>
                      <a:pt x="83" y="1"/>
                      <a:pt x="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5999" name="Google Shape;5999;p42"/>
              <p:cNvSpPr/>
              <p:nvPr/>
            </p:nvSpPr>
            <p:spPr>
              <a:xfrm>
                <a:off x="3068287" y="4336516"/>
                <a:ext cx="30085" cy="2328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95" extrusionOk="0">
                    <a:moveTo>
                      <a:pt x="210" y="14"/>
                    </a:moveTo>
                    <a:cubicBezTo>
                      <a:pt x="211" y="25"/>
                      <a:pt x="214" y="35"/>
                      <a:pt x="220" y="43"/>
                    </a:cubicBezTo>
                    <a:cubicBezTo>
                      <a:pt x="222" y="50"/>
                      <a:pt x="226" y="58"/>
                      <a:pt x="231" y="66"/>
                    </a:cubicBezTo>
                    <a:cubicBezTo>
                      <a:pt x="182" y="89"/>
                      <a:pt x="133" y="127"/>
                      <a:pt x="94" y="165"/>
                    </a:cubicBezTo>
                    <a:cubicBezTo>
                      <a:pt x="92" y="168"/>
                      <a:pt x="90" y="170"/>
                      <a:pt x="90" y="173"/>
                    </a:cubicBezTo>
                    <a:cubicBezTo>
                      <a:pt x="77" y="156"/>
                      <a:pt x="61" y="140"/>
                      <a:pt x="49" y="123"/>
                    </a:cubicBezTo>
                    <a:cubicBezTo>
                      <a:pt x="37" y="104"/>
                      <a:pt x="26" y="84"/>
                      <a:pt x="23" y="62"/>
                    </a:cubicBezTo>
                    <a:cubicBezTo>
                      <a:pt x="85" y="57"/>
                      <a:pt x="151" y="33"/>
                      <a:pt x="209" y="14"/>
                    </a:cubicBezTo>
                    <a:close/>
                    <a:moveTo>
                      <a:pt x="205" y="0"/>
                    </a:moveTo>
                    <a:cubicBezTo>
                      <a:pt x="143" y="10"/>
                      <a:pt x="72" y="15"/>
                      <a:pt x="12" y="37"/>
                    </a:cubicBezTo>
                    <a:cubicBezTo>
                      <a:pt x="4" y="40"/>
                      <a:pt x="3" y="47"/>
                      <a:pt x="4" y="53"/>
                    </a:cubicBezTo>
                    <a:cubicBezTo>
                      <a:pt x="1" y="77"/>
                      <a:pt x="12" y="103"/>
                      <a:pt x="22" y="124"/>
                    </a:cubicBezTo>
                    <a:cubicBezTo>
                      <a:pt x="34" y="148"/>
                      <a:pt x="54" y="181"/>
                      <a:pt x="79" y="193"/>
                    </a:cubicBezTo>
                    <a:cubicBezTo>
                      <a:pt x="81" y="194"/>
                      <a:pt x="82" y="194"/>
                      <a:pt x="83" y="194"/>
                    </a:cubicBezTo>
                    <a:cubicBezTo>
                      <a:pt x="90" y="194"/>
                      <a:pt x="95" y="188"/>
                      <a:pt x="94" y="183"/>
                    </a:cubicBezTo>
                    <a:lnTo>
                      <a:pt x="94" y="183"/>
                    </a:lnTo>
                    <a:cubicBezTo>
                      <a:pt x="96" y="184"/>
                      <a:pt x="100" y="185"/>
                      <a:pt x="103" y="185"/>
                    </a:cubicBezTo>
                    <a:cubicBezTo>
                      <a:pt x="105" y="185"/>
                      <a:pt x="106" y="185"/>
                      <a:pt x="108" y="184"/>
                    </a:cubicBezTo>
                    <a:cubicBezTo>
                      <a:pt x="155" y="155"/>
                      <a:pt x="205" y="113"/>
                      <a:pt x="243" y="71"/>
                    </a:cubicBezTo>
                    <a:cubicBezTo>
                      <a:pt x="245" y="69"/>
                      <a:pt x="245" y="69"/>
                      <a:pt x="245" y="68"/>
                    </a:cubicBezTo>
                    <a:cubicBezTo>
                      <a:pt x="248" y="66"/>
                      <a:pt x="250" y="62"/>
                      <a:pt x="250" y="61"/>
                    </a:cubicBezTo>
                    <a:cubicBezTo>
                      <a:pt x="251" y="51"/>
                      <a:pt x="242" y="42"/>
                      <a:pt x="237" y="35"/>
                    </a:cubicBezTo>
                    <a:cubicBezTo>
                      <a:pt x="231" y="26"/>
                      <a:pt x="227" y="15"/>
                      <a:pt x="222" y="5"/>
                    </a:cubicBezTo>
                    <a:cubicBezTo>
                      <a:pt x="220" y="2"/>
                      <a:pt x="217" y="1"/>
                      <a:pt x="215" y="1"/>
                    </a:cubicBezTo>
                    <a:cubicBezTo>
                      <a:pt x="213" y="1"/>
                      <a:pt x="212" y="1"/>
                      <a:pt x="210" y="2"/>
                    </a:cubicBezTo>
                    <a:cubicBezTo>
                      <a:pt x="208" y="1"/>
                      <a:pt x="207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</p:grpSp>
      </p:grpSp>
      <p:sp>
        <p:nvSpPr>
          <p:cNvPr id="6000" name="Google Shape;6000;p42"/>
          <p:cNvSpPr/>
          <p:nvPr/>
        </p:nvSpPr>
        <p:spPr>
          <a:xfrm>
            <a:off x="6728180" y="2810989"/>
            <a:ext cx="977952" cy="3332568"/>
          </a:xfrm>
          <a:custGeom>
            <a:avLst/>
            <a:gdLst/>
            <a:ahLst/>
            <a:cxnLst/>
            <a:rect l="l" t="t" r="r" b="b"/>
            <a:pathLst>
              <a:path w="5921" h="20177" extrusionOk="0">
                <a:moveTo>
                  <a:pt x="1" y="1"/>
                </a:moveTo>
                <a:lnTo>
                  <a:pt x="1" y="20177"/>
                </a:lnTo>
                <a:lnTo>
                  <a:pt x="5921" y="20177"/>
                </a:lnTo>
                <a:lnTo>
                  <a:pt x="592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1" name="Google Shape;6001;p42"/>
          <p:cNvSpPr/>
          <p:nvPr/>
        </p:nvSpPr>
        <p:spPr>
          <a:xfrm>
            <a:off x="6387775" y="2920495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2" name="Google Shape;6002;p42"/>
          <p:cNvSpPr/>
          <p:nvPr/>
        </p:nvSpPr>
        <p:spPr>
          <a:xfrm>
            <a:off x="6387775" y="3052960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3" name="Google Shape;6003;p42"/>
          <p:cNvSpPr/>
          <p:nvPr/>
        </p:nvSpPr>
        <p:spPr>
          <a:xfrm>
            <a:off x="6387775" y="3185094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7"/>
                </a:lnTo>
                <a:lnTo>
                  <a:pt x="7531" y="137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4" name="Google Shape;6004;p42"/>
          <p:cNvSpPr/>
          <p:nvPr/>
        </p:nvSpPr>
        <p:spPr>
          <a:xfrm>
            <a:off x="6387775" y="3317723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5" name="Google Shape;6005;p42"/>
          <p:cNvSpPr/>
          <p:nvPr/>
        </p:nvSpPr>
        <p:spPr>
          <a:xfrm>
            <a:off x="6387775" y="3450188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6" name="Google Shape;6006;p42"/>
          <p:cNvSpPr/>
          <p:nvPr/>
        </p:nvSpPr>
        <p:spPr>
          <a:xfrm>
            <a:off x="6387775" y="3582487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0"/>
                </a:moveTo>
                <a:lnTo>
                  <a:pt x="1" y="137"/>
                </a:lnTo>
                <a:lnTo>
                  <a:pt x="7531" y="137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7" name="Google Shape;6007;p42"/>
          <p:cNvSpPr/>
          <p:nvPr/>
        </p:nvSpPr>
        <p:spPr>
          <a:xfrm>
            <a:off x="6387775" y="3729982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8" name="Google Shape;6008;p42"/>
          <p:cNvSpPr/>
          <p:nvPr/>
        </p:nvSpPr>
        <p:spPr>
          <a:xfrm>
            <a:off x="6387775" y="3862282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7"/>
                </a:lnTo>
                <a:lnTo>
                  <a:pt x="7531" y="137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09" name="Google Shape;6009;p42"/>
          <p:cNvSpPr/>
          <p:nvPr/>
        </p:nvSpPr>
        <p:spPr>
          <a:xfrm>
            <a:off x="6387775" y="3994911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0"/>
                </a:moveTo>
                <a:lnTo>
                  <a:pt x="1" y="136"/>
                </a:lnTo>
                <a:lnTo>
                  <a:pt x="7531" y="136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0" name="Google Shape;6010;p42"/>
          <p:cNvSpPr/>
          <p:nvPr/>
        </p:nvSpPr>
        <p:spPr>
          <a:xfrm>
            <a:off x="6387775" y="4127375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0"/>
                </a:moveTo>
                <a:lnTo>
                  <a:pt x="1" y="136"/>
                </a:lnTo>
                <a:lnTo>
                  <a:pt x="7531" y="136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1" name="Google Shape;6011;p42"/>
          <p:cNvSpPr/>
          <p:nvPr/>
        </p:nvSpPr>
        <p:spPr>
          <a:xfrm>
            <a:off x="6387775" y="4259839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2" name="Google Shape;6012;p42"/>
          <p:cNvSpPr/>
          <p:nvPr/>
        </p:nvSpPr>
        <p:spPr>
          <a:xfrm>
            <a:off x="6387775" y="4391974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7"/>
                </a:lnTo>
                <a:lnTo>
                  <a:pt x="7531" y="137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3" name="Google Shape;6013;p42"/>
          <p:cNvSpPr/>
          <p:nvPr/>
        </p:nvSpPr>
        <p:spPr>
          <a:xfrm>
            <a:off x="6387775" y="4539634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4" name="Google Shape;6014;p42"/>
          <p:cNvSpPr/>
          <p:nvPr/>
        </p:nvSpPr>
        <p:spPr>
          <a:xfrm>
            <a:off x="6387775" y="4672098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5" name="Google Shape;6015;p42"/>
          <p:cNvSpPr/>
          <p:nvPr/>
        </p:nvSpPr>
        <p:spPr>
          <a:xfrm>
            <a:off x="6387775" y="4804727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6" name="Google Shape;6016;p42"/>
          <p:cNvSpPr/>
          <p:nvPr/>
        </p:nvSpPr>
        <p:spPr>
          <a:xfrm>
            <a:off x="6387775" y="4936862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7" name="Google Shape;6017;p42"/>
          <p:cNvSpPr/>
          <p:nvPr/>
        </p:nvSpPr>
        <p:spPr>
          <a:xfrm>
            <a:off x="6387775" y="5069326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6"/>
                </a:lnTo>
                <a:lnTo>
                  <a:pt x="7531" y="136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8" name="Google Shape;6018;p42"/>
          <p:cNvSpPr/>
          <p:nvPr/>
        </p:nvSpPr>
        <p:spPr>
          <a:xfrm>
            <a:off x="6387775" y="5201791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19" name="Google Shape;6019;p42"/>
          <p:cNvSpPr/>
          <p:nvPr/>
        </p:nvSpPr>
        <p:spPr>
          <a:xfrm>
            <a:off x="6387775" y="5349286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1"/>
                </a:moveTo>
                <a:lnTo>
                  <a:pt x="1" y="137"/>
                </a:lnTo>
                <a:lnTo>
                  <a:pt x="7531" y="137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0" name="Google Shape;6020;p42"/>
          <p:cNvSpPr/>
          <p:nvPr/>
        </p:nvSpPr>
        <p:spPr>
          <a:xfrm>
            <a:off x="6387775" y="5481750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1" name="Google Shape;6021;p42"/>
          <p:cNvSpPr/>
          <p:nvPr/>
        </p:nvSpPr>
        <p:spPr>
          <a:xfrm>
            <a:off x="6387775" y="5614214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0"/>
                </a:moveTo>
                <a:lnTo>
                  <a:pt x="1" y="135"/>
                </a:lnTo>
                <a:lnTo>
                  <a:pt x="7531" y="135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2" name="Google Shape;6022;p42"/>
          <p:cNvSpPr/>
          <p:nvPr/>
        </p:nvSpPr>
        <p:spPr>
          <a:xfrm>
            <a:off x="6387775" y="5746514"/>
            <a:ext cx="1244035" cy="22628"/>
          </a:xfrm>
          <a:custGeom>
            <a:avLst/>
            <a:gdLst/>
            <a:ahLst/>
            <a:cxnLst/>
            <a:rect l="l" t="t" r="r" b="b"/>
            <a:pathLst>
              <a:path w="7532" h="137" extrusionOk="0">
                <a:moveTo>
                  <a:pt x="1" y="0"/>
                </a:moveTo>
                <a:lnTo>
                  <a:pt x="1" y="136"/>
                </a:lnTo>
                <a:lnTo>
                  <a:pt x="7531" y="136"/>
                </a:lnTo>
                <a:lnTo>
                  <a:pt x="75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3" name="Google Shape;6023;p42"/>
          <p:cNvSpPr/>
          <p:nvPr/>
        </p:nvSpPr>
        <p:spPr>
          <a:xfrm>
            <a:off x="6387775" y="5878978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4" name="Google Shape;6024;p42"/>
          <p:cNvSpPr/>
          <p:nvPr/>
        </p:nvSpPr>
        <p:spPr>
          <a:xfrm>
            <a:off x="6387775" y="6011276"/>
            <a:ext cx="1244035" cy="22463"/>
          </a:xfrm>
          <a:custGeom>
            <a:avLst/>
            <a:gdLst/>
            <a:ahLst/>
            <a:cxnLst/>
            <a:rect l="l" t="t" r="r" b="b"/>
            <a:pathLst>
              <a:path w="7532" h="136" extrusionOk="0">
                <a:moveTo>
                  <a:pt x="1" y="1"/>
                </a:moveTo>
                <a:lnTo>
                  <a:pt x="1" y="136"/>
                </a:lnTo>
                <a:lnTo>
                  <a:pt x="7531" y="136"/>
                </a:lnTo>
                <a:lnTo>
                  <a:pt x="75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5" name="Google Shape;6025;p42"/>
          <p:cNvSpPr/>
          <p:nvPr/>
        </p:nvSpPr>
        <p:spPr>
          <a:xfrm>
            <a:off x="7664834" y="6082630"/>
            <a:ext cx="65076" cy="65241"/>
          </a:xfrm>
          <a:custGeom>
            <a:avLst/>
            <a:gdLst/>
            <a:ahLst/>
            <a:cxnLst/>
            <a:rect l="l" t="t" r="r" b="b"/>
            <a:pathLst>
              <a:path w="394" h="395" extrusionOk="0">
                <a:moveTo>
                  <a:pt x="198" y="0"/>
                </a:moveTo>
                <a:cubicBezTo>
                  <a:pt x="88" y="0"/>
                  <a:pt x="0" y="88"/>
                  <a:pt x="0" y="198"/>
                </a:cubicBezTo>
                <a:cubicBezTo>
                  <a:pt x="0" y="306"/>
                  <a:pt x="88" y="394"/>
                  <a:pt x="198" y="394"/>
                </a:cubicBezTo>
                <a:cubicBezTo>
                  <a:pt x="306" y="394"/>
                  <a:pt x="394" y="306"/>
                  <a:pt x="394" y="198"/>
                </a:cubicBezTo>
                <a:cubicBezTo>
                  <a:pt x="394" y="88"/>
                  <a:pt x="306" y="0"/>
                  <a:pt x="198" y="0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6" name="Google Shape;6026;p42"/>
          <p:cNvSpPr/>
          <p:nvPr/>
        </p:nvSpPr>
        <p:spPr>
          <a:xfrm>
            <a:off x="7536666" y="6092538"/>
            <a:ext cx="55661" cy="55496"/>
          </a:xfrm>
          <a:custGeom>
            <a:avLst/>
            <a:gdLst/>
            <a:ahLst/>
            <a:cxnLst/>
            <a:rect l="l" t="t" r="r" b="b"/>
            <a:pathLst>
              <a:path w="337" h="336" extrusionOk="0">
                <a:moveTo>
                  <a:pt x="168" y="1"/>
                </a:moveTo>
                <a:cubicBezTo>
                  <a:pt x="76" y="1"/>
                  <a:pt x="0" y="76"/>
                  <a:pt x="0" y="168"/>
                </a:cubicBezTo>
                <a:cubicBezTo>
                  <a:pt x="0" y="261"/>
                  <a:pt x="76" y="335"/>
                  <a:pt x="168" y="335"/>
                </a:cubicBezTo>
                <a:cubicBezTo>
                  <a:pt x="261" y="335"/>
                  <a:pt x="336" y="261"/>
                  <a:pt x="336" y="168"/>
                </a:cubicBezTo>
                <a:cubicBezTo>
                  <a:pt x="336" y="76"/>
                  <a:pt x="261" y="1"/>
                  <a:pt x="168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7" name="Google Shape;6027;p42"/>
          <p:cNvSpPr/>
          <p:nvPr/>
        </p:nvSpPr>
        <p:spPr>
          <a:xfrm>
            <a:off x="7249278" y="6084117"/>
            <a:ext cx="65076" cy="65241"/>
          </a:xfrm>
          <a:custGeom>
            <a:avLst/>
            <a:gdLst/>
            <a:ahLst/>
            <a:cxnLst/>
            <a:rect l="l" t="t" r="r" b="b"/>
            <a:pathLst>
              <a:path w="394" h="395" extrusionOk="0">
                <a:moveTo>
                  <a:pt x="197" y="1"/>
                </a:moveTo>
                <a:cubicBezTo>
                  <a:pt x="89" y="1"/>
                  <a:pt x="0" y="89"/>
                  <a:pt x="0" y="197"/>
                </a:cubicBezTo>
                <a:cubicBezTo>
                  <a:pt x="0" y="307"/>
                  <a:pt x="89" y="395"/>
                  <a:pt x="197" y="395"/>
                </a:cubicBezTo>
                <a:cubicBezTo>
                  <a:pt x="306" y="395"/>
                  <a:pt x="394" y="307"/>
                  <a:pt x="394" y="197"/>
                </a:cubicBezTo>
                <a:cubicBezTo>
                  <a:pt x="394" y="89"/>
                  <a:pt x="306" y="1"/>
                  <a:pt x="197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8" name="Google Shape;6028;p42"/>
          <p:cNvSpPr/>
          <p:nvPr/>
        </p:nvSpPr>
        <p:spPr>
          <a:xfrm>
            <a:off x="7121275" y="6093860"/>
            <a:ext cx="55496" cy="55496"/>
          </a:xfrm>
          <a:custGeom>
            <a:avLst/>
            <a:gdLst/>
            <a:ahLst/>
            <a:cxnLst/>
            <a:rect l="l" t="t" r="r" b="b"/>
            <a:pathLst>
              <a:path w="336" h="336" extrusionOk="0">
                <a:moveTo>
                  <a:pt x="168" y="0"/>
                </a:moveTo>
                <a:cubicBezTo>
                  <a:pt x="75" y="0"/>
                  <a:pt x="0" y="76"/>
                  <a:pt x="0" y="168"/>
                </a:cubicBezTo>
                <a:cubicBezTo>
                  <a:pt x="0" y="260"/>
                  <a:pt x="75" y="336"/>
                  <a:pt x="168" y="336"/>
                </a:cubicBezTo>
                <a:cubicBezTo>
                  <a:pt x="260" y="336"/>
                  <a:pt x="335" y="260"/>
                  <a:pt x="335" y="168"/>
                </a:cubicBezTo>
                <a:cubicBezTo>
                  <a:pt x="335" y="76"/>
                  <a:pt x="260" y="0"/>
                  <a:pt x="168" y="0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29" name="Google Shape;6029;p42"/>
          <p:cNvSpPr/>
          <p:nvPr/>
        </p:nvSpPr>
        <p:spPr>
          <a:xfrm>
            <a:off x="7151830" y="6103274"/>
            <a:ext cx="138575" cy="45256"/>
          </a:xfrm>
          <a:custGeom>
            <a:avLst/>
            <a:gdLst/>
            <a:ahLst/>
            <a:cxnLst/>
            <a:rect l="l" t="t" r="r" b="b"/>
            <a:pathLst>
              <a:path w="839" h="274" extrusionOk="0">
                <a:moveTo>
                  <a:pt x="1" y="0"/>
                </a:moveTo>
                <a:lnTo>
                  <a:pt x="1" y="273"/>
                </a:lnTo>
                <a:lnTo>
                  <a:pt x="839" y="273"/>
                </a:lnTo>
                <a:lnTo>
                  <a:pt x="839" y="0"/>
                </a:ln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30" name="Google Shape;6030;p42"/>
          <p:cNvSpPr/>
          <p:nvPr/>
        </p:nvSpPr>
        <p:spPr>
          <a:xfrm>
            <a:off x="7300810" y="6084116"/>
            <a:ext cx="49055" cy="49220"/>
          </a:xfrm>
          <a:custGeom>
            <a:avLst/>
            <a:gdLst/>
            <a:ahLst/>
            <a:cxnLst/>
            <a:rect l="l" t="t" r="r" b="b"/>
            <a:pathLst>
              <a:path w="297" h="298" extrusionOk="0">
                <a:moveTo>
                  <a:pt x="148" y="1"/>
                </a:moveTo>
                <a:cubicBezTo>
                  <a:pt x="67" y="1"/>
                  <a:pt x="0" y="67"/>
                  <a:pt x="0" y="149"/>
                </a:cubicBezTo>
                <a:cubicBezTo>
                  <a:pt x="0" y="231"/>
                  <a:pt x="67" y="297"/>
                  <a:pt x="148" y="297"/>
                </a:cubicBezTo>
                <a:cubicBezTo>
                  <a:pt x="230" y="297"/>
                  <a:pt x="297" y="231"/>
                  <a:pt x="297" y="149"/>
                </a:cubicBezTo>
                <a:cubicBezTo>
                  <a:pt x="297" y="67"/>
                  <a:pt x="230" y="1"/>
                  <a:pt x="148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31" name="Google Shape;6031;p42"/>
          <p:cNvSpPr/>
          <p:nvPr/>
        </p:nvSpPr>
        <p:spPr>
          <a:xfrm>
            <a:off x="7374309" y="6101788"/>
            <a:ext cx="49055" cy="49055"/>
          </a:xfrm>
          <a:custGeom>
            <a:avLst/>
            <a:gdLst/>
            <a:ahLst/>
            <a:cxnLst/>
            <a:rect l="l" t="t" r="r" b="b"/>
            <a:pathLst>
              <a:path w="297" h="297" extrusionOk="0">
                <a:moveTo>
                  <a:pt x="149" y="0"/>
                </a:moveTo>
                <a:cubicBezTo>
                  <a:pt x="67" y="0"/>
                  <a:pt x="0" y="67"/>
                  <a:pt x="0" y="148"/>
                </a:cubicBezTo>
                <a:cubicBezTo>
                  <a:pt x="0" y="230"/>
                  <a:pt x="67" y="297"/>
                  <a:pt x="149" y="297"/>
                </a:cubicBezTo>
                <a:cubicBezTo>
                  <a:pt x="230" y="297"/>
                  <a:pt x="297" y="230"/>
                  <a:pt x="297" y="148"/>
                </a:cubicBezTo>
                <a:cubicBezTo>
                  <a:pt x="297" y="67"/>
                  <a:pt x="230" y="0"/>
                  <a:pt x="149" y="0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32" name="Google Shape;6032;p42"/>
          <p:cNvSpPr/>
          <p:nvPr/>
        </p:nvSpPr>
        <p:spPr>
          <a:xfrm>
            <a:off x="7331695" y="6069580"/>
            <a:ext cx="64415" cy="64415"/>
          </a:xfrm>
          <a:custGeom>
            <a:avLst/>
            <a:gdLst/>
            <a:ahLst/>
            <a:cxnLst/>
            <a:rect l="l" t="t" r="r" b="b"/>
            <a:pathLst>
              <a:path w="390" h="390" extrusionOk="0">
                <a:moveTo>
                  <a:pt x="195" y="1"/>
                </a:moveTo>
                <a:cubicBezTo>
                  <a:pt x="87" y="1"/>
                  <a:pt x="0" y="88"/>
                  <a:pt x="0" y="195"/>
                </a:cubicBezTo>
                <a:cubicBezTo>
                  <a:pt x="0" y="302"/>
                  <a:pt x="87" y="390"/>
                  <a:pt x="195" y="390"/>
                </a:cubicBezTo>
                <a:cubicBezTo>
                  <a:pt x="302" y="390"/>
                  <a:pt x="389" y="303"/>
                  <a:pt x="389" y="195"/>
                </a:cubicBezTo>
                <a:cubicBezTo>
                  <a:pt x="389" y="88"/>
                  <a:pt x="302" y="2"/>
                  <a:pt x="195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33" name="Google Shape;6033;p42"/>
          <p:cNvSpPr/>
          <p:nvPr/>
        </p:nvSpPr>
        <p:spPr>
          <a:xfrm>
            <a:off x="7278678" y="6109387"/>
            <a:ext cx="41457" cy="41457"/>
          </a:xfrm>
          <a:custGeom>
            <a:avLst/>
            <a:gdLst/>
            <a:ahLst/>
            <a:cxnLst/>
            <a:rect l="l" t="t" r="r" b="b"/>
            <a:pathLst>
              <a:path w="251" h="251" extrusionOk="0">
                <a:moveTo>
                  <a:pt x="126" y="0"/>
                </a:moveTo>
                <a:cubicBezTo>
                  <a:pt x="56" y="0"/>
                  <a:pt x="0" y="56"/>
                  <a:pt x="0" y="125"/>
                </a:cubicBezTo>
                <a:cubicBezTo>
                  <a:pt x="0" y="195"/>
                  <a:pt x="56" y="251"/>
                  <a:pt x="126" y="251"/>
                </a:cubicBezTo>
                <a:cubicBezTo>
                  <a:pt x="194" y="251"/>
                  <a:pt x="251" y="195"/>
                  <a:pt x="251" y="125"/>
                </a:cubicBezTo>
                <a:cubicBezTo>
                  <a:pt x="251" y="54"/>
                  <a:pt x="194" y="0"/>
                  <a:pt x="126" y="0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34" name="Google Shape;6034;p42"/>
          <p:cNvSpPr/>
          <p:nvPr/>
        </p:nvSpPr>
        <p:spPr>
          <a:xfrm>
            <a:off x="7301470" y="6116322"/>
            <a:ext cx="104055" cy="33859"/>
          </a:xfrm>
          <a:custGeom>
            <a:avLst/>
            <a:gdLst/>
            <a:ahLst/>
            <a:cxnLst/>
            <a:rect l="l" t="t" r="r" b="b"/>
            <a:pathLst>
              <a:path w="630" h="205" extrusionOk="0">
                <a:moveTo>
                  <a:pt x="0" y="0"/>
                </a:moveTo>
                <a:lnTo>
                  <a:pt x="0" y="205"/>
                </a:lnTo>
                <a:lnTo>
                  <a:pt x="629" y="205"/>
                </a:lnTo>
                <a:lnTo>
                  <a:pt x="629" y="0"/>
                </a:ln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35" name="Google Shape;6035;p42"/>
          <p:cNvSpPr/>
          <p:nvPr/>
        </p:nvSpPr>
        <p:spPr>
          <a:xfrm>
            <a:off x="7387356" y="6091052"/>
            <a:ext cx="55496" cy="55496"/>
          </a:xfrm>
          <a:custGeom>
            <a:avLst/>
            <a:gdLst/>
            <a:ahLst/>
            <a:cxnLst/>
            <a:rect l="l" t="t" r="r" b="b"/>
            <a:pathLst>
              <a:path w="336" h="336" extrusionOk="0">
                <a:moveTo>
                  <a:pt x="169" y="1"/>
                </a:moveTo>
                <a:cubicBezTo>
                  <a:pt x="76" y="1"/>
                  <a:pt x="1" y="75"/>
                  <a:pt x="1" y="168"/>
                </a:cubicBezTo>
                <a:cubicBezTo>
                  <a:pt x="1" y="261"/>
                  <a:pt x="76" y="335"/>
                  <a:pt x="169" y="335"/>
                </a:cubicBezTo>
                <a:cubicBezTo>
                  <a:pt x="261" y="335"/>
                  <a:pt x="336" y="261"/>
                  <a:pt x="336" y="168"/>
                </a:cubicBezTo>
                <a:cubicBezTo>
                  <a:pt x="336" y="75"/>
                  <a:pt x="261" y="1"/>
                  <a:pt x="169" y="1"/>
                </a:cubicBezTo>
                <a:close/>
              </a:path>
            </a:pathLst>
          </a:custGeom>
          <a:solidFill>
            <a:srgbClr val="92C32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036" name="Google Shape;6036;p42"/>
          <p:cNvGrpSpPr/>
          <p:nvPr/>
        </p:nvGrpSpPr>
        <p:grpSpPr>
          <a:xfrm>
            <a:off x="7417364" y="6038593"/>
            <a:ext cx="419361" cy="110003"/>
            <a:chOff x="5533738" y="4504763"/>
            <a:chExt cx="316898" cy="83125"/>
          </a:xfrm>
        </p:grpSpPr>
        <p:sp>
          <p:nvSpPr>
            <p:cNvPr id="6037" name="Google Shape;6037;p42"/>
            <p:cNvSpPr/>
            <p:nvPr/>
          </p:nvSpPr>
          <p:spPr>
            <a:xfrm>
              <a:off x="5646568" y="4520614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7" y="0"/>
                  </a:moveTo>
                  <a:cubicBezTo>
                    <a:pt x="89" y="0"/>
                    <a:pt x="1" y="88"/>
                    <a:pt x="1" y="197"/>
                  </a:cubicBezTo>
                  <a:cubicBezTo>
                    <a:pt x="1" y="305"/>
                    <a:pt x="89" y="394"/>
                    <a:pt x="197" y="394"/>
                  </a:cubicBezTo>
                  <a:cubicBezTo>
                    <a:pt x="307" y="394"/>
                    <a:pt x="394" y="305"/>
                    <a:pt x="394" y="197"/>
                  </a:cubicBezTo>
                  <a:cubicBezTo>
                    <a:pt x="394" y="87"/>
                    <a:pt x="307" y="0"/>
                    <a:pt x="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38" name="Google Shape;6038;p42"/>
            <p:cNvSpPr/>
            <p:nvPr/>
          </p:nvSpPr>
          <p:spPr>
            <a:xfrm>
              <a:off x="5677646" y="4505886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1"/>
                  </a:moveTo>
                  <a:cubicBezTo>
                    <a:pt x="117" y="1"/>
                    <a:pt x="0" y="115"/>
                    <a:pt x="0" y="258"/>
                  </a:cubicBezTo>
                  <a:cubicBezTo>
                    <a:pt x="0" y="401"/>
                    <a:pt x="117" y="517"/>
                    <a:pt x="259" y="517"/>
                  </a:cubicBezTo>
                  <a:cubicBezTo>
                    <a:pt x="401" y="517"/>
                    <a:pt x="518" y="402"/>
                    <a:pt x="518" y="258"/>
                  </a:cubicBezTo>
                  <a:cubicBezTo>
                    <a:pt x="518" y="115"/>
                    <a:pt x="401" y="1"/>
                    <a:pt x="2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39" name="Google Shape;6039;p42"/>
            <p:cNvSpPr/>
            <p:nvPr/>
          </p:nvSpPr>
          <p:spPr>
            <a:xfrm>
              <a:off x="5647068" y="4552691"/>
              <a:ext cx="104593" cy="34074"/>
            </a:xfrm>
            <a:custGeom>
              <a:avLst/>
              <a:gdLst/>
              <a:ahLst/>
              <a:cxnLst/>
              <a:rect l="l" t="t" r="r" b="b"/>
              <a:pathLst>
                <a:path w="838" h="273" extrusionOk="0">
                  <a:moveTo>
                    <a:pt x="1" y="0"/>
                  </a:moveTo>
                  <a:lnTo>
                    <a:pt x="1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0" name="Google Shape;6040;p42"/>
            <p:cNvSpPr/>
            <p:nvPr/>
          </p:nvSpPr>
          <p:spPr>
            <a:xfrm>
              <a:off x="5727197" y="4520863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0"/>
                  </a:moveTo>
                  <a:cubicBezTo>
                    <a:pt x="88" y="0"/>
                    <a:pt x="0" y="88"/>
                    <a:pt x="0" y="198"/>
                  </a:cubicBezTo>
                  <a:cubicBezTo>
                    <a:pt x="0" y="306"/>
                    <a:pt x="88" y="394"/>
                    <a:pt x="198" y="394"/>
                  </a:cubicBezTo>
                  <a:cubicBezTo>
                    <a:pt x="306" y="394"/>
                    <a:pt x="394" y="306"/>
                    <a:pt x="394" y="198"/>
                  </a:cubicBezTo>
                  <a:cubicBezTo>
                    <a:pt x="394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1" name="Google Shape;6041;p42"/>
            <p:cNvSpPr/>
            <p:nvPr/>
          </p:nvSpPr>
          <p:spPr>
            <a:xfrm>
              <a:off x="5801335" y="4538462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1"/>
                  </a:moveTo>
                  <a:cubicBezTo>
                    <a:pt x="90" y="1"/>
                    <a:pt x="1" y="89"/>
                    <a:pt x="1" y="197"/>
                  </a:cubicBezTo>
                  <a:cubicBezTo>
                    <a:pt x="1" y="305"/>
                    <a:pt x="90" y="394"/>
                    <a:pt x="198" y="394"/>
                  </a:cubicBezTo>
                  <a:cubicBezTo>
                    <a:pt x="307" y="394"/>
                    <a:pt x="395" y="305"/>
                    <a:pt x="395" y="197"/>
                  </a:cubicBezTo>
                  <a:cubicBezTo>
                    <a:pt x="395" y="89"/>
                    <a:pt x="307" y="1"/>
                    <a:pt x="1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2" name="Google Shape;6042;p42"/>
            <p:cNvSpPr/>
            <p:nvPr/>
          </p:nvSpPr>
          <p:spPr>
            <a:xfrm>
              <a:off x="5758275" y="4506135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1"/>
                  </a:moveTo>
                  <a:cubicBezTo>
                    <a:pt x="116" y="1"/>
                    <a:pt x="1" y="116"/>
                    <a:pt x="1" y="260"/>
                  </a:cubicBezTo>
                  <a:cubicBezTo>
                    <a:pt x="1" y="402"/>
                    <a:pt x="116" y="517"/>
                    <a:pt x="259" y="517"/>
                  </a:cubicBezTo>
                  <a:cubicBezTo>
                    <a:pt x="402" y="517"/>
                    <a:pt x="518" y="402"/>
                    <a:pt x="518" y="260"/>
                  </a:cubicBezTo>
                  <a:cubicBezTo>
                    <a:pt x="518" y="116"/>
                    <a:pt x="402" y="1"/>
                    <a:pt x="2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3" name="Google Shape;6043;p42"/>
            <p:cNvSpPr/>
            <p:nvPr/>
          </p:nvSpPr>
          <p:spPr>
            <a:xfrm>
              <a:off x="5704481" y="4545826"/>
              <a:ext cx="41937" cy="42062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68" y="1"/>
                  </a:moveTo>
                  <a:cubicBezTo>
                    <a:pt x="76" y="1"/>
                    <a:pt x="0" y="77"/>
                    <a:pt x="0" y="169"/>
                  </a:cubicBezTo>
                  <a:cubicBezTo>
                    <a:pt x="0" y="261"/>
                    <a:pt x="76" y="336"/>
                    <a:pt x="168" y="336"/>
                  </a:cubicBezTo>
                  <a:cubicBezTo>
                    <a:pt x="261" y="336"/>
                    <a:pt x="336" y="261"/>
                    <a:pt x="336" y="169"/>
                  </a:cubicBezTo>
                  <a:cubicBezTo>
                    <a:pt x="336" y="77"/>
                    <a:pt x="261" y="1"/>
                    <a:pt x="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4" name="Google Shape;6044;p42"/>
            <p:cNvSpPr/>
            <p:nvPr/>
          </p:nvSpPr>
          <p:spPr>
            <a:xfrm>
              <a:off x="5727696" y="4553190"/>
              <a:ext cx="104718" cy="34074"/>
            </a:xfrm>
            <a:custGeom>
              <a:avLst/>
              <a:gdLst/>
              <a:ahLst/>
              <a:cxnLst/>
              <a:rect l="l" t="t" r="r" b="b"/>
              <a:pathLst>
                <a:path w="839" h="273" extrusionOk="0">
                  <a:moveTo>
                    <a:pt x="0" y="0"/>
                  </a:moveTo>
                  <a:lnTo>
                    <a:pt x="0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5" name="Google Shape;6045;p42"/>
            <p:cNvSpPr/>
            <p:nvPr/>
          </p:nvSpPr>
          <p:spPr>
            <a:xfrm>
              <a:off x="5533738" y="4519490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198" y="0"/>
                  </a:moveTo>
                  <a:cubicBezTo>
                    <a:pt x="88" y="0"/>
                    <a:pt x="0" y="88"/>
                    <a:pt x="0" y="197"/>
                  </a:cubicBezTo>
                  <a:cubicBezTo>
                    <a:pt x="0" y="306"/>
                    <a:pt x="88" y="394"/>
                    <a:pt x="198" y="394"/>
                  </a:cubicBezTo>
                  <a:cubicBezTo>
                    <a:pt x="306" y="394"/>
                    <a:pt x="394" y="306"/>
                    <a:pt x="394" y="197"/>
                  </a:cubicBezTo>
                  <a:cubicBezTo>
                    <a:pt x="394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6" name="Google Shape;6046;p42"/>
            <p:cNvSpPr/>
            <p:nvPr/>
          </p:nvSpPr>
          <p:spPr>
            <a:xfrm>
              <a:off x="5607877" y="4537214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0"/>
                  </a:moveTo>
                  <a:cubicBezTo>
                    <a:pt x="90" y="0"/>
                    <a:pt x="1" y="88"/>
                    <a:pt x="1" y="197"/>
                  </a:cubicBezTo>
                  <a:cubicBezTo>
                    <a:pt x="1" y="305"/>
                    <a:pt x="90" y="394"/>
                    <a:pt x="198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7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7" name="Google Shape;6047;p42"/>
            <p:cNvSpPr/>
            <p:nvPr/>
          </p:nvSpPr>
          <p:spPr>
            <a:xfrm>
              <a:off x="5564816" y="4504763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0"/>
                  </a:moveTo>
                  <a:cubicBezTo>
                    <a:pt x="116" y="0"/>
                    <a:pt x="1" y="116"/>
                    <a:pt x="1" y="258"/>
                  </a:cubicBezTo>
                  <a:cubicBezTo>
                    <a:pt x="1" y="402"/>
                    <a:pt x="116" y="517"/>
                    <a:pt x="259" y="517"/>
                  </a:cubicBezTo>
                  <a:cubicBezTo>
                    <a:pt x="402" y="517"/>
                    <a:pt x="517" y="402"/>
                    <a:pt x="517" y="258"/>
                  </a:cubicBezTo>
                  <a:cubicBezTo>
                    <a:pt x="517" y="116"/>
                    <a:pt x="402" y="0"/>
                    <a:pt x="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48" name="Google Shape;6048;p42"/>
            <p:cNvSpPr/>
            <p:nvPr/>
          </p:nvSpPr>
          <p:spPr>
            <a:xfrm>
              <a:off x="5534237" y="4551567"/>
              <a:ext cx="104718" cy="34323"/>
            </a:xfrm>
            <a:custGeom>
              <a:avLst/>
              <a:gdLst/>
              <a:ahLst/>
              <a:cxnLst/>
              <a:rect l="l" t="t" r="r" b="b"/>
              <a:pathLst>
                <a:path w="839" h="275" extrusionOk="0">
                  <a:moveTo>
                    <a:pt x="0" y="1"/>
                  </a:moveTo>
                  <a:lnTo>
                    <a:pt x="0" y="274"/>
                  </a:lnTo>
                  <a:lnTo>
                    <a:pt x="838" y="274"/>
                  </a:lnTo>
                  <a:lnTo>
                    <a:pt x="8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049" name="Google Shape;6049;p42"/>
          <p:cNvSpPr/>
          <p:nvPr/>
        </p:nvSpPr>
        <p:spPr>
          <a:xfrm>
            <a:off x="7260014" y="6082630"/>
            <a:ext cx="65241" cy="65241"/>
          </a:xfrm>
          <a:custGeom>
            <a:avLst/>
            <a:gdLst/>
            <a:ahLst/>
            <a:cxnLst/>
            <a:rect l="l" t="t" r="r" b="b"/>
            <a:pathLst>
              <a:path w="395" h="395" extrusionOk="0">
                <a:moveTo>
                  <a:pt x="198" y="0"/>
                </a:moveTo>
                <a:cubicBezTo>
                  <a:pt x="88" y="0"/>
                  <a:pt x="1" y="88"/>
                  <a:pt x="1" y="198"/>
                </a:cubicBezTo>
                <a:cubicBezTo>
                  <a:pt x="1" y="306"/>
                  <a:pt x="88" y="394"/>
                  <a:pt x="198" y="394"/>
                </a:cubicBezTo>
                <a:cubicBezTo>
                  <a:pt x="306" y="394"/>
                  <a:pt x="394" y="306"/>
                  <a:pt x="394" y="198"/>
                </a:cubicBezTo>
                <a:cubicBezTo>
                  <a:pt x="394" y="88"/>
                  <a:pt x="306" y="0"/>
                  <a:pt x="198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50" name="Google Shape;6050;p42"/>
          <p:cNvSpPr/>
          <p:nvPr/>
        </p:nvSpPr>
        <p:spPr>
          <a:xfrm>
            <a:off x="7131680" y="6092538"/>
            <a:ext cx="55661" cy="55496"/>
          </a:xfrm>
          <a:custGeom>
            <a:avLst/>
            <a:gdLst/>
            <a:ahLst/>
            <a:cxnLst/>
            <a:rect l="l" t="t" r="r" b="b"/>
            <a:pathLst>
              <a:path w="337" h="336" extrusionOk="0">
                <a:moveTo>
                  <a:pt x="169" y="1"/>
                </a:moveTo>
                <a:cubicBezTo>
                  <a:pt x="77" y="1"/>
                  <a:pt x="1" y="76"/>
                  <a:pt x="1" y="168"/>
                </a:cubicBezTo>
                <a:cubicBezTo>
                  <a:pt x="1" y="261"/>
                  <a:pt x="77" y="335"/>
                  <a:pt x="169" y="335"/>
                </a:cubicBezTo>
                <a:cubicBezTo>
                  <a:pt x="261" y="335"/>
                  <a:pt x="337" y="261"/>
                  <a:pt x="337" y="168"/>
                </a:cubicBezTo>
                <a:cubicBezTo>
                  <a:pt x="337" y="76"/>
                  <a:pt x="261" y="1"/>
                  <a:pt x="169" y="1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51" name="Google Shape;6051;p42"/>
          <p:cNvSpPr/>
          <p:nvPr/>
        </p:nvSpPr>
        <p:spPr>
          <a:xfrm>
            <a:off x="6969487" y="6101788"/>
            <a:ext cx="49220" cy="49055"/>
          </a:xfrm>
          <a:custGeom>
            <a:avLst/>
            <a:gdLst/>
            <a:ahLst/>
            <a:cxnLst/>
            <a:rect l="l" t="t" r="r" b="b"/>
            <a:pathLst>
              <a:path w="298" h="297" extrusionOk="0">
                <a:moveTo>
                  <a:pt x="149" y="0"/>
                </a:moveTo>
                <a:cubicBezTo>
                  <a:pt x="67" y="0"/>
                  <a:pt x="1" y="67"/>
                  <a:pt x="1" y="148"/>
                </a:cubicBezTo>
                <a:cubicBezTo>
                  <a:pt x="1" y="230"/>
                  <a:pt x="67" y="297"/>
                  <a:pt x="149" y="297"/>
                </a:cubicBezTo>
                <a:cubicBezTo>
                  <a:pt x="231" y="297"/>
                  <a:pt x="297" y="230"/>
                  <a:pt x="297" y="148"/>
                </a:cubicBezTo>
                <a:cubicBezTo>
                  <a:pt x="297" y="67"/>
                  <a:pt x="231" y="0"/>
                  <a:pt x="149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052" name="Google Shape;6052;p42"/>
          <p:cNvGrpSpPr/>
          <p:nvPr/>
        </p:nvGrpSpPr>
        <p:grpSpPr>
          <a:xfrm>
            <a:off x="6716390" y="6038593"/>
            <a:ext cx="715508" cy="112315"/>
            <a:chOff x="5004036" y="4504763"/>
            <a:chExt cx="540686" cy="84873"/>
          </a:xfrm>
        </p:grpSpPr>
        <p:sp>
          <p:nvSpPr>
            <p:cNvPr id="6053" name="Google Shape;6053;p42"/>
            <p:cNvSpPr/>
            <p:nvPr/>
          </p:nvSpPr>
          <p:spPr>
            <a:xfrm>
              <a:off x="5340779" y="4520614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200" y="0"/>
                  </a:moveTo>
                  <a:cubicBezTo>
                    <a:pt x="199" y="0"/>
                    <a:pt x="198" y="0"/>
                    <a:pt x="196" y="0"/>
                  </a:cubicBezTo>
                  <a:cubicBezTo>
                    <a:pt x="88" y="0"/>
                    <a:pt x="0" y="88"/>
                    <a:pt x="0" y="197"/>
                  </a:cubicBezTo>
                  <a:cubicBezTo>
                    <a:pt x="0" y="305"/>
                    <a:pt x="88" y="394"/>
                    <a:pt x="196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9"/>
                    <a:pt x="308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54" name="Google Shape;6054;p42"/>
            <p:cNvSpPr/>
            <p:nvPr/>
          </p:nvSpPr>
          <p:spPr>
            <a:xfrm>
              <a:off x="5371732" y="4505886"/>
              <a:ext cx="64778" cy="64653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260" y="1"/>
                  </a:moveTo>
                  <a:cubicBezTo>
                    <a:pt x="117" y="1"/>
                    <a:pt x="1" y="115"/>
                    <a:pt x="1" y="258"/>
                  </a:cubicBezTo>
                  <a:cubicBezTo>
                    <a:pt x="1" y="401"/>
                    <a:pt x="117" y="517"/>
                    <a:pt x="260" y="517"/>
                  </a:cubicBezTo>
                  <a:cubicBezTo>
                    <a:pt x="402" y="517"/>
                    <a:pt x="518" y="402"/>
                    <a:pt x="518" y="258"/>
                  </a:cubicBezTo>
                  <a:cubicBezTo>
                    <a:pt x="518" y="115"/>
                    <a:pt x="402" y="1"/>
                    <a:pt x="2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55" name="Google Shape;6055;p42"/>
            <p:cNvSpPr/>
            <p:nvPr/>
          </p:nvSpPr>
          <p:spPr>
            <a:xfrm>
              <a:off x="5341153" y="4552691"/>
              <a:ext cx="104718" cy="34074"/>
            </a:xfrm>
            <a:custGeom>
              <a:avLst/>
              <a:gdLst/>
              <a:ahLst/>
              <a:cxnLst/>
              <a:rect l="l" t="t" r="r" b="b"/>
              <a:pathLst>
                <a:path w="839" h="273" extrusionOk="0">
                  <a:moveTo>
                    <a:pt x="0" y="0"/>
                  </a:moveTo>
                  <a:lnTo>
                    <a:pt x="0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56" name="Google Shape;6056;p42"/>
            <p:cNvSpPr/>
            <p:nvPr/>
          </p:nvSpPr>
          <p:spPr>
            <a:xfrm>
              <a:off x="5026751" y="4521488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197" y="0"/>
                  </a:moveTo>
                  <a:cubicBezTo>
                    <a:pt x="88" y="0"/>
                    <a:pt x="0" y="88"/>
                    <a:pt x="0" y="198"/>
                  </a:cubicBezTo>
                  <a:cubicBezTo>
                    <a:pt x="0" y="306"/>
                    <a:pt x="88" y="394"/>
                    <a:pt x="197" y="394"/>
                  </a:cubicBezTo>
                  <a:cubicBezTo>
                    <a:pt x="306" y="394"/>
                    <a:pt x="394" y="306"/>
                    <a:pt x="394" y="198"/>
                  </a:cubicBezTo>
                  <a:cubicBezTo>
                    <a:pt x="394" y="88"/>
                    <a:pt x="306" y="0"/>
                    <a:pt x="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57" name="Google Shape;6057;p42"/>
            <p:cNvSpPr/>
            <p:nvPr/>
          </p:nvSpPr>
          <p:spPr>
            <a:xfrm>
              <a:off x="5100890" y="4539211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1"/>
                  </a:moveTo>
                  <a:cubicBezTo>
                    <a:pt x="90" y="1"/>
                    <a:pt x="0" y="89"/>
                    <a:pt x="0" y="197"/>
                  </a:cubicBezTo>
                  <a:cubicBezTo>
                    <a:pt x="0" y="307"/>
                    <a:pt x="90" y="395"/>
                    <a:pt x="198" y="395"/>
                  </a:cubicBezTo>
                  <a:cubicBezTo>
                    <a:pt x="306" y="395"/>
                    <a:pt x="394" y="307"/>
                    <a:pt x="394" y="197"/>
                  </a:cubicBezTo>
                  <a:cubicBezTo>
                    <a:pt x="394" y="89"/>
                    <a:pt x="306" y="1"/>
                    <a:pt x="1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58" name="Google Shape;6058;p42"/>
            <p:cNvSpPr/>
            <p:nvPr/>
          </p:nvSpPr>
          <p:spPr>
            <a:xfrm>
              <a:off x="5057830" y="4506760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1"/>
                  </a:moveTo>
                  <a:cubicBezTo>
                    <a:pt x="116" y="1"/>
                    <a:pt x="1" y="116"/>
                    <a:pt x="1" y="259"/>
                  </a:cubicBezTo>
                  <a:cubicBezTo>
                    <a:pt x="1" y="402"/>
                    <a:pt x="116" y="518"/>
                    <a:pt x="259" y="518"/>
                  </a:cubicBezTo>
                  <a:cubicBezTo>
                    <a:pt x="402" y="518"/>
                    <a:pt x="517" y="402"/>
                    <a:pt x="517" y="259"/>
                  </a:cubicBezTo>
                  <a:cubicBezTo>
                    <a:pt x="517" y="116"/>
                    <a:pt x="402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59" name="Google Shape;6059;p42"/>
            <p:cNvSpPr/>
            <p:nvPr/>
          </p:nvSpPr>
          <p:spPr>
            <a:xfrm>
              <a:off x="5004036" y="4546575"/>
              <a:ext cx="41937" cy="41937"/>
            </a:xfrm>
            <a:custGeom>
              <a:avLst/>
              <a:gdLst/>
              <a:ahLst/>
              <a:cxnLst/>
              <a:rect l="l" t="t" r="r" b="b"/>
              <a:pathLst>
                <a:path w="336" h="336" extrusionOk="0">
                  <a:moveTo>
                    <a:pt x="168" y="0"/>
                  </a:moveTo>
                  <a:cubicBezTo>
                    <a:pt x="76" y="0"/>
                    <a:pt x="1" y="76"/>
                    <a:pt x="1" y="168"/>
                  </a:cubicBezTo>
                  <a:cubicBezTo>
                    <a:pt x="1" y="260"/>
                    <a:pt x="76" y="336"/>
                    <a:pt x="168" y="336"/>
                  </a:cubicBezTo>
                  <a:cubicBezTo>
                    <a:pt x="261" y="336"/>
                    <a:pt x="335" y="260"/>
                    <a:pt x="335" y="168"/>
                  </a:cubicBezTo>
                  <a:cubicBezTo>
                    <a:pt x="335" y="76"/>
                    <a:pt x="26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0" name="Google Shape;6060;p42"/>
            <p:cNvSpPr/>
            <p:nvPr/>
          </p:nvSpPr>
          <p:spPr>
            <a:xfrm>
              <a:off x="5027251" y="4553689"/>
              <a:ext cx="104593" cy="34199"/>
            </a:xfrm>
            <a:custGeom>
              <a:avLst/>
              <a:gdLst/>
              <a:ahLst/>
              <a:cxnLst/>
              <a:rect l="l" t="t" r="r" b="b"/>
              <a:pathLst>
                <a:path w="838" h="274" extrusionOk="0">
                  <a:moveTo>
                    <a:pt x="0" y="0"/>
                  </a:moveTo>
                  <a:lnTo>
                    <a:pt x="0" y="273"/>
                  </a:lnTo>
                  <a:lnTo>
                    <a:pt x="837" y="273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1" name="Google Shape;6061;p42"/>
            <p:cNvSpPr/>
            <p:nvPr/>
          </p:nvSpPr>
          <p:spPr>
            <a:xfrm>
              <a:off x="5139706" y="4539211"/>
              <a:ext cx="37194" cy="37194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9" y="1"/>
                  </a:moveTo>
                  <a:cubicBezTo>
                    <a:pt x="67" y="1"/>
                    <a:pt x="1" y="67"/>
                    <a:pt x="1" y="149"/>
                  </a:cubicBezTo>
                  <a:cubicBezTo>
                    <a:pt x="1" y="231"/>
                    <a:pt x="67" y="297"/>
                    <a:pt x="149" y="297"/>
                  </a:cubicBezTo>
                  <a:cubicBezTo>
                    <a:pt x="231" y="297"/>
                    <a:pt x="297" y="231"/>
                    <a:pt x="297" y="149"/>
                  </a:cubicBezTo>
                  <a:cubicBezTo>
                    <a:pt x="297" y="67"/>
                    <a:pt x="231" y="1"/>
                    <a:pt x="1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2" name="Google Shape;6062;p42"/>
            <p:cNvSpPr/>
            <p:nvPr/>
          </p:nvSpPr>
          <p:spPr>
            <a:xfrm>
              <a:off x="5163046" y="4528227"/>
              <a:ext cx="48677" cy="48677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"/>
                  </a:moveTo>
                  <a:cubicBezTo>
                    <a:pt x="87" y="1"/>
                    <a:pt x="1" y="88"/>
                    <a:pt x="1" y="195"/>
                  </a:cubicBezTo>
                  <a:cubicBezTo>
                    <a:pt x="1" y="302"/>
                    <a:pt x="87" y="390"/>
                    <a:pt x="195" y="390"/>
                  </a:cubicBezTo>
                  <a:cubicBezTo>
                    <a:pt x="303" y="390"/>
                    <a:pt x="390" y="303"/>
                    <a:pt x="390" y="195"/>
                  </a:cubicBezTo>
                  <a:cubicBezTo>
                    <a:pt x="390" y="88"/>
                    <a:pt x="303" y="1"/>
                    <a:pt x="1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3" name="Google Shape;6063;p42"/>
            <p:cNvSpPr/>
            <p:nvPr/>
          </p:nvSpPr>
          <p:spPr>
            <a:xfrm>
              <a:off x="5122982" y="4558307"/>
              <a:ext cx="31453" cy="31328"/>
            </a:xfrm>
            <a:custGeom>
              <a:avLst/>
              <a:gdLst/>
              <a:ahLst/>
              <a:cxnLst/>
              <a:rect l="l" t="t" r="r" b="b"/>
              <a:pathLst>
                <a:path w="252" h="251" extrusionOk="0">
                  <a:moveTo>
                    <a:pt x="125" y="0"/>
                  </a:moveTo>
                  <a:cubicBezTo>
                    <a:pt x="57" y="0"/>
                    <a:pt x="0" y="56"/>
                    <a:pt x="0" y="125"/>
                  </a:cubicBezTo>
                  <a:cubicBezTo>
                    <a:pt x="0" y="195"/>
                    <a:pt x="57" y="251"/>
                    <a:pt x="125" y="251"/>
                  </a:cubicBezTo>
                  <a:cubicBezTo>
                    <a:pt x="195" y="251"/>
                    <a:pt x="251" y="195"/>
                    <a:pt x="251" y="125"/>
                  </a:cubicBezTo>
                  <a:cubicBezTo>
                    <a:pt x="251" y="54"/>
                    <a:pt x="19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4" name="Google Shape;6064;p42"/>
            <p:cNvSpPr/>
            <p:nvPr/>
          </p:nvSpPr>
          <p:spPr>
            <a:xfrm>
              <a:off x="5140330" y="4563550"/>
              <a:ext cx="78632" cy="25587"/>
            </a:xfrm>
            <a:custGeom>
              <a:avLst/>
              <a:gdLst/>
              <a:ahLst/>
              <a:cxnLst/>
              <a:rect l="l" t="t" r="r" b="b"/>
              <a:pathLst>
                <a:path w="630" h="205" extrusionOk="0">
                  <a:moveTo>
                    <a:pt x="1" y="0"/>
                  </a:moveTo>
                  <a:lnTo>
                    <a:pt x="1" y="205"/>
                  </a:lnTo>
                  <a:lnTo>
                    <a:pt x="630" y="205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5" name="Google Shape;6065;p42"/>
            <p:cNvSpPr/>
            <p:nvPr/>
          </p:nvSpPr>
          <p:spPr>
            <a:xfrm>
              <a:off x="5227824" y="4519490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0"/>
                  </a:moveTo>
                  <a:cubicBezTo>
                    <a:pt x="89" y="0"/>
                    <a:pt x="1" y="88"/>
                    <a:pt x="1" y="197"/>
                  </a:cubicBezTo>
                  <a:cubicBezTo>
                    <a:pt x="1" y="306"/>
                    <a:pt x="89" y="394"/>
                    <a:pt x="198" y="394"/>
                  </a:cubicBezTo>
                  <a:cubicBezTo>
                    <a:pt x="306" y="394"/>
                    <a:pt x="394" y="306"/>
                    <a:pt x="394" y="197"/>
                  </a:cubicBezTo>
                  <a:cubicBezTo>
                    <a:pt x="394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6" name="Google Shape;6066;p42"/>
            <p:cNvSpPr/>
            <p:nvPr/>
          </p:nvSpPr>
          <p:spPr>
            <a:xfrm>
              <a:off x="5302087" y="4537214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201" y="0"/>
                  </a:moveTo>
                  <a:cubicBezTo>
                    <a:pt x="200" y="0"/>
                    <a:pt x="199" y="0"/>
                    <a:pt x="197" y="0"/>
                  </a:cubicBezTo>
                  <a:cubicBezTo>
                    <a:pt x="89" y="0"/>
                    <a:pt x="0" y="88"/>
                    <a:pt x="0" y="197"/>
                  </a:cubicBezTo>
                  <a:cubicBezTo>
                    <a:pt x="0" y="305"/>
                    <a:pt x="89" y="394"/>
                    <a:pt x="197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9"/>
                    <a:pt x="308" y="0"/>
                    <a:pt x="2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7" name="Google Shape;6067;p42"/>
            <p:cNvSpPr/>
            <p:nvPr/>
          </p:nvSpPr>
          <p:spPr>
            <a:xfrm>
              <a:off x="5259027" y="4504763"/>
              <a:ext cx="64528" cy="64653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258" y="0"/>
                  </a:moveTo>
                  <a:cubicBezTo>
                    <a:pt x="116" y="0"/>
                    <a:pt x="0" y="116"/>
                    <a:pt x="0" y="258"/>
                  </a:cubicBezTo>
                  <a:cubicBezTo>
                    <a:pt x="0" y="402"/>
                    <a:pt x="116" y="517"/>
                    <a:pt x="258" y="517"/>
                  </a:cubicBezTo>
                  <a:cubicBezTo>
                    <a:pt x="401" y="517"/>
                    <a:pt x="517" y="402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8" name="Google Shape;6068;p42"/>
            <p:cNvSpPr/>
            <p:nvPr/>
          </p:nvSpPr>
          <p:spPr>
            <a:xfrm>
              <a:off x="5205233" y="4544453"/>
              <a:ext cx="41812" cy="41937"/>
            </a:xfrm>
            <a:custGeom>
              <a:avLst/>
              <a:gdLst/>
              <a:ahLst/>
              <a:cxnLst/>
              <a:rect l="l" t="t" r="r" b="b"/>
              <a:pathLst>
                <a:path w="335" h="336" extrusionOk="0">
                  <a:moveTo>
                    <a:pt x="167" y="1"/>
                  </a:moveTo>
                  <a:cubicBezTo>
                    <a:pt x="75" y="1"/>
                    <a:pt x="0" y="75"/>
                    <a:pt x="0" y="168"/>
                  </a:cubicBezTo>
                  <a:cubicBezTo>
                    <a:pt x="0" y="261"/>
                    <a:pt x="75" y="335"/>
                    <a:pt x="167" y="335"/>
                  </a:cubicBezTo>
                  <a:cubicBezTo>
                    <a:pt x="260" y="335"/>
                    <a:pt x="335" y="261"/>
                    <a:pt x="335" y="168"/>
                  </a:cubicBezTo>
                  <a:cubicBezTo>
                    <a:pt x="335" y="75"/>
                    <a:pt x="26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69" name="Google Shape;6069;p42"/>
            <p:cNvSpPr/>
            <p:nvPr/>
          </p:nvSpPr>
          <p:spPr>
            <a:xfrm>
              <a:off x="5228323" y="4551567"/>
              <a:ext cx="104593" cy="34323"/>
            </a:xfrm>
            <a:custGeom>
              <a:avLst/>
              <a:gdLst/>
              <a:ahLst/>
              <a:cxnLst/>
              <a:rect l="l" t="t" r="r" b="b"/>
              <a:pathLst>
                <a:path w="838" h="275" extrusionOk="0">
                  <a:moveTo>
                    <a:pt x="1" y="1"/>
                  </a:moveTo>
                  <a:lnTo>
                    <a:pt x="1" y="274"/>
                  </a:lnTo>
                  <a:lnTo>
                    <a:pt x="838" y="274"/>
                  </a:lnTo>
                  <a:lnTo>
                    <a:pt x="8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70" name="Google Shape;6070;p42"/>
            <p:cNvSpPr/>
            <p:nvPr/>
          </p:nvSpPr>
          <p:spPr>
            <a:xfrm>
              <a:off x="5421158" y="4520863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7" y="0"/>
                  </a:moveTo>
                  <a:cubicBezTo>
                    <a:pt x="89" y="0"/>
                    <a:pt x="1" y="88"/>
                    <a:pt x="1" y="198"/>
                  </a:cubicBezTo>
                  <a:cubicBezTo>
                    <a:pt x="1" y="306"/>
                    <a:pt x="89" y="394"/>
                    <a:pt x="197" y="394"/>
                  </a:cubicBezTo>
                  <a:cubicBezTo>
                    <a:pt x="307" y="394"/>
                    <a:pt x="395" y="306"/>
                    <a:pt x="395" y="198"/>
                  </a:cubicBezTo>
                  <a:cubicBezTo>
                    <a:pt x="395" y="88"/>
                    <a:pt x="307" y="0"/>
                    <a:pt x="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71" name="Google Shape;6071;p42"/>
            <p:cNvSpPr/>
            <p:nvPr/>
          </p:nvSpPr>
          <p:spPr>
            <a:xfrm>
              <a:off x="5495421" y="4538462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1"/>
                  </a:moveTo>
                  <a:cubicBezTo>
                    <a:pt x="88" y="1"/>
                    <a:pt x="0" y="89"/>
                    <a:pt x="0" y="197"/>
                  </a:cubicBezTo>
                  <a:cubicBezTo>
                    <a:pt x="0" y="305"/>
                    <a:pt x="88" y="394"/>
                    <a:pt x="198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9"/>
                    <a:pt x="306" y="1"/>
                    <a:pt x="1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72" name="Google Shape;6072;p42"/>
            <p:cNvSpPr/>
            <p:nvPr/>
          </p:nvSpPr>
          <p:spPr>
            <a:xfrm>
              <a:off x="5452236" y="4506135"/>
              <a:ext cx="64528" cy="64653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259" y="1"/>
                  </a:moveTo>
                  <a:cubicBezTo>
                    <a:pt x="117" y="1"/>
                    <a:pt x="0" y="116"/>
                    <a:pt x="0" y="260"/>
                  </a:cubicBezTo>
                  <a:cubicBezTo>
                    <a:pt x="0" y="402"/>
                    <a:pt x="117" y="517"/>
                    <a:pt x="259" y="517"/>
                  </a:cubicBezTo>
                  <a:cubicBezTo>
                    <a:pt x="401" y="517"/>
                    <a:pt x="517" y="402"/>
                    <a:pt x="517" y="260"/>
                  </a:cubicBezTo>
                  <a:cubicBezTo>
                    <a:pt x="517" y="116"/>
                    <a:pt x="401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73" name="Google Shape;6073;p42"/>
            <p:cNvSpPr/>
            <p:nvPr/>
          </p:nvSpPr>
          <p:spPr>
            <a:xfrm>
              <a:off x="5398691" y="4545826"/>
              <a:ext cx="41937" cy="42062"/>
            </a:xfrm>
            <a:custGeom>
              <a:avLst/>
              <a:gdLst/>
              <a:ahLst/>
              <a:cxnLst/>
              <a:rect l="l" t="t" r="r" b="b"/>
              <a:pathLst>
                <a:path w="336" h="337" extrusionOk="0">
                  <a:moveTo>
                    <a:pt x="167" y="1"/>
                  </a:moveTo>
                  <a:cubicBezTo>
                    <a:pt x="75" y="1"/>
                    <a:pt x="1" y="77"/>
                    <a:pt x="1" y="169"/>
                  </a:cubicBezTo>
                  <a:cubicBezTo>
                    <a:pt x="1" y="261"/>
                    <a:pt x="75" y="336"/>
                    <a:pt x="167" y="336"/>
                  </a:cubicBezTo>
                  <a:cubicBezTo>
                    <a:pt x="260" y="336"/>
                    <a:pt x="335" y="261"/>
                    <a:pt x="335" y="169"/>
                  </a:cubicBezTo>
                  <a:cubicBezTo>
                    <a:pt x="335" y="77"/>
                    <a:pt x="260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74" name="Google Shape;6074;p42"/>
            <p:cNvSpPr/>
            <p:nvPr/>
          </p:nvSpPr>
          <p:spPr>
            <a:xfrm>
              <a:off x="5421782" y="4553190"/>
              <a:ext cx="104593" cy="34074"/>
            </a:xfrm>
            <a:custGeom>
              <a:avLst/>
              <a:gdLst/>
              <a:ahLst/>
              <a:cxnLst/>
              <a:rect l="l" t="t" r="r" b="b"/>
              <a:pathLst>
                <a:path w="838" h="273" extrusionOk="0">
                  <a:moveTo>
                    <a:pt x="1" y="0"/>
                  </a:moveTo>
                  <a:lnTo>
                    <a:pt x="1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075" name="Google Shape;6075;p42"/>
          <p:cNvSpPr/>
          <p:nvPr/>
        </p:nvSpPr>
        <p:spPr>
          <a:xfrm>
            <a:off x="7476546" y="5622968"/>
            <a:ext cx="403172" cy="394583"/>
          </a:xfrm>
          <a:custGeom>
            <a:avLst/>
            <a:gdLst/>
            <a:ahLst/>
            <a:cxnLst/>
            <a:rect l="l" t="t" r="r" b="b"/>
            <a:pathLst>
              <a:path w="2441" h="2389" extrusionOk="0">
                <a:moveTo>
                  <a:pt x="1221" y="0"/>
                </a:moveTo>
                <a:cubicBezTo>
                  <a:pt x="836" y="0"/>
                  <a:pt x="525" y="311"/>
                  <a:pt x="525" y="696"/>
                </a:cubicBezTo>
                <a:cubicBezTo>
                  <a:pt x="525" y="808"/>
                  <a:pt x="552" y="911"/>
                  <a:pt x="598" y="1004"/>
                </a:cubicBezTo>
                <a:cubicBezTo>
                  <a:pt x="260" y="1052"/>
                  <a:pt x="0" y="1341"/>
                  <a:pt x="0" y="1693"/>
                </a:cubicBezTo>
                <a:cubicBezTo>
                  <a:pt x="0" y="2076"/>
                  <a:pt x="311" y="2389"/>
                  <a:pt x="696" y="2389"/>
                </a:cubicBezTo>
                <a:cubicBezTo>
                  <a:pt x="906" y="2389"/>
                  <a:pt x="1094" y="2295"/>
                  <a:pt x="1221" y="2148"/>
                </a:cubicBezTo>
                <a:cubicBezTo>
                  <a:pt x="1349" y="2295"/>
                  <a:pt x="1535" y="2389"/>
                  <a:pt x="1745" y="2389"/>
                </a:cubicBezTo>
                <a:cubicBezTo>
                  <a:pt x="2128" y="2389"/>
                  <a:pt x="2441" y="2077"/>
                  <a:pt x="2441" y="1693"/>
                </a:cubicBezTo>
                <a:cubicBezTo>
                  <a:pt x="2441" y="1342"/>
                  <a:pt x="2182" y="1052"/>
                  <a:pt x="1844" y="1004"/>
                </a:cubicBezTo>
                <a:cubicBezTo>
                  <a:pt x="1890" y="911"/>
                  <a:pt x="1917" y="808"/>
                  <a:pt x="1917" y="696"/>
                </a:cubicBezTo>
                <a:cubicBezTo>
                  <a:pt x="1917" y="312"/>
                  <a:pt x="1606" y="0"/>
                  <a:pt x="12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76" name="Google Shape;6076;p42"/>
          <p:cNvSpPr/>
          <p:nvPr/>
        </p:nvSpPr>
        <p:spPr>
          <a:xfrm>
            <a:off x="6951815" y="5750972"/>
            <a:ext cx="64415" cy="72013"/>
          </a:xfrm>
          <a:custGeom>
            <a:avLst/>
            <a:gdLst/>
            <a:ahLst/>
            <a:cxnLst/>
            <a:rect l="l" t="t" r="r" b="b"/>
            <a:pathLst>
              <a:path w="390" h="436" extrusionOk="0">
                <a:moveTo>
                  <a:pt x="221" y="0"/>
                </a:moveTo>
                <a:cubicBezTo>
                  <a:pt x="141" y="0"/>
                  <a:pt x="61" y="71"/>
                  <a:pt x="32" y="175"/>
                </a:cubicBezTo>
                <a:cubicBezTo>
                  <a:pt x="0" y="293"/>
                  <a:pt x="48" y="407"/>
                  <a:pt x="137" y="432"/>
                </a:cubicBezTo>
                <a:cubicBezTo>
                  <a:pt x="148" y="434"/>
                  <a:pt x="159" y="436"/>
                  <a:pt x="170" y="436"/>
                </a:cubicBezTo>
                <a:cubicBezTo>
                  <a:pt x="250" y="436"/>
                  <a:pt x="329" y="365"/>
                  <a:pt x="357" y="262"/>
                </a:cubicBezTo>
                <a:cubicBezTo>
                  <a:pt x="389" y="144"/>
                  <a:pt x="342" y="29"/>
                  <a:pt x="253" y="4"/>
                </a:cubicBezTo>
                <a:cubicBezTo>
                  <a:pt x="242" y="1"/>
                  <a:pt x="231" y="0"/>
                  <a:pt x="221" y="0"/>
                </a:cubicBezTo>
                <a:close/>
              </a:path>
            </a:pathLst>
          </a:custGeom>
          <a:solidFill>
            <a:srgbClr val="A9D63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077" name="Google Shape;6077;p42"/>
          <p:cNvGrpSpPr/>
          <p:nvPr/>
        </p:nvGrpSpPr>
        <p:grpSpPr>
          <a:xfrm>
            <a:off x="7566675" y="5727415"/>
            <a:ext cx="242797" cy="415564"/>
            <a:chOff x="5646568" y="4269615"/>
            <a:chExt cx="183474" cy="314028"/>
          </a:xfrm>
        </p:grpSpPr>
        <p:sp>
          <p:nvSpPr>
            <p:cNvPr id="6078" name="Google Shape;6078;p42"/>
            <p:cNvSpPr/>
            <p:nvPr/>
          </p:nvSpPr>
          <p:spPr>
            <a:xfrm>
              <a:off x="5724326" y="4269615"/>
              <a:ext cx="13230" cy="314028"/>
            </a:xfrm>
            <a:custGeom>
              <a:avLst/>
              <a:gdLst/>
              <a:ahLst/>
              <a:cxnLst/>
              <a:rect l="l" t="t" r="r" b="b"/>
              <a:pathLst>
                <a:path w="106" h="2516" extrusionOk="0">
                  <a:moveTo>
                    <a:pt x="53" y="1"/>
                  </a:moveTo>
                  <a:cubicBezTo>
                    <a:pt x="23" y="1"/>
                    <a:pt x="1" y="23"/>
                    <a:pt x="1" y="53"/>
                  </a:cubicBezTo>
                  <a:lnTo>
                    <a:pt x="1" y="2464"/>
                  </a:lnTo>
                  <a:cubicBezTo>
                    <a:pt x="1" y="2493"/>
                    <a:pt x="23" y="2516"/>
                    <a:pt x="53" y="2516"/>
                  </a:cubicBezTo>
                  <a:cubicBezTo>
                    <a:pt x="83" y="2516"/>
                    <a:pt x="105" y="2493"/>
                    <a:pt x="105" y="2464"/>
                  </a:cubicBezTo>
                  <a:lnTo>
                    <a:pt x="105" y="53"/>
                  </a:lnTo>
                  <a:cubicBezTo>
                    <a:pt x="105" y="23"/>
                    <a:pt x="83" y="1"/>
                    <a:pt x="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79" name="Google Shape;6079;p42"/>
            <p:cNvSpPr/>
            <p:nvPr/>
          </p:nvSpPr>
          <p:spPr>
            <a:xfrm>
              <a:off x="5684262" y="4284467"/>
              <a:ext cx="52671" cy="40190"/>
            </a:xfrm>
            <a:custGeom>
              <a:avLst/>
              <a:gdLst/>
              <a:ahLst/>
              <a:cxnLst/>
              <a:rect l="l" t="t" r="r" b="b"/>
              <a:pathLst>
                <a:path w="422" h="322" extrusionOk="0">
                  <a:moveTo>
                    <a:pt x="57" y="0"/>
                  </a:moveTo>
                  <a:cubicBezTo>
                    <a:pt x="55" y="0"/>
                    <a:pt x="53" y="0"/>
                    <a:pt x="52" y="0"/>
                  </a:cubicBezTo>
                  <a:cubicBezTo>
                    <a:pt x="22" y="2"/>
                    <a:pt x="0" y="28"/>
                    <a:pt x="2" y="58"/>
                  </a:cubicBezTo>
                  <a:cubicBezTo>
                    <a:pt x="2" y="63"/>
                    <a:pt x="15" y="184"/>
                    <a:pt x="112" y="260"/>
                  </a:cubicBezTo>
                  <a:cubicBezTo>
                    <a:pt x="163" y="301"/>
                    <a:pt x="228" y="322"/>
                    <a:pt x="304" y="322"/>
                  </a:cubicBezTo>
                  <a:cubicBezTo>
                    <a:pt x="327" y="322"/>
                    <a:pt x="348" y="320"/>
                    <a:pt x="374" y="318"/>
                  </a:cubicBezTo>
                  <a:cubicBezTo>
                    <a:pt x="401" y="314"/>
                    <a:pt x="422" y="287"/>
                    <a:pt x="419" y="257"/>
                  </a:cubicBezTo>
                  <a:cubicBezTo>
                    <a:pt x="415" y="232"/>
                    <a:pt x="392" y="212"/>
                    <a:pt x="366" y="212"/>
                  </a:cubicBezTo>
                  <a:cubicBezTo>
                    <a:pt x="363" y="212"/>
                    <a:pt x="361" y="212"/>
                    <a:pt x="359" y="212"/>
                  </a:cubicBezTo>
                  <a:cubicBezTo>
                    <a:pt x="340" y="215"/>
                    <a:pt x="323" y="216"/>
                    <a:pt x="307" y="216"/>
                  </a:cubicBezTo>
                  <a:cubicBezTo>
                    <a:pt x="254" y="216"/>
                    <a:pt x="211" y="203"/>
                    <a:pt x="179" y="178"/>
                  </a:cubicBezTo>
                  <a:cubicBezTo>
                    <a:pt x="118" y="130"/>
                    <a:pt x="109" y="52"/>
                    <a:pt x="109" y="49"/>
                  </a:cubicBezTo>
                  <a:cubicBezTo>
                    <a:pt x="106" y="22"/>
                    <a:pt x="83" y="0"/>
                    <a:pt x="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80" name="Google Shape;6080;p42"/>
            <p:cNvSpPr/>
            <p:nvPr/>
          </p:nvSpPr>
          <p:spPr>
            <a:xfrm>
              <a:off x="5728695" y="4303689"/>
              <a:ext cx="62157" cy="67024"/>
            </a:xfrm>
            <a:custGeom>
              <a:avLst/>
              <a:gdLst/>
              <a:ahLst/>
              <a:cxnLst/>
              <a:rect l="l" t="t" r="r" b="b"/>
              <a:pathLst>
                <a:path w="498" h="537" extrusionOk="0">
                  <a:moveTo>
                    <a:pt x="444" y="1"/>
                  </a:moveTo>
                  <a:cubicBezTo>
                    <a:pt x="414" y="1"/>
                    <a:pt x="390" y="25"/>
                    <a:pt x="390" y="54"/>
                  </a:cubicBezTo>
                  <a:cubicBezTo>
                    <a:pt x="390" y="176"/>
                    <a:pt x="358" y="270"/>
                    <a:pt x="293" y="333"/>
                  </a:cubicBezTo>
                  <a:cubicBezTo>
                    <a:pt x="199" y="428"/>
                    <a:pt x="62" y="429"/>
                    <a:pt x="55" y="429"/>
                  </a:cubicBezTo>
                  <a:cubicBezTo>
                    <a:pt x="55" y="429"/>
                    <a:pt x="55" y="429"/>
                    <a:pt x="55" y="429"/>
                  </a:cubicBezTo>
                  <a:cubicBezTo>
                    <a:pt x="25" y="429"/>
                    <a:pt x="3" y="451"/>
                    <a:pt x="0" y="481"/>
                  </a:cubicBezTo>
                  <a:cubicBezTo>
                    <a:pt x="0" y="510"/>
                    <a:pt x="24" y="534"/>
                    <a:pt x="54" y="536"/>
                  </a:cubicBezTo>
                  <a:lnTo>
                    <a:pt x="56" y="536"/>
                  </a:lnTo>
                  <a:cubicBezTo>
                    <a:pt x="80" y="536"/>
                    <a:pt x="245" y="531"/>
                    <a:pt x="367" y="410"/>
                  </a:cubicBezTo>
                  <a:cubicBezTo>
                    <a:pt x="454" y="325"/>
                    <a:pt x="498" y="206"/>
                    <a:pt x="498" y="54"/>
                  </a:cubicBezTo>
                  <a:cubicBezTo>
                    <a:pt x="498" y="25"/>
                    <a:pt x="473" y="1"/>
                    <a:pt x="4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81" name="Google Shape;6081;p42"/>
            <p:cNvSpPr/>
            <p:nvPr/>
          </p:nvSpPr>
          <p:spPr>
            <a:xfrm>
              <a:off x="5646568" y="4345751"/>
              <a:ext cx="88492" cy="68397"/>
            </a:xfrm>
            <a:custGeom>
              <a:avLst/>
              <a:gdLst/>
              <a:ahLst/>
              <a:cxnLst/>
              <a:rect l="l" t="t" r="r" b="b"/>
              <a:pathLst>
                <a:path w="709" h="548" extrusionOk="0">
                  <a:moveTo>
                    <a:pt x="103" y="1"/>
                  </a:moveTo>
                  <a:cubicBezTo>
                    <a:pt x="79" y="1"/>
                    <a:pt x="58" y="15"/>
                    <a:pt x="51" y="38"/>
                  </a:cubicBezTo>
                  <a:cubicBezTo>
                    <a:pt x="49" y="47"/>
                    <a:pt x="1" y="210"/>
                    <a:pt x="107" y="354"/>
                  </a:cubicBezTo>
                  <a:cubicBezTo>
                    <a:pt x="202" y="482"/>
                    <a:pt x="386" y="548"/>
                    <a:pt x="655" y="548"/>
                  </a:cubicBezTo>
                  <a:cubicBezTo>
                    <a:pt x="685" y="548"/>
                    <a:pt x="709" y="524"/>
                    <a:pt x="708" y="494"/>
                  </a:cubicBezTo>
                  <a:cubicBezTo>
                    <a:pt x="708" y="465"/>
                    <a:pt x="683" y="441"/>
                    <a:pt x="654" y="441"/>
                  </a:cubicBezTo>
                  <a:cubicBezTo>
                    <a:pt x="425" y="441"/>
                    <a:pt x="267" y="389"/>
                    <a:pt x="192" y="291"/>
                  </a:cubicBezTo>
                  <a:cubicBezTo>
                    <a:pt x="119" y="192"/>
                    <a:pt x="151" y="72"/>
                    <a:pt x="153" y="69"/>
                  </a:cubicBezTo>
                  <a:cubicBezTo>
                    <a:pt x="160" y="41"/>
                    <a:pt x="145" y="12"/>
                    <a:pt x="117" y="3"/>
                  </a:cubicBezTo>
                  <a:cubicBezTo>
                    <a:pt x="112" y="1"/>
                    <a:pt x="108" y="1"/>
                    <a:pt x="1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82" name="Google Shape;6082;p42"/>
            <p:cNvSpPr/>
            <p:nvPr/>
          </p:nvSpPr>
          <p:spPr>
            <a:xfrm>
              <a:off x="5725949" y="4382196"/>
              <a:ext cx="104094" cy="68023"/>
            </a:xfrm>
            <a:custGeom>
              <a:avLst/>
              <a:gdLst/>
              <a:ahLst/>
              <a:cxnLst/>
              <a:rect l="l" t="t" r="r" b="b"/>
              <a:pathLst>
                <a:path w="834" h="545" extrusionOk="0">
                  <a:moveTo>
                    <a:pt x="781" y="0"/>
                  </a:moveTo>
                  <a:cubicBezTo>
                    <a:pt x="751" y="0"/>
                    <a:pt x="726" y="25"/>
                    <a:pt x="726" y="53"/>
                  </a:cubicBezTo>
                  <a:cubicBezTo>
                    <a:pt x="726" y="170"/>
                    <a:pt x="691" y="258"/>
                    <a:pt x="616" y="322"/>
                  </a:cubicBezTo>
                  <a:cubicBezTo>
                    <a:pt x="506" y="417"/>
                    <a:pt x="335" y="436"/>
                    <a:pt x="214" y="436"/>
                  </a:cubicBezTo>
                  <a:cubicBezTo>
                    <a:pt x="129" y="436"/>
                    <a:pt x="68" y="427"/>
                    <a:pt x="66" y="427"/>
                  </a:cubicBezTo>
                  <a:cubicBezTo>
                    <a:pt x="64" y="426"/>
                    <a:pt x="61" y="426"/>
                    <a:pt x="58" y="426"/>
                  </a:cubicBezTo>
                  <a:cubicBezTo>
                    <a:pt x="31" y="426"/>
                    <a:pt x="10" y="445"/>
                    <a:pt x="5" y="472"/>
                  </a:cubicBezTo>
                  <a:cubicBezTo>
                    <a:pt x="1" y="502"/>
                    <a:pt x="20" y="528"/>
                    <a:pt x="50" y="533"/>
                  </a:cubicBezTo>
                  <a:cubicBezTo>
                    <a:pt x="56" y="534"/>
                    <a:pt x="122" y="545"/>
                    <a:pt x="213" y="545"/>
                  </a:cubicBezTo>
                  <a:cubicBezTo>
                    <a:pt x="352" y="545"/>
                    <a:pt x="550" y="522"/>
                    <a:pt x="686" y="404"/>
                  </a:cubicBezTo>
                  <a:cubicBezTo>
                    <a:pt x="784" y="319"/>
                    <a:pt x="834" y="202"/>
                    <a:pt x="834" y="53"/>
                  </a:cubicBezTo>
                  <a:cubicBezTo>
                    <a:pt x="834" y="25"/>
                    <a:pt x="809" y="0"/>
                    <a:pt x="7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083" name="Google Shape;6083;p42"/>
          <p:cNvSpPr/>
          <p:nvPr/>
        </p:nvSpPr>
        <p:spPr>
          <a:xfrm>
            <a:off x="6860477" y="5720746"/>
            <a:ext cx="327195" cy="319928"/>
          </a:xfrm>
          <a:custGeom>
            <a:avLst/>
            <a:gdLst/>
            <a:ahLst/>
            <a:cxnLst/>
            <a:rect l="l" t="t" r="r" b="b"/>
            <a:pathLst>
              <a:path w="1981" h="1937" extrusionOk="0">
                <a:moveTo>
                  <a:pt x="991" y="1"/>
                </a:moveTo>
                <a:cubicBezTo>
                  <a:pt x="679" y="1"/>
                  <a:pt x="427" y="254"/>
                  <a:pt x="427" y="565"/>
                </a:cubicBezTo>
                <a:cubicBezTo>
                  <a:pt x="427" y="655"/>
                  <a:pt x="449" y="740"/>
                  <a:pt x="486" y="815"/>
                </a:cubicBezTo>
                <a:cubicBezTo>
                  <a:pt x="212" y="854"/>
                  <a:pt x="1" y="1090"/>
                  <a:pt x="1" y="1373"/>
                </a:cubicBezTo>
                <a:cubicBezTo>
                  <a:pt x="1" y="1685"/>
                  <a:pt x="254" y="1937"/>
                  <a:pt x="565" y="1937"/>
                </a:cubicBezTo>
                <a:cubicBezTo>
                  <a:pt x="735" y="1937"/>
                  <a:pt x="888" y="1862"/>
                  <a:pt x="991" y="1742"/>
                </a:cubicBezTo>
                <a:cubicBezTo>
                  <a:pt x="1094" y="1862"/>
                  <a:pt x="1247" y="1937"/>
                  <a:pt x="1417" y="1937"/>
                </a:cubicBezTo>
                <a:cubicBezTo>
                  <a:pt x="1729" y="1937"/>
                  <a:pt x="1981" y="1684"/>
                  <a:pt x="1981" y="1373"/>
                </a:cubicBezTo>
                <a:cubicBezTo>
                  <a:pt x="1981" y="1090"/>
                  <a:pt x="1770" y="855"/>
                  <a:pt x="1497" y="815"/>
                </a:cubicBezTo>
                <a:cubicBezTo>
                  <a:pt x="1533" y="740"/>
                  <a:pt x="1555" y="656"/>
                  <a:pt x="1555" y="565"/>
                </a:cubicBezTo>
                <a:cubicBezTo>
                  <a:pt x="1555" y="253"/>
                  <a:pt x="1302" y="1"/>
                  <a:pt x="99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084" name="Google Shape;6084;p42"/>
          <p:cNvGrpSpPr/>
          <p:nvPr/>
        </p:nvGrpSpPr>
        <p:grpSpPr>
          <a:xfrm>
            <a:off x="6931933" y="5805705"/>
            <a:ext cx="200515" cy="337275"/>
            <a:chOff x="5166915" y="4328776"/>
            <a:chExt cx="151522" cy="254867"/>
          </a:xfrm>
        </p:grpSpPr>
        <p:sp>
          <p:nvSpPr>
            <p:cNvPr id="6085" name="Google Shape;6085;p42"/>
            <p:cNvSpPr/>
            <p:nvPr/>
          </p:nvSpPr>
          <p:spPr>
            <a:xfrm>
              <a:off x="5231443" y="4328776"/>
              <a:ext cx="10609" cy="254867"/>
            </a:xfrm>
            <a:custGeom>
              <a:avLst/>
              <a:gdLst/>
              <a:ahLst/>
              <a:cxnLst/>
              <a:rect l="l" t="t" r="r" b="b"/>
              <a:pathLst>
                <a:path w="85" h="2042" extrusionOk="0">
                  <a:moveTo>
                    <a:pt x="42" y="0"/>
                  </a:moveTo>
                  <a:cubicBezTo>
                    <a:pt x="19" y="0"/>
                    <a:pt x="0" y="20"/>
                    <a:pt x="0" y="43"/>
                  </a:cubicBezTo>
                  <a:lnTo>
                    <a:pt x="0" y="2000"/>
                  </a:lnTo>
                  <a:cubicBezTo>
                    <a:pt x="0" y="2023"/>
                    <a:pt x="19" y="2042"/>
                    <a:pt x="42" y="2042"/>
                  </a:cubicBezTo>
                  <a:cubicBezTo>
                    <a:pt x="65" y="2042"/>
                    <a:pt x="84" y="2023"/>
                    <a:pt x="84" y="2000"/>
                  </a:cubicBezTo>
                  <a:lnTo>
                    <a:pt x="84" y="43"/>
                  </a:lnTo>
                  <a:cubicBezTo>
                    <a:pt x="84" y="20"/>
                    <a:pt x="65" y="0"/>
                    <a:pt x="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86" name="Google Shape;6086;p42"/>
            <p:cNvSpPr/>
            <p:nvPr/>
          </p:nvSpPr>
          <p:spPr>
            <a:xfrm>
              <a:off x="5197494" y="4339385"/>
              <a:ext cx="45681" cy="35197"/>
            </a:xfrm>
            <a:custGeom>
              <a:avLst/>
              <a:gdLst/>
              <a:ahLst/>
              <a:cxnLst/>
              <a:rect l="l" t="t" r="r" b="b"/>
              <a:pathLst>
                <a:path w="366" h="282" extrusionOk="0">
                  <a:moveTo>
                    <a:pt x="57" y="0"/>
                  </a:moveTo>
                  <a:cubicBezTo>
                    <a:pt x="55" y="0"/>
                    <a:pt x="53" y="0"/>
                    <a:pt x="51" y="0"/>
                  </a:cubicBezTo>
                  <a:cubicBezTo>
                    <a:pt x="23" y="2"/>
                    <a:pt x="0" y="28"/>
                    <a:pt x="3" y="58"/>
                  </a:cubicBezTo>
                  <a:cubicBezTo>
                    <a:pt x="3" y="63"/>
                    <a:pt x="13" y="164"/>
                    <a:pt x="95" y="230"/>
                  </a:cubicBezTo>
                  <a:cubicBezTo>
                    <a:pt x="139" y="263"/>
                    <a:pt x="193" y="282"/>
                    <a:pt x="258" y="282"/>
                  </a:cubicBezTo>
                  <a:cubicBezTo>
                    <a:pt x="275" y="282"/>
                    <a:pt x="294" y="281"/>
                    <a:pt x="316" y="277"/>
                  </a:cubicBezTo>
                  <a:cubicBezTo>
                    <a:pt x="345" y="273"/>
                    <a:pt x="365" y="246"/>
                    <a:pt x="361" y="216"/>
                  </a:cubicBezTo>
                  <a:cubicBezTo>
                    <a:pt x="358" y="191"/>
                    <a:pt x="335" y="171"/>
                    <a:pt x="309" y="171"/>
                  </a:cubicBezTo>
                  <a:cubicBezTo>
                    <a:pt x="306" y="171"/>
                    <a:pt x="304" y="171"/>
                    <a:pt x="301" y="171"/>
                  </a:cubicBezTo>
                  <a:cubicBezTo>
                    <a:pt x="286" y="173"/>
                    <a:pt x="273" y="174"/>
                    <a:pt x="259" y="174"/>
                  </a:cubicBezTo>
                  <a:cubicBezTo>
                    <a:pt x="220" y="174"/>
                    <a:pt x="187" y="165"/>
                    <a:pt x="163" y="146"/>
                  </a:cubicBezTo>
                  <a:cubicBezTo>
                    <a:pt x="117" y="110"/>
                    <a:pt x="109" y="48"/>
                    <a:pt x="109" y="47"/>
                  </a:cubicBezTo>
                  <a:cubicBezTo>
                    <a:pt x="107" y="22"/>
                    <a:pt x="84" y="0"/>
                    <a:pt x="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87" name="Google Shape;6087;p42"/>
            <p:cNvSpPr/>
            <p:nvPr/>
          </p:nvSpPr>
          <p:spPr>
            <a:xfrm>
              <a:off x="5233440" y="4355236"/>
              <a:ext cx="53045" cy="56665"/>
            </a:xfrm>
            <a:custGeom>
              <a:avLst/>
              <a:gdLst/>
              <a:ahLst/>
              <a:cxnLst/>
              <a:rect l="l" t="t" r="r" b="b"/>
              <a:pathLst>
                <a:path w="425" h="454" extrusionOk="0">
                  <a:moveTo>
                    <a:pt x="370" y="0"/>
                  </a:moveTo>
                  <a:cubicBezTo>
                    <a:pt x="340" y="0"/>
                    <a:pt x="317" y="24"/>
                    <a:pt x="317" y="53"/>
                  </a:cubicBezTo>
                  <a:cubicBezTo>
                    <a:pt x="317" y="150"/>
                    <a:pt x="291" y="222"/>
                    <a:pt x="241" y="272"/>
                  </a:cubicBezTo>
                  <a:cubicBezTo>
                    <a:pt x="165" y="346"/>
                    <a:pt x="58" y="346"/>
                    <a:pt x="54" y="346"/>
                  </a:cubicBezTo>
                  <a:cubicBezTo>
                    <a:pt x="23" y="349"/>
                    <a:pt x="2" y="370"/>
                    <a:pt x="1" y="399"/>
                  </a:cubicBezTo>
                  <a:cubicBezTo>
                    <a:pt x="1" y="428"/>
                    <a:pt x="23" y="453"/>
                    <a:pt x="53" y="454"/>
                  </a:cubicBezTo>
                  <a:lnTo>
                    <a:pt x="56" y="454"/>
                  </a:lnTo>
                  <a:cubicBezTo>
                    <a:pt x="77" y="454"/>
                    <a:pt x="214" y="450"/>
                    <a:pt x="315" y="349"/>
                  </a:cubicBezTo>
                  <a:cubicBezTo>
                    <a:pt x="386" y="279"/>
                    <a:pt x="424" y="179"/>
                    <a:pt x="424" y="53"/>
                  </a:cubicBezTo>
                  <a:cubicBezTo>
                    <a:pt x="424" y="24"/>
                    <a:pt x="400" y="0"/>
                    <a:pt x="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88" name="Google Shape;6088;p42"/>
            <p:cNvSpPr/>
            <p:nvPr/>
          </p:nvSpPr>
          <p:spPr>
            <a:xfrm>
              <a:off x="5166915" y="4389435"/>
              <a:ext cx="74388" cy="57913"/>
            </a:xfrm>
            <a:custGeom>
              <a:avLst/>
              <a:gdLst/>
              <a:ahLst/>
              <a:cxnLst/>
              <a:rect l="l" t="t" r="r" b="b"/>
              <a:pathLst>
                <a:path w="596" h="464" extrusionOk="0">
                  <a:moveTo>
                    <a:pt x="93" y="0"/>
                  </a:moveTo>
                  <a:cubicBezTo>
                    <a:pt x="71" y="0"/>
                    <a:pt x="50" y="15"/>
                    <a:pt x="42" y="38"/>
                  </a:cubicBezTo>
                  <a:cubicBezTo>
                    <a:pt x="41" y="44"/>
                    <a:pt x="0" y="183"/>
                    <a:pt x="89" y="302"/>
                  </a:cubicBezTo>
                  <a:cubicBezTo>
                    <a:pt x="169" y="410"/>
                    <a:pt x="321" y="464"/>
                    <a:pt x="543" y="464"/>
                  </a:cubicBezTo>
                  <a:cubicBezTo>
                    <a:pt x="571" y="464"/>
                    <a:pt x="595" y="439"/>
                    <a:pt x="596" y="411"/>
                  </a:cubicBezTo>
                  <a:cubicBezTo>
                    <a:pt x="596" y="382"/>
                    <a:pt x="571" y="358"/>
                    <a:pt x="543" y="358"/>
                  </a:cubicBezTo>
                  <a:cubicBezTo>
                    <a:pt x="360" y="358"/>
                    <a:pt x="233" y="317"/>
                    <a:pt x="175" y="240"/>
                  </a:cubicBezTo>
                  <a:cubicBezTo>
                    <a:pt x="119" y="163"/>
                    <a:pt x="144" y="74"/>
                    <a:pt x="145" y="69"/>
                  </a:cubicBezTo>
                  <a:cubicBezTo>
                    <a:pt x="152" y="40"/>
                    <a:pt x="137" y="11"/>
                    <a:pt x="109" y="3"/>
                  </a:cubicBezTo>
                  <a:cubicBezTo>
                    <a:pt x="104" y="1"/>
                    <a:pt x="99" y="0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89" name="Google Shape;6089;p42"/>
            <p:cNvSpPr/>
            <p:nvPr/>
          </p:nvSpPr>
          <p:spPr>
            <a:xfrm>
              <a:off x="5231443" y="4418641"/>
              <a:ext cx="86994" cy="58038"/>
            </a:xfrm>
            <a:custGeom>
              <a:avLst/>
              <a:gdLst/>
              <a:ahLst/>
              <a:cxnLst/>
              <a:rect l="l" t="t" r="r" b="b"/>
              <a:pathLst>
                <a:path w="697" h="465" extrusionOk="0">
                  <a:moveTo>
                    <a:pt x="643" y="1"/>
                  </a:moveTo>
                  <a:cubicBezTo>
                    <a:pt x="614" y="1"/>
                    <a:pt x="590" y="25"/>
                    <a:pt x="590" y="55"/>
                  </a:cubicBezTo>
                  <a:cubicBezTo>
                    <a:pt x="590" y="147"/>
                    <a:pt x="561" y="216"/>
                    <a:pt x="504" y="266"/>
                  </a:cubicBezTo>
                  <a:cubicBezTo>
                    <a:pt x="416" y="341"/>
                    <a:pt x="280" y="356"/>
                    <a:pt x="182" y="356"/>
                  </a:cubicBezTo>
                  <a:cubicBezTo>
                    <a:pt x="115" y="356"/>
                    <a:pt x="66" y="349"/>
                    <a:pt x="65" y="349"/>
                  </a:cubicBezTo>
                  <a:cubicBezTo>
                    <a:pt x="62" y="348"/>
                    <a:pt x="60" y="348"/>
                    <a:pt x="57" y="348"/>
                  </a:cubicBezTo>
                  <a:cubicBezTo>
                    <a:pt x="31" y="348"/>
                    <a:pt x="8" y="367"/>
                    <a:pt x="3" y="394"/>
                  </a:cubicBezTo>
                  <a:cubicBezTo>
                    <a:pt x="0" y="423"/>
                    <a:pt x="19" y="450"/>
                    <a:pt x="48" y="455"/>
                  </a:cubicBezTo>
                  <a:cubicBezTo>
                    <a:pt x="54" y="456"/>
                    <a:pt x="108" y="464"/>
                    <a:pt x="181" y="464"/>
                  </a:cubicBezTo>
                  <a:cubicBezTo>
                    <a:pt x="297" y="464"/>
                    <a:pt x="461" y="445"/>
                    <a:pt x="573" y="347"/>
                  </a:cubicBezTo>
                  <a:cubicBezTo>
                    <a:pt x="655" y="276"/>
                    <a:pt x="697" y="179"/>
                    <a:pt x="697" y="55"/>
                  </a:cubicBezTo>
                  <a:cubicBezTo>
                    <a:pt x="697" y="25"/>
                    <a:pt x="672" y="1"/>
                    <a:pt x="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090" name="Google Shape;6090;p42"/>
          <p:cNvSpPr/>
          <p:nvPr/>
        </p:nvSpPr>
        <p:spPr>
          <a:xfrm>
            <a:off x="7085434" y="5456973"/>
            <a:ext cx="532167" cy="520109"/>
          </a:xfrm>
          <a:custGeom>
            <a:avLst/>
            <a:gdLst/>
            <a:ahLst/>
            <a:cxnLst/>
            <a:rect l="l" t="t" r="r" b="b"/>
            <a:pathLst>
              <a:path w="3222" h="3149" extrusionOk="0">
                <a:moveTo>
                  <a:pt x="1611" y="1"/>
                </a:moveTo>
                <a:cubicBezTo>
                  <a:pt x="1105" y="1"/>
                  <a:pt x="694" y="411"/>
                  <a:pt x="694" y="917"/>
                </a:cubicBezTo>
                <a:cubicBezTo>
                  <a:pt x="694" y="1063"/>
                  <a:pt x="729" y="1201"/>
                  <a:pt x="790" y="1324"/>
                </a:cubicBezTo>
                <a:cubicBezTo>
                  <a:pt x="345" y="1387"/>
                  <a:pt x="1" y="1769"/>
                  <a:pt x="1" y="2232"/>
                </a:cubicBezTo>
                <a:cubicBezTo>
                  <a:pt x="1" y="2739"/>
                  <a:pt x="412" y="3149"/>
                  <a:pt x="918" y="3149"/>
                </a:cubicBezTo>
                <a:cubicBezTo>
                  <a:pt x="1195" y="3149"/>
                  <a:pt x="1442" y="3026"/>
                  <a:pt x="1611" y="2832"/>
                </a:cubicBezTo>
                <a:cubicBezTo>
                  <a:pt x="1780" y="3026"/>
                  <a:pt x="2027" y="3149"/>
                  <a:pt x="2305" y="3149"/>
                </a:cubicBezTo>
                <a:cubicBezTo>
                  <a:pt x="2811" y="3149"/>
                  <a:pt x="3222" y="2739"/>
                  <a:pt x="3222" y="2232"/>
                </a:cubicBezTo>
                <a:cubicBezTo>
                  <a:pt x="3222" y="1769"/>
                  <a:pt x="2878" y="1387"/>
                  <a:pt x="2433" y="1324"/>
                </a:cubicBezTo>
                <a:cubicBezTo>
                  <a:pt x="2494" y="1201"/>
                  <a:pt x="2529" y="1063"/>
                  <a:pt x="2529" y="917"/>
                </a:cubicBezTo>
                <a:cubicBezTo>
                  <a:pt x="2529" y="411"/>
                  <a:pt x="2118" y="1"/>
                  <a:pt x="16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091" name="Google Shape;6091;p42"/>
          <p:cNvGrpSpPr/>
          <p:nvPr/>
        </p:nvGrpSpPr>
        <p:grpSpPr>
          <a:xfrm>
            <a:off x="7204296" y="5594784"/>
            <a:ext cx="320923" cy="548195"/>
            <a:chOff x="5372731" y="4169390"/>
            <a:chExt cx="242510" cy="414253"/>
          </a:xfrm>
        </p:grpSpPr>
        <p:sp>
          <p:nvSpPr>
            <p:cNvPr id="6092" name="Google Shape;6092;p42"/>
            <p:cNvSpPr/>
            <p:nvPr/>
          </p:nvSpPr>
          <p:spPr>
            <a:xfrm>
              <a:off x="5475451" y="4169390"/>
              <a:ext cx="17349" cy="414253"/>
            </a:xfrm>
            <a:custGeom>
              <a:avLst/>
              <a:gdLst/>
              <a:ahLst/>
              <a:cxnLst/>
              <a:rect l="l" t="t" r="r" b="b"/>
              <a:pathLst>
                <a:path w="139" h="3319" extrusionOk="0">
                  <a:moveTo>
                    <a:pt x="69" y="1"/>
                  </a:moveTo>
                  <a:cubicBezTo>
                    <a:pt x="31" y="1"/>
                    <a:pt x="0" y="31"/>
                    <a:pt x="0" y="69"/>
                  </a:cubicBezTo>
                  <a:lnTo>
                    <a:pt x="0" y="3250"/>
                  </a:lnTo>
                  <a:cubicBezTo>
                    <a:pt x="0" y="3288"/>
                    <a:pt x="31" y="3319"/>
                    <a:pt x="69" y="3319"/>
                  </a:cubicBezTo>
                  <a:cubicBezTo>
                    <a:pt x="107" y="3319"/>
                    <a:pt x="138" y="3288"/>
                    <a:pt x="139" y="3250"/>
                  </a:cubicBezTo>
                  <a:lnTo>
                    <a:pt x="139" y="69"/>
                  </a:lnTo>
                  <a:cubicBezTo>
                    <a:pt x="139" y="31"/>
                    <a:pt x="108" y="1"/>
                    <a:pt x="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93" name="Google Shape;6093;p42"/>
            <p:cNvSpPr/>
            <p:nvPr/>
          </p:nvSpPr>
          <p:spPr>
            <a:xfrm>
              <a:off x="5422031" y="4188611"/>
              <a:ext cx="69770" cy="53295"/>
            </a:xfrm>
            <a:custGeom>
              <a:avLst/>
              <a:gdLst/>
              <a:ahLst/>
              <a:cxnLst/>
              <a:rect l="l" t="t" r="r" b="b"/>
              <a:pathLst>
                <a:path w="559" h="427" extrusionOk="0">
                  <a:moveTo>
                    <a:pt x="77" y="1"/>
                  </a:moveTo>
                  <a:cubicBezTo>
                    <a:pt x="74" y="1"/>
                    <a:pt x="72" y="1"/>
                    <a:pt x="69" y="1"/>
                  </a:cubicBezTo>
                  <a:cubicBezTo>
                    <a:pt x="30" y="3"/>
                    <a:pt x="1" y="38"/>
                    <a:pt x="5" y="78"/>
                  </a:cubicBezTo>
                  <a:cubicBezTo>
                    <a:pt x="6" y="85"/>
                    <a:pt x="21" y="243"/>
                    <a:pt x="149" y="345"/>
                  </a:cubicBezTo>
                  <a:cubicBezTo>
                    <a:pt x="219" y="400"/>
                    <a:pt x="305" y="427"/>
                    <a:pt x="405" y="427"/>
                  </a:cubicBezTo>
                  <a:cubicBezTo>
                    <a:pt x="435" y="427"/>
                    <a:pt x="464" y="425"/>
                    <a:pt x="494" y="421"/>
                  </a:cubicBezTo>
                  <a:cubicBezTo>
                    <a:pt x="532" y="414"/>
                    <a:pt x="558" y="379"/>
                    <a:pt x="553" y="340"/>
                  </a:cubicBezTo>
                  <a:cubicBezTo>
                    <a:pt x="548" y="305"/>
                    <a:pt x="519" y="279"/>
                    <a:pt x="484" y="279"/>
                  </a:cubicBezTo>
                  <a:cubicBezTo>
                    <a:pt x="481" y="279"/>
                    <a:pt x="477" y="279"/>
                    <a:pt x="474" y="279"/>
                  </a:cubicBezTo>
                  <a:cubicBezTo>
                    <a:pt x="449" y="283"/>
                    <a:pt x="426" y="285"/>
                    <a:pt x="404" y="285"/>
                  </a:cubicBezTo>
                  <a:cubicBezTo>
                    <a:pt x="336" y="285"/>
                    <a:pt x="281" y="268"/>
                    <a:pt x="238" y="235"/>
                  </a:cubicBezTo>
                  <a:cubicBezTo>
                    <a:pt x="158" y="172"/>
                    <a:pt x="146" y="68"/>
                    <a:pt x="146" y="64"/>
                  </a:cubicBezTo>
                  <a:cubicBezTo>
                    <a:pt x="142" y="29"/>
                    <a:pt x="112" y="1"/>
                    <a:pt x="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94" name="Google Shape;6094;p42"/>
            <p:cNvSpPr/>
            <p:nvPr/>
          </p:nvSpPr>
          <p:spPr>
            <a:xfrm>
              <a:off x="5481067" y="4214447"/>
              <a:ext cx="82501" cy="88118"/>
            </a:xfrm>
            <a:custGeom>
              <a:avLst/>
              <a:gdLst/>
              <a:ahLst/>
              <a:cxnLst/>
              <a:rect l="l" t="t" r="r" b="b"/>
              <a:pathLst>
                <a:path w="661" h="706" extrusionOk="0">
                  <a:moveTo>
                    <a:pt x="589" y="1"/>
                  </a:moveTo>
                  <a:cubicBezTo>
                    <a:pt x="549" y="1"/>
                    <a:pt x="517" y="33"/>
                    <a:pt x="517" y="72"/>
                  </a:cubicBezTo>
                  <a:cubicBezTo>
                    <a:pt x="517" y="233"/>
                    <a:pt x="474" y="356"/>
                    <a:pt x="389" y="440"/>
                  </a:cubicBezTo>
                  <a:cubicBezTo>
                    <a:pt x="265" y="562"/>
                    <a:pt x="86" y="563"/>
                    <a:pt x="75" y="563"/>
                  </a:cubicBezTo>
                  <a:cubicBezTo>
                    <a:pt x="74" y="563"/>
                    <a:pt x="74" y="563"/>
                    <a:pt x="74" y="563"/>
                  </a:cubicBezTo>
                  <a:lnTo>
                    <a:pt x="73" y="563"/>
                  </a:lnTo>
                  <a:cubicBezTo>
                    <a:pt x="33" y="563"/>
                    <a:pt x="3" y="594"/>
                    <a:pt x="2" y="633"/>
                  </a:cubicBezTo>
                  <a:cubicBezTo>
                    <a:pt x="1" y="673"/>
                    <a:pt x="31" y="705"/>
                    <a:pt x="70" y="706"/>
                  </a:cubicBezTo>
                  <a:lnTo>
                    <a:pt x="74" y="706"/>
                  </a:lnTo>
                  <a:cubicBezTo>
                    <a:pt x="106" y="706"/>
                    <a:pt x="324" y="700"/>
                    <a:pt x="488" y="542"/>
                  </a:cubicBezTo>
                  <a:cubicBezTo>
                    <a:pt x="602" y="430"/>
                    <a:pt x="660" y="272"/>
                    <a:pt x="660" y="72"/>
                  </a:cubicBezTo>
                  <a:cubicBezTo>
                    <a:pt x="660" y="33"/>
                    <a:pt x="628" y="1"/>
                    <a:pt x="5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95" name="Google Shape;6095;p42"/>
            <p:cNvSpPr/>
            <p:nvPr/>
          </p:nvSpPr>
          <p:spPr>
            <a:xfrm>
              <a:off x="5372731" y="4269989"/>
              <a:ext cx="116949" cy="90239"/>
            </a:xfrm>
            <a:custGeom>
              <a:avLst/>
              <a:gdLst/>
              <a:ahLst/>
              <a:cxnLst/>
              <a:rect l="l" t="t" r="r" b="b"/>
              <a:pathLst>
                <a:path w="937" h="723" extrusionOk="0">
                  <a:moveTo>
                    <a:pt x="135" y="1"/>
                  </a:moveTo>
                  <a:cubicBezTo>
                    <a:pt x="105" y="1"/>
                    <a:pt x="77" y="21"/>
                    <a:pt x="67" y="51"/>
                  </a:cubicBezTo>
                  <a:cubicBezTo>
                    <a:pt x="65" y="60"/>
                    <a:pt x="1" y="277"/>
                    <a:pt x="142" y="466"/>
                  </a:cubicBezTo>
                  <a:cubicBezTo>
                    <a:pt x="267" y="637"/>
                    <a:pt x="511" y="722"/>
                    <a:pt x="865" y="722"/>
                  </a:cubicBezTo>
                  <a:cubicBezTo>
                    <a:pt x="905" y="722"/>
                    <a:pt x="936" y="690"/>
                    <a:pt x="936" y="653"/>
                  </a:cubicBezTo>
                  <a:cubicBezTo>
                    <a:pt x="936" y="613"/>
                    <a:pt x="904" y="581"/>
                    <a:pt x="864" y="581"/>
                  </a:cubicBezTo>
                  <a:cubicBezTo>
                    <a:pt x="564" y="581"/>
                    <a:pt x="353" y="512"/>
                    <a:pt x="256" y="383"/>
                  </a:cubicBezTo>
                  <a:cubicBezTo>
                    <a:pt x="158" y="254"/>
                    <a:pt x="201" y="96"/>
                    <a:pt x="203" y="92"/>
                  </a:cubicBezTo>
                  <a:cubicBezTo>
                    <a:pt x="215" y="55"/>
                    <a:pt x="193" y="15"/>
                    <a:pt x="155" y="4"/>
                  </a:cubicBezTo>
                  <a:cubicBezTo>
                    <a:pt x="149" y="2"/>
                    <a:pt x="142" y="1"/>
                    <a:pt x="1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096" name="Google Shape;6096;p42"/>
            <p:cNvSpPr/>
            <p:nvPr/>
          </p:nvSpPr>
          <p:spPr>
            <a:xfrm>
              <a:off x="5477573" y="4317917"/>
              <a:ext cx="137668" cy="89740"/>
            </a:xfrm>
            <a:custGeom>
              <a:avLst/>
              <a:gdLst/>
              <a:ahLst/>
              <a:cxnLst/>
              <a:rect l="l" t="t" r="r" b="b"/>
              <a:pathLst>
                <a:path w="1103" h="719" extrusionOk="0">
                  <a:moveTo>
                    <a:pt x="1031" y="1"/>
                  </a:moveTo>
                  <a:cubicBezTo>
                    <a:pt x="991" y="1"/>
                    <a:pt x="960" y="33"/>
                    <a:pt x="960" y="72"/>
                  </a:cubicBezTo>
                  <a:cubicBezTo>
                    <a:pt x="960" y="228"/>
                    <a:pt x="912" y="342"/>
                    <a:pt x="813" y="427"/>
                  </a:cubicBezTo>
                  <a:cubicBezTo>
                    <a:pt x="668" y="552"/>
                    <a:pt x="442" y="578"/>
                    <a:pt x="280" y="578"/>
                  </a:cubicBezTo>
                  <a:cubicBezTo>
                    <a:pt x="170" y="578"/>
                    <a:pt x="90" y="566"/>
                    <a:pt x="88" y="565"/>
                  </a:cubicBezTo>
                  <a:cubicBezTo>
                    <a:pt x="84" y="565"/>
                    <a:pt x="80" y="564"/>
                    <a:pt x="76" y="564"/>
                  </a:cubicBezTo>
                  <a:cubicBezTo>
                    <a:pt x="43" y="564"/>
                    <a:pt x="14" y="590"/>
                    <a:pt x="8" y="624"/>
                  </a:cubicBezTo>
                  <a:cubicBezTo>
                    <a:pt x="1" y="663"/>
                    <a:pt x="29" y="698"/>
                    <a:pt x="66" y="704"/>
                  </a:cubicBezTo>
                  <a:cubicBezTo>
                    <a:pt x="76" y="705"/>
                    <a:pt x="162" y="719"/>
                    <a:pt x="280" y="719"/>
                  </a:cubicBezTo>
                  <a:cubicBezTo>
                    <a:pt x="463" y="719"/>
                    <a:pt x="726" y="688"/>
                    <a:pt x="906" y="536"/>
                  </a:cubicBezTo>
                  <a:cubicBezTo>
                    <a:pt x="1037" y="424"/>
                    <a:pt x="1103" y="269"/>
                    <a:pt x="1103" y="72"/>
                  </a:cubicBezTo>
                  <a:cubicBezTo>
                    <a:pt x="1103" y="33"/>
                    <a:pt x="1070" y="1"/>
                    <a:pt x="10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097" name="Google Shape;6097;p42"/>
          <p:cNvSpPr/>
          <p:nvPr/>
        </p:nvSpPr>
        <p:spPr>
          <a:xfrm>
            <a:off x="5296526" y="1723526"/>
            <a:ext cx="1431829" cy="4419860"/>
          </a:xfrm>
          <a:custGeom>
            <a:avLst/>
            <a:gdLst/>
            <a:ahLst/>
            <a:cxnLst/>
            <a:rect l="l" t="t" r="r" b="b"/>
            <a:pathLst>
              <a:path w="8669" h="26760" extrusionOk="0">
                <a:moveTo>
                  <a:pt x="8669" y="0"/>
                </a:moveTo>
                <a:lnTo>
                  <a:pt x="0" y="4405"/>
                </a:lnTo>
                <a:lnTo>
                  <a:pt x="0" y="26760"/>
                </a:lnTo>
                <a:lnTo>
                  <a:pt x="8669" y="26760"/>
                </a:lnTo>
                <a:lnTo>
                  <a:pt x="86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98" name="Google Shape;6098;p42"/>
          <p:cNvSpPr/>
          <p:nvPr/>
        </p:nvSpPr>
        <p:spPr>
          <a:xfrm>
            <a:off x="5468629" y="4099626"/>
            <a:ext cx="209596" cy="82584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0"/>
                </a:moveTo>
                <a:lnTo>
                  <a:pt x="1" y="500"/>
                </a:lnTo>
                <a:lnTo>
                  <a:pt x="1268" y="500"/>
                </a:lnTo>
                <a:lnTo>
                  <a:pt x="1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099" name="Google Shape;6099;p42"/>
          <p:cNvSpPr/>
          <p:nvPr/>
        </p:nvSpPr>
        <p:spPr>
          <a:xfrm>
            <a:off x="5912759" y="4099626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0"/>
                </a:moveTo>
                <a:lnTo>
                  <a:pt x="1" y="500"/>
                </a:lnTo>
                <a:lnTo>
                  <a:pt x="1232" y="500"/>
                </a:lnTo>
                <a:lnTo>
                  <a:pt x="12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0" name="Google Shape;6100;p42"/>
          <p:cNvSpPr/>
          <p:nvPr/>
        </p:nvSpPr>
        <p:spPr>
          <a:xfrm>
            <a:off x="5468629" y="4238862"/>
            <a:ext cx="209596" cy="82584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0"/>
                </a:moveTo>
                <a:lnTo>
                  <a:pt x="1" y="500"/>
                </a:lnTo>
                <a:lnTo>
                  <a:pt x="1268" y="500"/>
                </a:lnTo>
                <a:lnTo>
                  <a:pt x="12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1" name="Google Shape;6101;p42"/>
          <p:cNvSpPr/>
          <p:nvPr/>
        </p:nvSpPr>
        <p:spPr>
          <a:xfrm>
            <a:off x="5912759" y="4238862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0"/>
                </a:moveTo>
                <a:lnTo>
                  <a:pt x="1" y="500"/>
                </a:lnTo>
                <a:lnTo>
                  <a:pt x="1232" y="500"/>
                </a:lnTo>
                <a:lnTo>
                  <a:pt x="12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2" name="Google Shape;6102;p42"/>
          <p:cNvSpPr/>
          <p:nvPr/>
        </p:nvSpPr>
        <p:spPr>
          <a:xfrm>
            <a:off x="5468629" y="4377933"/>
            <a:ext cx="209596" cy="82419"/>
          </a:xfrm>
          <a:custGeom>
            <a:avLst/>
            <a:gdLst/>
            <a:ahLst/>
            <a:cxnLst/>
            <a:rect l="l" t="t" r="r" b="b"/>
            <a:pathLst>
              <a:path w="1269" h="499" extrusionOk="0">
                <a:moveTo>
                  <a:pt x="1" y="1"/>
                </a:moveTo>
                <a:lnTo>
                  <a:pt x="1" y="499"/>
                </a:lnTo>
                <a:lnTo>
                  <a:pt x="1268" y="499"/>
                </a:lnTo>
                <a:lnTo>
                  <a:pt x="12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3" name="Google Shape;6103;p42"/>
          <p:cNvSpPr/>
          <p:nvPr/>
        </p:nvSpPr>
        <p:spPr>
          <a:xfrm>
            <a:off x="5912759" y="4377933"/>
            <a:ext cx="203485" cy="82419"/>
          </a:xfrm>
          <a:custGeom>
            <a:avLst/>
            <a:gdLst/>
            <a:ahLst/>
            <a:cxnLst/>
            <a:rect l="l" t="t" r="r" b="b"/>
            <a:pathLst>
              <a:path w="1232" h="499" extrusionOk="0">
                <a:moveTo>
                  <a:pt x="1" y="1"/>
                </a:moveTo>
                <a:lnTo>
                  <a:pt x="1" y="499"/>
                </a:lnTo>
                <a:lnTo>
                  <a:pt x="1232" y="499"/>
                </a:lnTo>
                <a:lnTo>
                  <a:pt x="123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4" name="Google Shape;6104;p42"/>
          <p:cNvSpPr/>
          <p:nvPr/>
        </p:nvSpPr>
        <p:spPr>
          <a:xfrm>
            <a:off x="5468629" y="4517005"/>
            <a:ext cx="209596" cy="82584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1"/>
                </a:moveTo>
                <a:lnTo>
                  <a:pt x="1" y="500"/>
                </a:lnTo>
                <a:lnTo>
                  <a:pt x="1268" y="500"/>
                </a:lnTo>
                <a:lnTo>
                  <a:pt x="12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5" name="Google Shape;6105;p42"/>
          <p:cNvSpPr/>
          <p:nvPr/>
        </p:nvSpPr>
        <p:spPr>
          <a:xfrm>
            <a:off x="5912759" y="4517005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1"/>
                </a:moveTo>
                <a:lnTo>
                  <a:pt x="1" y="500"/>
                </a:lnTo>
                <a:lnTo>
                  <a:pt x="1232" y="500"/>
                </a:lnTo>
                <a:lnTo>
                  <a:pt x="123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6" name="Google Shape;6106;p42"/>
          <p:cNvSpPr/>
          <p:nvPr/>
        </p:nvSpPr>
        <p:spPr>
          <a:xfrm>
            <a:off x="5468629" y="4656076"/>
            <a:ext cx="209596" cy="82584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1"/>
                </a:moveTo>
                <a:lnTo>
                  <a:pt x="1" y="499"/>
                </a:lnTo>
                <a:lnTo>
                  <a:pt x="1268" y="499"/>
                </a:lnTo>
                <a:lnTo>
                  <a:pt x="12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7" name="Google Shape;6107;p42"/>
          <p:cNvSpPr/>
          <p:nvPr/>
        </p:nvSpPr>
        <p:spPr>
          <a:xfrm>
            <a:off x="5912759" y="4656076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1"/>
                </a:moveTo>
                <a:lnTo>
                  <a:pt x="1" y="499"/>
                </a:lnTo>
                <a:lnTo>
                  <a:pt x="1232" y="499"/>
                </a:lnTo>
                <a:lnTo>
                  <a:pt x="12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8" name="Google Shape;6108;p42"/>
          <p:cNvSpPr/>
          <p:nvPr/>
        </p:nvSpPr>
        <p:spPr>
          <a:xfrm>
            <a:off x="6354742" y="4099626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0"/>
                </a:moveTo>
                <a:lnTo>
                  <a:pt x="0" y="500"/>
                </a:lnTo>
                <a:lnTo>
                  <a:pt x="1231" y="500"/>
                </a:lnTo>
                <a:lnTo>
                  <a:pt x="12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09" name="Google Shape;6109;p42"/>
          <p:cNvSpPr/>
          <p:nvPr/>
        </p:nvSpPr>
        <p:spPr>
          <a:xfrm>
            <a:off x="6354742" y="4238862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0"/>
                </a:moveTo>
                <a:lnTo>
                  <a:pt x="0" y="500"/>
                </a:lnTo>
                <a:lnTo>
                  <a:pt x="1231" y="500"/>
                </a:lnTo>
                <a:lnTo>
                  <a:pt x="12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0" name="Google Shape;6110;p42"/>
          <p:cNvSpPr/>
          <p:nvPr/>
        </p:nvSpPr>
        <p:spPr>
          <a:xfrm>
            <a:off x="6354742" y="4377933"/>
            <a:ext cx="203485" cy="82419"/>
          </a:xfrm>
          <a:custGeom>
            <a:avLst/>
            <a:gdLst/>
            <a:ahLst/>
            <a:cxnLst/>
            <a:rect l="l" t="t" r="r" b="b"/>
            <a:pathLst>
              <a:path w="1232" h="499" extrusionOk="0">
                <a:moveTo>
                  <a:pt x="0" y="1"/>
                </a:moveTo>
                <a:lnTo>
                  <a:pt x="0" y="499"/>
                </a:lnTo>
                <a:lnTo>
                  <a:pt x="1231" y="499"/>
                </a:lnTo>
                <a:lnTo>
                  <a:pt x="1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1" name="Google Shape;6111;p42"/>
          <p:cNvSpPr/>
          <p:nvPr/>
        </p:nvSpPr>
        <p:spPr>
          <a:xfrm>
            <a:off x="6354742" y="4517005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1"/>
                </a:moveTo>
                <a:lnTo>
                  <a:pt x="0" y="500"/>
                </a:lnTo>
                <a:lnTo>
                  <a:pt x="1231" y="500"/>
                </a:lnTo>
                <a:lnTo>
                  <a:pt x="123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2" name="Google Shape;6112;p42"/>
          <p:cNvSpPr/>
          <p:nvPr/>
        </p:nvSpPr>
        <p:spPr>
          <a:xfrm>
            <a:off x="6354742" y="4656076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1"/>
                </a:moveTo>
                <a:lnTo>
                  <a:pt x="0" y="499"/>
                </a:lnTo>
                <a:lnTo>
                  <a:pt x="1231" y="499"/>
                </a:lnTo>
                <a:lnTo>
                  <a:pt x="1231" y="1"/>
                </a:lnTo>
                <a:close/>
              </a:path>
            </a:pathLst>
          </a:custGeom>
          <a:solidFill>
            <a:srgbClr val="D3F3F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3" name="Google Shape;6113;p42"/>
          <p:cNvSpPr/>
          <p:nvPr/>
        </p:nvSpPr>
        <p:spPr>
          <a:xfrm>
            <a:off x="5468629" y="4820418"/>
            <a:ext cx="209596" cy="82584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0"/>
                </a:moveTo>
                <a:lnTo>
                  <a:pt x="1" y="500"/>
                </a:lnTo>
                <a:lnTo>
                  <a:pt x="1268" y="500"/>
                </a:lnTo>
                <a:lnTo>
                  <a:pt x="1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4" name="Google Shape;6114;p42"/>
          <p:cNvSpPr/>
          <p:nvPr/>
        </p:nvSpPr>
        <p:spPr>
          <a:xfrm>
            <a:off x="5912759" y="4820418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0"/>
                </a:moveTo>
                <a:lnTo>
                  <a:pt x="1" y="500"/>
                </a:lnTo>
                <a:lnTo>
                  <a:pt x="1232" y="500"/>
                </a:lnTo>
                <a:lnTo>
                  <a:pt x="12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5" name="Google Shape;6115;p42"/>
          <p:cNvSpPr/>
          <p:nvPr/>
        </p:nvSpPr>
        <p:spPr>
          <a:xfrm>
            <a:off x="6354742" y="4820418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0"/>
                </a:moveTo>
                <a:lnTo>
                  <a:pt x="0" y="500"/>
                </a:lnTo>
                <a:lnTo>
                  <a:pt x="1231" y="500"/>
                </a:lnTo>
                <a:lnTo>
                  <a:pt x="12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6" name="Google Shape;6116;p42"/>
          <p:cNvSpPr/>
          <p:nvPr/>
        </p:nvSpPr>
        <p:spPr>
          <a:xfrm>
            <a:off x="5468629" y="4984594"/>
            <a:ext cx="209596" cy="82584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1"/>
                </a:moveTo>
                <a:lnTo>
                  <a:pt x="1" y="499"/>
                </a:lnTo>
                <a:lnTo>
                  <a:pt x="1268" y="499"/>
                </a:lnTo>
                <a:lnTo>
                  <a:pt x="12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7" name="Google Shape;6117;p42"/>
          <p:cNvSpPr/>
          <p:nvPr/>
        </p:nvSpPr>
        <p:spPr>
          <a:xfrm>
            <a:off x="5912759" y="4984594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1"/>
                </a:moveTo>
                <a:lnTo>
                  <a:pt x="1" y="499"/>
                </a:lnTo>
                <a:lnTo>
                  <a:pt x="1232" y="499"/>
                </a:lnTo>
                <a:lnTo>
                  <a:pt x="12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8" name="Google Shape;6118;p42"/>
          <p:cNvSpPr/>
          <p:nvPr/>
        </p:nvSpPr>
        <p:spPr>
          <a:xfrm>
            <a:off x="6354742" y="4984594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1"/>
                </a:moveTo>
                <a:lnTo>
                  <a:pt x="0" y="499"/>
                </a:lnTo>
                <a:lnTo>
                  <a:pt x="1231" y="499"/>
                </a:lnTo>
                <a:lnTo>
                  <a:pt x="123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19" name="Google Shape;6119;p42"/>
          <p:cNvSpPr/>
          <p:nvPr/>
        </p:nvSpPr>
        <p:spPr>
          <a:xfrm>
            <a:off x="5468629" y="5148936"/>
            <a:ext cx="209596" cy="82584"/>
          </a:xfrm>
          <a:custGeom>
            <a:avLst/>
            <a:gdLst/>
            <a:ahLst/>
            <a:cxnLst/>
            <a:rect l="l" t="t" r="r" b="b"/>
            <a:pathLst>
              <a:path w="1269" h="500" extrusionOk="0">
                <a:moveTo>
                  <a:pt x="1" y="0"/>
                </a:moveTo>
                <a:lnTo>
                  <a:pt x="1" y="500"/>
                </a:lnTo>
                <a:lnTo>
                  <a:pt x="1268" y="500"/>
                </a:lnTo>
                <a:lnTo>
                  <a:pt x="1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0" name="Google Shape;6120;p42"/>
          <p:cNvSpPr/>
          <p:nvPr/>
        </p:nvSpPr>
        <p:spPr>
          <a:xfrm>
            <a:off x="5912759" y="5148936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1" y="0"/>
                </a:moveTo>
                <a:lnTo>
                  <a:pt x="1" y="500"/>
                </a:lnTo>
                <a:lnTo>
                  <a:pt x="1232" y="500"/>
                </a:lnTo>
                <a:lnTo>
                  <a:pt x="12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1" name="Google Shape;6121;p42"/>
          <p:cNvSpPr/>
          <p:nvPr/>
        </p:nvSpPr>
        <p:spPr>
          <a:xfrm>
            <a:off x="6354742" y="5148936"/>
            <a:ext cx="203485" cy="82584"/>
          </a:xfrm>
          <a:custGeom>
            <a:avLst/>
            <a:gdLst/>
            <a:ahLst/>
            <a:cxnLst/>
            <a:rect l="l" t="t" r="r" b="b"/>
            <a:pathLst>
              <a:path w="1232" h="500" extrusionOk="0">
                <a:moveTo>
                  <a:pt x="0" y="0"/>
                </a:moveTo>
                <a:lnTo>
                  <a:pt x="0" y="500"/>
                </a:lnTo>
                <a:lnTo>
                  <a:pt x="1231" y="500"/>
                </a:lnTo>
                <a:lnTo>
                  <a:pt x="12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2" name="Google Shape;6122;p42"/>
          <p:cNvSpPr/>
          <p:nvPr/>
        </p:nvSpPr>
        <p:spPr>
          <a:xfrm>
            <a:off x="5469619" y="2502126"/>
            <a:ext cx="199687" cy="1517716"/>
          </a:xfrm>
          <a:custGeom>
            <a:avLst/>
            <a:gdLst/>
            <a:ahLst/>
            <a:cxnLst/>
            <a:rect l="l" t="t" r="r" b="b"/>
            <a:pathLst>
              <a:path w="1209" h="9189" extrusionOk="0">
                <a:moveTo>
                  <a:pt x="1208" y="0"/>
                </a:moveTo>
                <a:lnTo>
                  <a:pt x="1" y="509"/>
                </a:lnTo>
                <a:lnTo>
                  <a:pt x="1" y="9188"/>
                </a:lnTo>
                <a:lnTo>
                  <a:pt x="1208" y="9188"/>
                </a:lnTo>
                <a:lnTo>
                  <a:pt x="120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3" name="Google Shape;6123;p42"/>
          <p:cNvSpPr/>
          <p:nvPr/>
        </p:nvSpPr>
        <p:spPr>
          <a:xfrm>
            <a:off x="5912760" y="2338609"/>
            <a:ext cx="199521" cy="1681232"/>
          </a:xfrm>
          <a:custGeom>
            <a:avLst/>
            <a:gdLst/>
            <a:ahLst/>
            <a:cxnLst/>
            <a:rect l="l" t="t" r="r" b="b"/>
            <a:pathLst>
              <a:path w="1208" h="10179" extrusionOk="0">
                <a:moveTo>
                  <a:pt x="1208" y="1"/>
                </a:moveTo>
                <a:lnTo>
                  <a:pt x="1" y="510"/>
                </a:lnTo>
                <a:lnTo>
                  <a:pt x="1" y="10178"/>
                </a:lnTo>
                <a:lnTo>
                  <a:pt x="1208" y="10178"/>
                </a:lnTo>
                <a:lnTo>
                  <a:pt x="1208" y="1"/>
                </a:lnTo>
                <a:close/>
              </a:path>
            </a:pathLst>
          </a:custGeom>
          <a:solidFill>
            <a:srgbClr val="36738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4" name="Google Shape;6124;p42"/>
          <p:cNvSpPr/>
          <p:nvPr/>
        </p:nvSpPr>
        <p:spPr>
          <a:xfrm>
            <a:off x="5912760" y="2338609"/>
            <a:ext cx="199521" cy="1681232"/>
          </a:xfrm>
          <a:custGeom>
            <a:avLst/>
            <a:gdLst/>
            <a:ahLst/>
            <a:cxnLst/>
            <a:rect l="l" t="t" r="r" b="b"/>
            <a:pathLst>
              <a:path w="1208" h="10179" extrusionOk="0">
                <a:moveTo>
                  <a:pt x="1208" y="1"/>
                </a:moveTo>
                <a:lnTo>
                  <a:pt x="1030" y="75"/>
                </a:lnTo>
                <a:lnTo>
                  <a:pt x="1" y="510"/>
                </a:lnTo>
                <a:lnTo>
                  <a:pt x="1" y="10178"/>
                </a:lnTo>
                <a:lnTo>
                  <a:pt x="1208" y="10178"/>
                </a:lnTo>
                <a:lnTo>
                  <a:pt x="120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5" name="Google Shape;6125;p42"/>
          <p:cNvSpPr/>
          <p:nvPr/>
        </p:nvSpPr>
        <p:spPr>
          <a:xfrm>
            <a:off x="6355567" y="2163532"/>
            <a:ext cx="199687" cy="1856308"/>
          </a:xfrm>
          <a:custGeom>
            <a:avLst/>
            <a:gdLst/>
            <a:ahLst/>
            <a:cxnLst/>
            <a:rect l="l" t="t" r="r" b="b"/>
            <a:pathLst>
              <a:path w="1209" h="11239" extrusionOk="0">
                <a:moveTo>
                  <a:pt x="1209" y="1"/>
                </a:moveTo>
                <a:lnTo>
                  <a:pt x="0" y="510"/>
                </a:lnTo>
                <a:lnTo>
                  <a:pt x="0" y="11238"/>
                </a:lnTo>
                <a:lnTo>
                  <a:pt x="1209" y="11238"/>
                </a:lnTo>
                <a:lnTo>
                  <a:pt x="12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6" name="Google Shape;6126;p42"/>
          <p:cNvSpPr/>
          <p:nvPr/>
        </p:nvSpPr>
        <p:spPr>
          <a:xfrm>
            <a:off x="5620581" y="5349286"/>
            <a:ext cx="783881" cy="794287"/>
          </a:xfrm>
          <a:custGeom>
            <a:avLst/>
            <a:gdLst/>
            <a:ahLst/>
            <a:cxnLst/>
            <a:rect l="l" t="t" r="r" b="b"/>
            <a:pathLst>
              <a:path w="4746" h="4809" extrusionOk="0">
                <a:moveTo>
                  <a:pt x="1" y="1"/>
                </a:moveTo>
                <a:lnTo>
                  <a:pt x="1" y="4809"/>
                </a:lnTo>
                <a:lnTo>
                  <a:pt x="4745" y="4809"/>
                </a:lnTo>
                <a:lnTo>
                  <a:pt x="47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7" name="Google Shape;6127;p42"/>
          <p:cNvSpPr/>
          <p:nvPr/>
        </p:nvSpPr>
        <p:spPr>
          <a:xfrm>
            <a:off x="5935057" y="5722730"/>
            <a:ext cx="19655" cy="103889"/>
          </a:xfrm>
          <a:custGeom>
            <a:avLst/>
            <a:gdLst/>
            <a:ahLst/>
            <a:cxnLst/>
            <a:rect l="l" t="t" r="r" b="b"/>
            <a:pathLst>
              <a:path w="119" h="629" extrusionOk="0">
                <a:moveTo>
                  <a:pt x="60" y="0"/>
                </a:moveTo>
                <a:cubicBezTo>
                  <a:pt x="26" y="0"/>
                  <a:pt x="1" y="27"/>
                  <a:pt x="1" y="59"/>
                </a:cubicBezTo>
                <a:lnTo>
                  <a:pt x="1" y="569"/>
                </a:lnTo>
                <a:cubicBezTo>
                  <a:pt x="1" y="603"/>
                  <a:pt x="27" y="628"/>
                  <a:pt x="60" y="628"/>
                </a:cubicBezTo>
                <a:cubicBezTo>
                  <a:pt x="92" y="628"/>
                  <a:pt x="118" y="603"/>
                  <a:pt x="118" y="569"/>
                </a:cubicBezTo>
                <a:lnTo>
                  <a:pt x="118" y="59"/>
                </a:lnTo>
                <a:cubicBezTo>
                  <a:pt x="118" y="26"/>
                  <a:pt x="92" y="0"/>
                  <a:pt x="6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8" name="Google Shape;6128;p42"/>
          <p:cNvSpPr/>
          <p:nvPr/>
        </p:nvSpPr>
        <p:spPr>
          <a:xfrm>
            <a:off x="6070162" y="5722730"/>
            <a:ext cx="19489" cy="103889"/>
          </a:xfrm>
          <a:custGeom>
            <a:avLst/>
            <a:gdLst/>
            <a:ahLst/>
            <a:cxnLst/>
            <a:rect l="l" t="t" r="r" b="b"/>
            <a:pathLst>
              <a:path w="118" h="629" extrusionOk="0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lnTo>
                  <a:pt x="0" y="569"/>
                </a:lnTo>
                <a:cubicBezTo>
                  <a:pt x="0" y="603"/>
                  <a:pt x="27" y="628"/>
                  <a:pt x="59" y="628"/>
                </a:cubicBezTo>
                <a:cubicBezTo>
                  <a:pt x="91" y="628"/>
                  <a:pt x="118" y="603"/>
                  <a:pt x="118" y="569"/>
                </a:cubicBezTo>
                <a:lnTo>
                  <a:pt x="118" y="59"/>
                </a:lnTo>
                <a:cubicBezTo>
                  <a:pt x="118" y="26"/>
                  <a:pt x="91" y="0"/>
                  <a:pt x="5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29" name="Google Shape;6129;p42"/>
          <p:cNvSpPr/>
          <p:nvPr/>
        </p:nvSpPr>
        <p:spPr>
          <a:xfrm>
            <a:off x="5620580" y="5481088"/>
            <a:ext cx="409283" cy="373276"/>
          </a:xfrm>
          <a:custGeom>
            <a:avLst/>
            <a:gdLst/>
            <a:ahLst/>
            <a:cxnLst/>
            <a:rect l="l" t="t" r="r" b="b"/>
            <a:pathLst>
              <a:path w="2478" h="2260" extrusionOk="0">
                <a:moveTo>
                  <a:pt x="2478" y="1"/>
                </a:moveTo>
                <a:lnTo>
                  <a:pt x="2267" y="169"/>
                </a:lnTo>
                <a:lnTo>
                  <a:pt x="1" y="1963"/>
                </a:lnTo>
                <a:lnTo>
                  <a:pt x="1" y="2259"/>
                </a:lnTo>
                <a:lnTo>
                  <a:pt x="2267" y="463"/>
                </a:lnTo>
                <a:lnTo>
                  <a:pt x="2478" y="296"/>
                </a:lnTo>
                <a:lnTo>
                  <a:pt x="2478" y="1"/>
                </a:lnTo>
                <a:close/>
              </a:path>
            </a:pathLst>
          </a:custGeom>
          <a:solidFill>
            <a:srgbClr val="F8FD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0" name="Google Shape;6130;p42"/>
          <p:cNvSpPr/>
          <p:nvPr/>
        </p:nvSpPr>
        <p:spPr>
          <a:xfrm>
            <a:off x="5620580" y="5577216"/>
            <a:ext cx="409283" cy="372781"/>
          </a:xfrm>
          <a:custGeom>
            <a:avLst/>
            <a:gdLst/>
            <a:ahLst/>
            <a:cxnLst/>
            <a:rect l="l" t="t" r="r" b="b"/>
            <a:pathLst>
              <a:path w="2478" h="2257" extrusionOk="0">
                <a:moveTo>
                  <a:pt x="2478" y="0"/>
                </a:moveTo>
                <a:lnTo>
                  <a:pt x="2267" y="168"/>
                </a:lnTo>
                <a:lnTo>
                  <a:pt x="1" y="1962"/>
                </a:lnTo>
                <a:lnTo>
                  <a:pt x="1" y="2256"/>
                </a:lnTo>
                <a:lnTo>
                  <a:pt x="2267" y="462"/>
                </a:lnTo>
                <a:lnTo>
                  <a:pt x="2478" y="294"/>
                </a:lnTo>
                <a:lnTo>
                  <a:pt x="2478" y="0"/>
                </a:lnTo>
                <a:close/>
              </a:path>
            </a:pathLst>
          </a:custGeom>
          <a:solidFill>
            <a:srgbClr val="F8FD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1" name="Google Shape;6131;p42"/>
          <p:cNvSpPr/>
          <p:nvPr/>
        </p:nvSpPr>
        <p:spPr>
          <a:xfrm>
            <a:off x="5994846" y="5663598"/>
            <a:ext cx="409613" cy="372947"/>
          </a:xfrm>
          <a:custGeom>
            <a:avLst/>
            <a:gdLst/>
            <a:ahLst/>
            <a:cxnLst/>
            <a:rect l="l" t="t" r="r" b="b"/>
            <a:pathLst>
              <a:path w="2480" h="2258" extrusionOk="0">
                <a:moveTo>
                  <a:pt x="2479" y="1"/>
                </a:moveTo>
                <a:lnTo>
                  <a:pt x="212" y="1796"/>
                </a:lnTo>
                <a:lnTo>
                  <a:pt x="1" y="1963"/>
                </a:lnTo>
                <a:lnTo>
                  <a:pt x="1" y="2257"/>
                </a:lnTo>
                <a:lnTo>
                  <a:pt x="212" y="2090"/>
                </a:lnTo>
                <a:lnTo>
                  <a:pt x="2479" y="296"/>
                </a:lnTo>
                <a:lnTo>
                  <a:pt x="2479" y="1"/>
                </a:lnTo>
                <a:close/>
              </a:path>
            </a:pathLst>
          </a:custGeom>
          <a:solidFill>
            <a:srgbClr val="F8FD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2" name="Google Shape;6132;p42"/>
          <p:cNvSpPr/>
          <p:nvPr/>
        </p:nvSpPr>
        <p:spPr>
          <a:xfrm>
            <a:off x="5994846" y="5759561"/>
            <a:ext cx="409613" cy="372947"/>
          </a:xfrm>
          <a:custGeom>
            <a:avLst/>
            <a:gdLst/>
            <a:ahLst/>
            <a:cxnLst/>
            <a:rect l="l" t="t" r="r" b="b"/>
            <a:pathLst>
              <a:path w="2480" h="2258" extrusionOk="0">
                <a:moveTo>
                  <a:pt x="2479" y="0"/>
                </a:moveTo>
                <a:lnTo>
                  <a:pt x="212" y="1796"/>
                </a:lnTo>
                <a:lnTo>
                  <a:pt x="1" y="1963"/>
                </a:lnTo>
                <a:lnTo>
                  <a:pt x="1" y="2257"/>
                </a:lnTo>
                <a:lnTo>
                  <a:pt x="212" y="2089"/>
                </a:lnTo>
                <a:lnTo>
                  <a:pt x="2479" y="295"/>
                </a:lnTo>
                <a:lnTo>
                  <a:pt x="2479" y="0"/>
                </a:lnTo>
                <a:close/>
              </a:path>
            </a:pathLst>
          </a:custGeom>
          <a:solidFill>
            <a:srgbClr val="F8FD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3" name="Google Shape;6133;p42"/>
          <p:cNvSpPr/>
          <p:nvPr/>
        </p:nvSpPr>
        <p:spPr>
          <a:xfrm>
            <a:off x="5567397" y="5345982"/>
            <a:ext cx="890248" cy="38153"/>
          </a:xfrm>
          <a:custGeom>
            <a:avLst/>
            <a:gdLst/>
            <a:ahLst/>
            <a:cxnLst/>
            <a:rect l="l" t="t" r="r" b="b"/>
            <a:pathLst>
              <a:path w="5390" h="231" extrusionOk="0">
                <a:moveTo>
                  <a:pt x="0" y="0"/>
                </a:moveTo>
                <a:lnTo>
                  <a:pt x="0" y="231"/>
                </a:lnTo>
                <a:lnTo>
                  <a:pt x="5389" y="231"/>
                </a:lnTo>
                <a:lnTo>
                  <a:pt x="538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4" name="Google Shape;6134;p42"/>
          <p:cNvSpPr/>
          <p:nvPr/>
        </p:nvSpPr>
        <p:spPr>
          <a:xfrm>
            <a:off x="5994846" y="5379841"/>
            <a:ext cx="35180" cy="763565"/>
          </a:xfrm>
          <a:custGeom>
            <a:avLst/>
            <a:gdLst/>
            <a:ahLst/>
            <a:cxnLst/>
            <a:rect l="l" t="t" r="r" b="b"/>
            <a:pathLst>
              <a:path w="213" h="4623" extrusionOk="0">
                <a:moveTo>
                  <a:pt x="1" y="0"/>
                </a:moveTo>
                <a:lnTo>
                  <a:pt x="1" y="4623"/>
                </a:lnTo>
                <a:lnTo>
                  <a:pt x="213" y="4623"/>
                </a:lnTo>
                <a:lnTo>
                  <a:pt x="21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5" name="Google Shape;6135;p42"/>
          <p:cNvSpPr/>
          <p:nvPr/>
        </p:nvSpPr>
        <p:spPr>
          <a:xfrm>
            <a:off x="5477547" y="1953109"/>
            <a:ext cx="1009333" cy="543233"/>
          </a:xfrm>
          <a:custGeom>
            <a:avLst/>
            <a:gdLst/>
            <a:ahLst/>
            <a:cxnLst/>
            <a:rect l="l" t="t" r="r" b="b"/>
            <a:pathLst>
              <a:path w="6111" h="3289" extrusionOk="0">
                <a:moveTo>
                  <a:pt x="5926" y="0"/>
                </a:moveTo>
                <a:cubicBezTo>
                  <a:pt x="5901" y="0"/>
                  <a:pt x="5875" y="6"/>
                  <a:pt x="5852" y="18"/>
                </a:cubicBezTo>
                <a:lnTo>
                  <a:pt x="110" y="2983"/>
                </a:lnTo>
                <a:cubicBezTo>
                  <a:pt x="32" y="3024"/>
                  <a:pt x="1" y="3122"/>
                  <a:pt x="42" y="3200"/>
                </a:cubicBezTo>
                <a:cubicBezTo>
                  <a:pt x="71" y="3256"/>
                  <a:pt x="127" y="3288"/>
                  <a:pt x="185" y="3288"/>
                </a:cubicBezTo>
                <a:cubicBezTo>
                  <a:pt x="210" y="3288"/>
                  <a:pt x="235" y="3282"/>
                  <a:pt x="259" y="3270"/>
                </a:cubicBezTo>
                <a:lnTo>
                  <a:pt x="6000" y="305"/>
                </a:lnTo>
                <a:cubicBezTo>
                  <a:pt x="6080" y="265"/>
                  <a:pt x="6110" y="168"/>
                  <a:pt x="6069" y="88"/>
                </a:cubicBezTo>
                <a:cubicBezTo>
                  <a:pt x="6041" y="32"/>
                  <a:pt x="5985" y="0"/>
                  <a:pt x="5926" y="0"/>
                </a:cubicBezTo>
                <a:close/>
              </a:path>
            </a:pathLst>
          </a:custGeom>
          <a:solidFill>
            <a:srgbClr val="D3F3F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6" name="Google Shape;6136;p42"/>
          <p:cNvSpPr/>
          <p:nvPr/>
        </p:nvSpPr>
        <p:spPr>
          <a:xfrm>
            <a:off x="4524213" y="3561511"/>
            <a:ext cx="854407" cy="2646465"/>
          </a:xfrm>
          <a:custGeom>
            <a:avLst/>
            <a:gdLst/>
            <a:ahLst/>
            <a:cxnLst/>
            <a:rect l="l" t="t" r="r" b="b"/>
            <a:pathLst>
              <a:path w="5173" h="16023" extrusionOk="0">
                <a:moveTo>
                  <a:pt x="0" y="1"/>
                </a:moveTo>
                <a:lnTo>
                  <a:pt x="0" y="16023"/>
                </a:lnTo>
                <a:lnTo>
                  <a:pt x="5172" y="16023"/>
                </a:lnTo>
                <a:lnTo>
                  <a:pt x="5172" y="1"/>
                </a:lnTo>
                <a:close/>
              </a:path>
            </a:pathLst>
          </a:custGeom>
          <a:solidFill>
            <a:srgbClr val="709BB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7" name="Google Shape;6137;p42"/>
          <p:cNvSpPr/>
          <p:nvPr/>
        </p:nvSpPr>
        <p:spPr>
          <a:xfrm>
            <a:off x="4442126" y="3496930"/>
            <a:ext cx="854572" cy="2646465"/>
          </a:xfrm>
          <a:custGeom>
            <a:avLst/>
            <a:gdLst/>
            <a:ahLst/>
            <a:cxnLst/>
            <a:rect l="l" t="t" r="r" b="b"/>
            <a:pathLst>
              <a:path w="5174" h="16023" extrusionOk="0">
                <a:moveTo>
                  <a:pt x="1" y="1"/>
                </a:moveTo>
                <a:lnTo>
                  <a:pt x="1" y="16023"/>
                </a:lnTo>
                <a:lnTo>
                  <a:pt x="5173" y="16023"/>
                </a:lnTo>
                <a:lnTo>
                  <a:pt x="517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8" name="Google Shape;6138;p42"/>
          <p:cNvSpPr/>
          <p:nvPr/>
        </p:nvSpPr>
        <p:spPr>
          <a:xfrm>
            <a:off x="4533461" y="5103020"/>
            <a:ext cx="671899" cy="85061"/>
          </a:xfrm>
          <a:custGeom>
            <a:avLst/>
            <a:gdLst/>
            <a:ahLst/>
            <a:cxnLst/>
            <a:rect l="l" t="t" r="r" b="b"/>
            <a:pathLst>
              <a:path w="4068" h="515" extrusionOk="0">
                <a:moveTo>
                  <a:pt x="0" y="0"/>
                </a:moveTo>
                <a:lnTo>
                  <a:pt x="0" y="515"/>
                </a:lnTo>
                <a:lnTo>
                  <a:pt x="4068" y="515"/>
                </a:lnTo>
                <a:lnTo>
                  <a:pt x="40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39" name="Google Shape;6139;p42"/>
          <p:cNvSpPr/>
          <p:nvPr/>
        </p:nvSpPr>
        <p:spPr>
          <a:xfrm>
            <a:off x="4533461" y="5243743"/>
            <a:ext cx="671899" cy="85391"/>
          </a:xfrm>
          <a:custGeom>
            <a:avLst/>
            <a:gdLst/>
            <a:ahLst/>
            <a:cxnLst/>
            <a:rect l="l" t="t" r="r" b="b"/>
            <a:pathLst>
              <a:path w="4068" h="517" extrusionOk="0">
                <a:moveTo>
                  <a:pt x="0" y="0"/>
                </a:moveTo>
                <a:lnTo>
                  <a:pt x="0" y="516"/>
                </a:lnTo>
                <a:lnTo>
                  <a:pt x="4068" y="516"/>
                </a:lnTo>
                <a:lnTo>
                  <a:pt x="40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0" name="Google Shape;6140;p42"/>
          <p:cNvSpPr/>
          <p:nvPr/>
        </p:nvSpPr>
        <p:spPr>
          <a:xfrm>
            <a:off x="4533461" y="5382484"/>
            <a:ext cx="671899" cy="85391"/>
          </a:xfrm>
          <a:custGeom>
            <a:avLst/>
            <a:gdLst/>
            <a:ahLst/>
            <a:cxnLst/>
            <a:rect l="l" t="t" r="r" b="b"/>
            <a:pathLst>
              <a:path w="4068" h="517" extrusionOk="0">
                <a:moveTo>
                  <a:pt x="0" y="0"/>
                </a:moveTo>
                <a:lnTo>
                  <a:pt x="0" y="516"/>
                </a:lnTo>
                <a:lnTo>
                  <a:pt x="4068" y="516"/>
                </a:lnTo>
                <a:lnTo>
                  <a:pt x="40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1" name="Google Shape;6141;p42"/>
          <p:cNvSpPr/>
          <p:nvPr/>
        </p:nvSpPr>
        <p:spPr>
          <a:xfrm>
            <a:off x="4533461" y="5523207"/>
            <a:ext cx="671899" cy="85391"/>
          </a:xfrm>
          <a:custGeom>
            <a:avLst/>
            <a:gdLst/>
            <a:ahLst/>
            <a:cxnLst/>
            <a:rect l="l" t="t" r="r" b="b"/>
            <a:pathLst>
              <a:path w="4068" h="517" extrusionOk="0">
                <a:moveTo>
                  <a:pt x="0" y="1"/>
                </a:moveTo>
                <a:lnTo>
                  <a:pt x="0" y="516"/>
                </a:lnTo>
                <a:lnTo>
                  <a:pt x="4068" y="516"/>
                </a:lnTo>
                <a:lnTo>
                  <a:pt x="40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2" name="Google Shape;6142;p42"/>
          <p:cNvSpPr/>
          <p:nvPr/>
        </p:nvSpPr>
        <p:spPr>
          <a:xfrm>
            <a:off x="4533461" y="3577367"/>
            <a:ext cx="671899" cy="281775"/>
          </a:xfrm>
          <a:custGeom>
            <a:avLst/>
            <a:gdLst/>
            <a:ahLst/>
            <a:cxnLst/>
            <a:rect l="l" t="t" r="r" b="b"/>
            <a:pathLst>
              <a:path w="4068" h="1706" extrusionOk="0">
                <a:moveTo>
                  <a:pt x="0" y="1"/>
                </a:moveTo>
                <a:lnTo>
                  <a:pt x="0" y="1705"/>
                </a:lnTo>
                <a:lnTo>
                  <a:pt x="4068" y="1705"/>
                </a:lnTo>
                <a:lnTo>
                  <a:pt x="40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3" name="Google Shape;6143;p42"/>
          <p:cNvSpPr/>
          <p:nvPr/>
        </p:nvSpPr>
        <p:spPr>
          <a:xfrm>
            <a:off x="4533462" y="3920585"/>
            <a:ext cx="102404" cy="192419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19" y="1164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4" name="Google Shape;6144;p42"/>
          <p:cNvSpPr/>
          <p:nvPr/>
        </p:nvSpPr>
        <p:spPr>
          <a:xfrm>
            <a:off x="4533462" y="4152810"/>
            <a:ext cx="102404" cy="192419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19" y="1164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5" name="Google Shape;6145;p42"/>
          <p:cNvSpPr/>
          <p:nvPr/>
        </p:nvSpPr>
        <p:spPr>
          <a:xfrm>
            <a:off x="4533462" y="4384871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1"/>
                </a:moveTo>
                <a:lnTo>
                  <a:pt x="0" y="1163"/>
                </a:lnTo>
                <a:lnTo>
                  <a:pt x="619" y="1163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6" name="Google Shape;6146;p42"/>
          <p:cNvSpPr/>
          <p:nvPr/>
        </p:nvSpPr>
        <p:spPr>
          <a:xfrm>
            <a:off x="4533462" y="4616767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19" y="1163"/>
                </a:lnTo>
                <a:lnTo>
                  <a:pt x="61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7" name="Google Shape;6147;p42"/>
          <p:cNvSpPr/>
          <p:nvPr/>
        </p:nvSpPr>
        <p:spPr>
          <a:xfrm>
            <a:off x="4533462" y="4848993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19" y="1163"/>
                </a:lnTo>
                <a:lnTo>
                  <a:pt x="61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8" name="Google Shape;6148;p42"/>
          <p:cNvSpPr/>
          <p:nvPr/>
        </p:nvSpPr>
        <p:spPr>
          <a:xfrm>
            <a:off x="4723402" y="3920585"/>
            <a:ext cx="102404" cy="192419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19" y="1164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49" name="Google Shape;6149;p42"/>
          <p:cNvSpPr/>
          <p:nvPr/>
        </p:nvSpPr>
        <p:spPr>
          <a:xfrm>
            <a:off x="4723402" y="4152810"/>
            <a:ext cx="102404" cy="192419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19" y="1164"/>
                </a:lnTo>
                <a:lnTo>
                  <a:pt x="61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0" name="Google Shape;6150;p42"/>
          <p:cNvSpPr/>
          <p:nvPr/>
        </p:nvSpPr>
        <p:spPr>
          <a:xfrm>
            <a:off x="4723402" y="4384871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1"/>
                </a:moveTo>
                <a:lnTo>
                  <a:pt x="0" y="1163"/>
                </a:lnTo>
                <a:lnTo>
                  <a:pt x="619" y="1163"/>
                </a:lnTo>
                <a:lnTo>
                  <a:pt x="6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1" name="Google Shape;6151;p42"/>
          <p:cNvSpPr/>
          <p:nvPr/>
        </p:nvSpPr>
        <p:spPr>
          <a:xfrm>
            <a:off x="4723402" y="4616767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19" y="1163"/>
                </a:lnTo>
                <a:lnTo>
                  <a:pt x="61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2" name="Google Shape;6152;p42"/>
          <p:cNvSpPr/>
          <p:nvPr/>
        </p:nvSpPr>
        <p:spPr>
          <a:xfrm>
            <a:off x="4723402" y="4848993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19" y="1163"/>
                </a:lnTo>
                <a:lnTo>
                  <a:pt x="61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3" name="Google Shape;6153;p42"/>
          <p:cNvSpPr/>
          <p:nvPr/>
        </p:nvSpPr>
        <p:spPr>
          <a:xfrm>
            <a:off x="4913178" y="3920585"/>
            <a:ext cx="102404" cy="192419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20" y="1164"/>
                </a:lnTo>
                <a:lnTo>
                  <a:pt x="62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4" name="Google Shape;6154;p42"/>
          <p:cNvSpPr/>
          <p:nvPr/>
        </p:nvSpPr>
        <p:spPr>
          <a:xfrm>
            <a:off x="4913178" y="4152810"/>
            <a:ext cx="102404" cy="192419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0" y="1"/>
                </a:moveTo>
                <a:lnTo>
                  <a:pt x="0" y="1164"/>
                </a:lnTo>
                <a:lnTo>
                  <a:pt x="620" y="1164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5" name="Google Shape;6155;p42"/>
          <p:cNvSpPr/>
          <p:nvPr/>
        </p:nvSpPr>
        <p:spPr>
          <a:xfrm>
            <a:off x="4913178" y="4384871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1"/>
                </a:moveTo>
                <a:lnTo>
                  <a:pt x="0" y="1163"/>
                </a:lnTo>
                <a:lnTo>
                  <a:pt x="620" y="1163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6" name="Google Shape;6156;p42"/>
          <p:cNvSpPr/>
          <p:nvPr/>
        </p:nvSpPr>
        <p:spPr>
          <a:xfrm>
            <a:off x="4913178" y="4616767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20" y="1163"/>
                </a:lnTo>
                <a:lnTo>
                  <a:pt x="6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7" name="Google Shape;6157;p42"/>
          <p:cNvSpPr/>
          <p:nvPr/>
        </p:nvSpPr>
        <p:spPr>
          <a:xfrm>
            <a:off x="4913178" y="4848993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0" y="0"/>
                </a:moveTo>
                <a:lnTo>
                  <a:pt x="0" y="1163"/>
                </a:lnTo>
                <a:lnTo>
                  <a:pt x="620" y="1163"/>
                </a:lnTo>
                <a:lnTo>
                  <a:pt x="62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8" name="Google Shape;6158;p42"/>
          <p:cNvSpPr/>
          <p:nvPr/>
        </p:nvSpPr>
        <p:spPr>
          <a:xfrm>
            <a:off x="5102953" y="3920585"/>
            <a:ext cx="102404" cy="192419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1" y="1"/>
                </a:moveTo>
                <a:lnTo>
                  <a:pt x="1" y="1164"/>
                </a:lnTo>
                <a:lnTo>
                  <a:pt x="620" y="1164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59" name="Google Shape;6159;p42"/>
          <p:cNvSpPr/>
          <p:nvPr/>
        </p:nvSpPr>
        <p:spPr>
          <a:xfrm>
            <a:off x="5102953" y="4152810"/>
            <a:ext cx="102404" cy="192419"/>
          </a:xfrm>
          <a:custGeom>
            <a:avLst/>
            <a:gdLst/>
            <a:ahLst/>
            <a:cxnLst/>
            <a:rect l="l" t="t" r="r" b="b"/>
            <a:pathLst>
              <a:path w="620" h="1165" extrusionOk="0">
                <a:moveTo>
                  <a:pt x="1" y="1"/>
                </a:moveTo>
                <a:lnTo>
                  <a:pt x="1" y="1164"/>
                </a:lnTo>
                <a:lnTo>
                  <a:pt x="620" y="1164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0" name="Google Shape;6160;p42"/>
          <p:cNvSpPr/>
          <p:nvPr/>
        </p:nvSpPr>
        <p:spPr>
          <a:xfrm>
            <a:off x="5102953" y="4384871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1" y="1"/>
                </a:moveTo>
                <a:lnTo>
                  <a:pt x="1" y="1163"/>
                </a:lnTo>
                <a:lnTo>
                  <a:pt x="620" y="1163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1" name="Google Shape;6161;p42"/>
          <p:cNvSpPr/>
          <p:nvPr/>
        </p:nvSpPr>
        <p:spPr>
          <a:xfrm>
            <a:off x="5102953" y="4616767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1" y="0"/>
                </a:moveTo>
                <a:lnTo>
                  <a:pt x="1" y="1163"/>
                </a:lnTo>
                <a:lnTo>
                  <a:pt x="620" y="1163"/>
                </a:lnTo>
                <a:lnTo>
                  <a:pt x="62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2" name="Google Shape;6162;p42"/>
          <p:cNvSpPr/>
          <p:nvPr/>
        </p:nvSpPr>
        <p:spPr>
          <a:xfrm>
            <a:off x="5102953" y="4848993"/>
            <a:ext cx="102404" cy="192089"/>
          </a:xfrm>
          <a:custGeom>
            <a:avLst/>
            <a:gdLst/>
            <a:ahLst/>
            <a:cxnLst/>
            <a:rect l="l" t="t" r="r" b="b"/>
            <a:pathLst>
              <a:path w="620" h="1163" extrusionOk="0">
                <a:moveTo>
                  <a:pt x="1" y="0"/>
                </a:moveTo>
                <a:lnTo>
                  <a:pt x="1" y="1163"/>
                </a:lnTo>
                <a:lnTo>
                  <a:pt x="620" y="1163"/>
                </a:lnTo>
                <a:lnTo>
                  <a:pt x="6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3" name="Google Shape;6163;p42"/>
          <p:cNvSpPr/>
          <p:nvPr/>
        </p:nvSpPr>
        <p:spPr>
          <a:xfrm>
            <a:off x="4670219" y="6086758"/>
            <a:ext cx="58964" cy="58800"/>
          </a:xfrm>
          <a:custGeom>
            <a:avLst/>
            <a:gdLst/>
            <a:ahLst/>
            <a:cxnLst/>
            <a:rect l="l" t="t" r="r" b="b"/>
            <a:pathLst>
              <a:path w="357" h="356" extrusionOk="0">
                <a:moveTo>
                  <a:pt x="178" y="0"/>
                </a:moveTo>
                <a:cubicBezTo>
                  <a:pt x="80" y="0"/>
                  <a:pt x="0" y="79"/>
                  <a:pt x="0" y="178"/>
                </a:cubicBezTo>
                <a:cubicBezTo>
                  <a:pt x="0" y="276"/>
                  <a:pt x="80" y="355"/>
                  <a:pt x="178" y="355"/>
                </a:cubicBezTo>
                <a:cubicBezTo>
                  <a:pt x="276" y="355"/>
                  <a:pt x="356" y="276"/>
                  <a:pt x="356" y="178"/>
                </a:cubicBezTo>
                <a:cubicBezTo>
                  <a:pt x="356" y="81"/>
                  <a:pt x="276" y="1"/>
                  <a:pt x="1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4" name="Google Shape;6164;p42"/>
          <p:cNvSpPr/>
          <p:nvPr/>
        </p:nvSpPr>
        <p:spPr>
          <a:xfrm>
            <a:off x="4555263" y="6095512"/>
            <a:ext cx="50045" cy="50045"/>
          </a:xfrm>
          <a:custGeom>
            <a:avLst/>
            <a:gdLst/>
            <a:ahLst/>
            <a:cxnLst/>
            <a:rect l="l" t="t" r="r" b="b"/>
            <a:pathLst>
              <a:path w="303" h="303" extrusionOk="0">
                <a:moveTo>
                  <a:pt x="152" y="0"/>
                </a:moveTo>
                <a:cubicBezTo>
                  <a:pt x="68" y="0"/>
                  <a:pt x="0" y="69"/>
                  <a:pt x="0" y="152"/>
                </a:cubicBezTo>
                <a:cubicBezTo>
                  <a:pt x="0" y="235"/>
                  <a:pt x="68" y="302"/>
                  <a:pt x="152" y="302"/>
                </a:cubicBezTo>
                <a:cubicBezTo>
                  <a:pt x="235" y="302"/>
                  <a:pt x="302" y="235"/>
                  <a:pt x="302" y="152"/>
                </a:cubicBezTo>
                <a:cubicBezTo>
                  <a:pt x="302" y="70"/>
                  <a:pt x="235" y="0"/>
                  <a:pt x="1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5" name="Google Shape;6165;p42"/>
          <p:cNvSpPr/>
          <p:nvPr/>
        </p:nvSpPr>
        <p:spPr>
          <a:xfrm>
            <a:off x="4716300" y="6067102"/>
            <a:ext cx="58800" cy="58800"/>
          </a:xfrm>
          <a:custGeom>
            <a:avLst/>
            <a:gdLst/>
            <a:ahLst/>
            <a:cxnLst/>
            <a:rect l="l" t="t" r="r" b="b"/>
            <a:pathLst>
              <a:path w="356" h="356" extrusionOk="0">
                <a:moveTo>
                  <a:pt x="177" y="0"/>
                </a:moveTo>
                <a:cubicBezTo>
                  <a:pt x="79" y="0"/>
                  <a:pt x="0" y="79"/>
                  <a:pt x="0" y="177"/>
                </a:cubicBezTo>
                <a:cubicBezTo>
                  <a:pt x="0" y="277"/>
                  <a:pt x="79" y="355"/>
                  <a:pt x="177" y="355"/>
                </a:cubicBezTo>
                <a:cubicBezTo>
                  <a:pt x="277" y="355"/>
                  <a:pt x="356" y="277"/>
                  <a:pt x="356" y="177"/>
                </a:cubicBezTo>
                <a:cubicBezTo>
                  <a:pt x="356" y="80"/>
                  <a:pt x="277" y="0"/>
                  <a:pt x="17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6" name="Google Shape;6166;p42"/>
          <p:cNvSpPr/>
          <p:nvPr/>
        </p:nvSpPr>
        <p:spPr>
          <a:xfrm>
            <a:off x="4804333" y="6087915"/>
            <a:ext cx="58800" cy="58964"/>
          </a:xfrm>
          <a:custGeom>
            <a:avLst/>
            <a:gdLst/>
            <a:ahLst/>
            <a:cxnLst/>
            <a:rect l="l" t="t" r="r" b="b"/>
            <a:pathLst>
              <a:path w="356" h="357" extrusionOk="0">
                <a:moveTo>
                  <a:pt x="179" y="0"/>
                </a:moveTo>
                <a:cubicBezTo>
                  <a:pt x="79" y="0"/>
                  <a:pt x="1" y="80"/>
                  <a:pt x="1" y="178"/>
                </a:cubicBezTo>
                <a:cubicBezTo>
                  <a:pt x="1" y="276"/>
                  <a:pt x="79" y="356"/>
                  <a:pt x="179" y="356"/>
                </a:cubicBezTo>
                <a:cubicBezTo>
                  <a:pt x="277" y="356"/>
                  <a:pt x="356" y="276"/>
                  <a:pt x="356" y="178"/>
                </a:cubicBezTo>
                <a:cubicBezTo>
                  <a:pt x="356" y="81"/>
                  <a:pt x="277" y="2"/>
                  <a:pt x="179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7" name="Google Shape;6167;p42"/>
          <p:cNvSpPr/>
          <p:nvPr/>
        </p:nvSpPr>
        <p:spPr>
          <a:xfrm>
            <a:off x="4753132" y="6049596"/>
            <a:ext cx="77133" cy="77133"/>
          </a:xfrm>
          <a:custGeom>
            <a:avLst/>
            <a:gdLst/>
            <a:ahLst/>
            <a:cxnLst/>
            <a:rect l="l" t="t" r="r" b="b"/>
            <a:pathLst>
              <a:path w="467" h="467" extrusionOk="0">
                <a:moveTo>
                  <a:pt x="234" y="1"/>
                </a:moveTo>
                <a:cubicBezTo>
                  <a:pt x="105" y="1"/>
                  <a:pt x="1" y="105"/>
                  <a:pt x="1" y="233"/>
                </a:cubicBezTo>
                <a:cubicBezTo>
                  <a:pt x="1" y="362"/>
                  <a:pt x="105" y="467"/>
                  <a:pt x="234" y="467"/>
                </a:cubicBezTo>
                <a:cubicBezTo>
                  <a:pt x="362" y="467"/>
                  <a:pt x="466" y="362"/>
                  <a:pt x="466" y="233"/>
                </a:cubicBezTo>
                <a:cubicBezTo>
                  <a:pt x="466" y="105"/>
                  <a:pt x="362" y="1"/>
                  <a:pt x="234" y="1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8" name="Google Shape;6168;p42"/>
          <p:cNvSpPr/>
          <p:nvPr/>
        </p:nvSpPr>
        <p:spPr>
          <a:xfrm>
            <a:off x="4431225" y="6089236"/>
            <a:ext cx="58964" cy="58800"/>
          </a:xfrm>
          <a:custGeom>
            <a:avLst/>
            <a:gdLst/>
            <a:ahLst/>
            <a:cxnLst/>
            <a:rect l="l" t="t" r="r" b="b"/>
            <a:pathLst>
              <a:path w="357" h="356" extrusionOk="0">
                <a:moveTo>
                  <a:pt x="178" y="0"/>
                </a:moveTo>
                <a:cubicBezTo>
                  <a:pt x="80" y="0"/>
                  <a:pt x="0" y="80"/>
                  <a:pt x="0" y="178"/>
                </a:cubicBezTo>
                <a:cubicBezTo>
                  <a:pt x="0" y="276"/>
                  <a:pt x="80" y="355"/>
                  <a:pt x="178" y="355"/>
                </a:cubicBezTo>
                <a:cubicBezTo>
                  <a:pt x="277" y="355"/>
                  <a:pt x="356" y="276"/>
                  <a:pt x="356" y="178"/>
                </a:cubicBezTo>
                <a:cubicBezTo>
                  <a:pt x="356" y="80"/>
                  <a:pt x="277" y="0"/>
                  <a:pt x="1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69" name="Google Shape;6169;p42"/>
          <p:cNvSpPr/>
          <p:nvPr/>
        </p:nvSpPr>
        <p:spPr>
          <a:xfrm>
            <a:off x="4811931" y="6067434"/>
            <a:ext cx="58800" cy="58964"/>
          </a:xfrm>
          <a:custGeom>
            <a:avLst/>
            <a:gdLst/>
            <a:ahLst/>
            <a:cxnLst/>
            <a:rect l="l" t="t" r="r" b="b"/>
            <a:pathLst>
              <a:path w="356" h="357" extrusionOk="0">
                <a:moveTo>
                  <a:pt x="179" y="0"/>
                </a:moveTo>
                <a:cubicBezTo>
                  <a:pt x="79" y="0"/>
                  <a:pt x="1" y="80"/>
                  <a:pt x="1" y="178"/>
                </a:cubicBezTo>
                <a:cubicBezTo>
                  <a:pt x="1" y="277"/>
                  <a:pt x="79" y="356"/>
                  <a:pt x="179" y="356"/>
                </a:cubicBezTo>
                <a:cubicBezTo>
                  <a:pt x="277" y="356"/>
                  <a:pt x="356" y="277"/>
                  <a:pt x="356" y="178"/>
                </a:cubicBezTo>
                <a:cubicBezTo>
                  <a:pt x="356" y="81"/>
                  <a:pt x="277" y="0"/>
                  <a:pt x="179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70" name="Google Shape;6170;p42"/>
          <p:cNvSpPr/>
          <p:nvPr/>
        </p:nvSpPr>
        <p:spPr>
          <a:xfrm>
            <a:off x="4900130" y="6088409"/>
            <a:ext cx="58964" cy="58800"/>
          </a:xfrm>
          <a:custGeom>
            <a:avLst/>
            <a:gdLst/>
            <a:ahLst/>
            <a:cxnLst/>
            <a:rect l="l" t="t" r="r" b="b"/>
            <a:pathLst>
              <a:path w="357" h="356" extrusionOk="0">
                <a:moveTo>
                  <a:pt x="179" y="0"/>
                </a:moveTo>
                <a:cubicBezTo>
                  <a:pt x="81" y="0"/>
                  <a:pt x="1" y="80"/>
                  <a:pt x="1" y="177"/>
                </a:cubicBezTo>
                <a:cubicBezTo>
                  <a:pt x="1" y="276"/>
                  <a:pt x="81" y="355"/>
                  <a:pt x="179" y="355"/>
                </a:cubicBezTo>
                <a:cubicBezTo>
                  <a:pt x="277" y="355"/>
                  <a:pt x="357" y="276"/>
                  <a:pt x="357" y="177"/>
                </a:cubicBezTo>
                <a:cubicBezTo>
                  <a:pt x="357" y="80"/>
                  <a:pt x="277" y="0"/>
                  <a:pt x="179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71" name="Google Shape;6171;p42"/>
          <p:cNvSpPr/>
          <p:nvPr/>
        </p:nvSpPr>
        <p:spPr>
          <a:xfrm>
            <a:off x="4848763" y="6050256"/>
            <a:ext cx="77299" cy="76968"/>
          </a:xfrm>
          <a:custGeom>
            <a:avLst/>
            <a:gdLst/>
            <a:ahLst/>
            <a:cxnLst/>
            <a:rect l="l" t="t" r="r" b="b"/>
            <a:pathLst>
              <a:path w="468" h="466" extrusionOk="0">
                <a:moveTo>
                  <a:pt x="234" y="0"/>
                </a:moveTo>
                <a:cubicBezTo>
                  <a:pt x="105" y="0"/>
                  <a:pt x="1" y="103"/>
                  <a:pt x="1" y="232"/>
                </a:cubicBezTo>
                <a:cubicBezTo>
                  <a:pt x="1" y="361"/>
                  <a:pt x="106" y="466"/>
                  <a:pt x="234" y="466"/>
                </a:cubicBezTo>
                <a:cubicBezTo>
                  <a:pt x="363" y="466"/>
                  <a:pt x="467" y="360"/>
                  <a:pt x="467" y="232"/>
                </a:cubicBezTo>
                <a:cubicBezTo>
                  <a:pt x="467" y="103"/>
                  <a:pt x="363" y="0"/>
                  <a:pt x="2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72" name="Google Shape;6172;p42"/>
          <p:cNvSpPr/>
          <p:nvPr/>
        </p:nvSpPr>
        <p:spPr>
          <a:xfrm>
            <a:off x="4785008" y="6097164"/>
            <a:ext cx="50045" cy="50045"/>
          </a:xfrm>
          <a:custGeom>
            <a:avLst/>
            <a:gdLst/>
            <a:ahLst/>
            <a:cxnLst/>
            <a:rect l="l" t="t" r="r" b="b"/>
            <a:pathLst>
              <a:path w="303" h="303" extrusionOk="0">
                <a:moveTo>
                  <a:pt x="152" y="0"/>
                </a:moveTo>
                <a:cubicBezTo>
                  <a:pt x="68" y="0"/>
                  <a:pt x="1" y="68"/>
                  <a:pt x="1" y="152"/>
                </a:cubicBezTo>
                <a:cubicBezTo>
                  <a:pt x="1" y="235"/>
                  <a:pt x="68" y="302"/>
                  <a:pt x="152" y="302"/>
                </a:cubicBezTo>
                <a:cubicBezTo>
                  <a:pt x="235" y="302"/>
                  <a:pt x="303" y="235"/>
                  <a:pt x="303" y="152"/>
                </a:cubicBezTo>
                <a:cubicBezTo>
                  <a:pt x="303" y="68"/>
                  <a:pt x="235" y="0"/>
                  <a:pt x="152" y="0"/>
                </a:cubicBez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73" name="Google Shape;6173;p42"/>
          <p:cNvSpPr/>
          <p:nvPr/>
        </p:nvSpPr>
        <p:spPr>
          <a:xfrm>
            <a:off x="4812756" y="6105918"/>
            <a:ext cx="124536" cy="40796"/>
          </a:xfrm>
          <a:custGeom>
            <a:avLst/>
            <a:gdLst/>
            <a:ahLst/>
            <a:cxnLst/>
            <a:rect l="l" t="t" r="r" b="b"/>
            <a:pathLst>
              <a:path w="754" h="247" extrusionOk="0">
                <a:moveTo>
                  <a:pt x="1" y="1"/>
                </a:moveTo>
                <a:lnTo>
                  <a:pt x="1" y="246"/>
                </a:lnTo>
                <a:lnTo>
                  <a:pt x="754" y="246"/>
                </a:lnTo>
                <a:lnTo>
                  <a:pt x="754" y="1"/>
                </a:lnTo>
                <a:close/>
              </a:path>
            </a:pathLst>
          </a:custGeom>
          <a:solidFill>
            <a:srgbClr val="55970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74" name="Google Shape;6174;p42"/>
          <p:cNvSpPr/>
          <p:nvPr/>
        </p:nvSpPr>
        <p:spPr>
          <a:xfrm>
            <a:off x="4457816" y="6112029"/>
            <a:ext cx="37328" cy="37328"/>
          </a:xfrm>
          <a:custGeom>
            <a:avLst/>
            <a:gdLst/>
            <a:ahLst/>
            <a:cxnLst/>
            <a:rect l="l" t="t" r="r" b="b"/>
            <a:pathLst>
              <a:path w="226" h="226" extrusionOk="0">
                <a:moveTo>
                  <a:pt x="113" y="1"/>
                </a:moveTo>
                <a:cubicBezTo>
                  <a:pt x="50" y="1"/>
                  <a:pt x="0" y="51"/>
                  <a:pt x="0" y="113"/>
                </a:cubicBezTo>
                <a:cubicBezTo>
                  <a:pt x="0" y="175"/>
                  <a:pt x="50" y="226"/>
                  <a:pt x="113" y="226"/>
                </a:cubicBezTo>
                <a:cubicBezTo>
                  <a:pt x="174" y="226"/>
                  <a:pt x="225" y="175"/>
                  <a:pt x="225" y="113"/>
                </a:cubicBezTo>
                <a:cubicBezTo>
                  <a:pt x="225" y="51"/>
                  <a:pt x="174" y="1"/>
                  <a:pt x="1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175" name="Google Shape;6175;p42"/>
          <p:cNvGrpSpPr/>
          <p:nvPr/>
        </p:nvGrpSpPr>
        <p:grpSpPr>
          <a:xfrm>
            <a:off x="4316333" y="6048504"/>
            <a:ext cx="525400" cy="100919"/>
            <a:chOff x="3190391" y="4512251"/>
            <a:chExt cx="397028" cy="76261"/>
          </a:xfrm>
        </p:grpSpPr>
        <p:sp>
          <p:nvSpPr>
            <p:cNvPr id="6176" name="Google Shape;6176;p42"/>
            <p:cNvSpPr/>
            <p:nvPr/>
          </p:nvSpPr>
          <p:spPr>
            <a:xfrm>
              <a:off x="3472342" y="4548822"/>
              <a:ext cx="37818" cy="37818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51" y="0"/>
                  </a:moveTo>
                  <a:cubicBezTo>
                    <a:pt x="68" y="0"/>
                    <a:pt x="1" y="68"/>
                    <a:pt x="1" y="151"/>
                  </a:cubicBezTo>
                  <a:cubicBezTo>
                    <a:pt x="1" y="235"/>
                    <a:pt x="68" y="302"/>
                    <a:pt x="151" y="302"/>
                  </a:cubicBezTo>
                  <a:cubicBezTo>
                    <a:pt x="235" y="302"/>
                    <a:pt x="303" y="235"/>
                    <a:pt x="303" y="151"/>
                  </a:cubicBezTo>
                  <a:cubicBezTo>
                    <a:pt x="303" y="68"/>
                    <a:pt x="235" y="0"/>
                    <a:pt x="1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177" name="Google Shape;6177;p42"/>
            <p:cNvSpPr/>
            <p:nvPr/>
          </p:nvSpPr>
          <p:spPr>
            <a:xfrm>
              <a:off x="3493310" y="4555312"/>
              <a:ext cx="94109" cy="30829"/>
            </a:xfrm>
            <a:custGeom>
              <a:avLst/>
              <a:gdLst/>
              <a:ahLst/>
              <a:cxnLst/>
              <a:rect l="l" t="t" r="r" b="b"/>
              <a:pathLst>
                <a:path w="754" h="247" extrusionOk="0">
                  <a:moveTo>
                    <a:pt x="1" y="1"/>
                  </a:moveTo>
                  <a:lnTo>
                    <a:pt x="1" y="246"/>
                  </a:lnTo>
                  <a:lnTo>
                    <a:pt x="754" y="246"/>
                  </a:lnTo>
                  <a:lnTo>
                    <a:pt x="7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grpSp>
          <p:nvGrpSpPr>
            <p:cNvPr id="6178" name="Google Shape;6178;p42"/>
            <p:cNvGrpSpPr/>
            <p:nvPr/>
          </p:nvGrpSpPr>
          <p:grpSpPr>
            <a:xfrm>
              <a:off x="3190391" y="4512251"/>
              <a:ext cx="295680" cy="76261"/>
              <a:chOff x="3190391" y="4512251"/>
              <a:chExt cx="295680" cy="76261"/>
            </a:xfrm>
          </p:grpSpPr>
          <p:sp>
            <p:nvSpPr>
              <p:cNvPr id="6179" name="Google Shape;6179;p42"/>
              <p:cNvSpPr/>
              <p:nvPr/>
            </p:nvSpPr>
            <p:spPr>
              <a:xfrm>
                <a:off x="3391339" y="4525357"/>
                <a:ext cx="44433" cy="44433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56" extrusionOk="0">
                    <a:moveTo>
                      <a:pt x="178" y="0"/>
                    </a:moveTo>
                    <a:cubicBezTo>
                      <a:pt x="80" y="0"/>
                      <a:pt x="0" y="80"/>
                      <a:pt x="0" y="178"/>
                    </a:cubicBezTo>
                    <a:cubicBezTo>
                      <a:pt x="0" y="276"/>
                      <a:pt x="80" y="355"/>
                      <a:pt x="178" y="355"/>
                    </a:cubicBezTo>
                    <a:cubicBezTo>
                      <a:pt x="275" y="355"/>
                      <a:pt x="355" y="276"/>
                      <a:pt x="355" y="178"/>
                    </a:cubicBezTo>
                    <a:cubicBezTo>
                      <a:pt x="355" y="80"/>
                      <a:pt x="275" y="0"/>
                      <a:pt x="1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0" name="Google Shape;6180;p42"/>
              <p:cNvSpPr/>
              <p:nvPr/>
            </p:nvSpPr>
            <p:spPr>
              <a:xfrm>
                <a:off x="3419296" y="4512251"/>
                <a:ext cx="58163" cy="58287"/>
              </a:xfrm>
              <a:custGeom>
                <a:avLst/>
                <a:gdLst/>
                <a:ahLst/>
                <a:cxnLst/>
                <a:rect l="l" t="t" r="r" b="b"/>
                <a:pathLst>
                  <a:path w="466" h="467" extrusionOk="0">
                    <a:moveTo>
                      <a:pt x="232" y="1"/>
                    </a:moveTo>
                    <a:cubicBezTo>
                      <a:pt x="103" y="1"/>
                      <a:pt x="0" y="105"/>
                      <a:pt x="0" y="233"/>
                    </a:cubicBezTo>
                    <a:cubicBezTo>
                      <a:pt x="0" y="362"/>
                      <a:pt x="105" y="466"/>
                      <a:pt x="232" y="466"/>
                    </a:cubicBezTo>
                    <a:cubicBezTo>
                      <a:pt x="361" y="466"/>
                      <a:pt x="466" y="361"/>
                      <a:pt x="466" y="233"/>
                    </a:cubicBezTo>
                    <a:cubicBezTo>
                      <a:pt x="466" y="104"/>
                      <a:pt x="361" y="1"/>
                      <a:pt x="2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1" name="Google Shape;6181;p42"/>
              <p:cNvSpPr/>
              <p:nvPr/>
            </p:nvSpPr>
            <p:spPr>
              <a:xfrm>
                <a:off x="3391963" y="4554438"/>
                <a:ext cx="94109" cy="30829"/>
              </a:xfrm>
              <a:custGeom>
                <a:avLst/>
                <a:gdLst/>
                <a:ahLst/>
                <a:cxnLst/>
                <a:rect l="l" t="t" r="r" b="b"/>
                <a:pathLst>
                  <a:path w="754" h="247" extrusionOk="0">
                    <a:moveTo>
                      <a:pt x="0" y="0"/>
                    </a:moveTo>
                    <a:lnTo>
                      <a:pt x="0" y="246"/>
                    </a:lnTo>
                    <a:lnTo>
                      <a:pt x="753" y="246"/>
                    </a:lnTo>
                    <a:lnTo>
                      <a:pt x="75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2" name="Google Shape;6182;p42"/>
              <p:cNvSpPr/>
              <p:nvPr/>
            </p:nvSpPr>
            <p:spPr>
              <a:xfrm>
                <a:off x="3210611" y="4527229"/>
                <a:ext cx="44433" cy="44558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57" extrusionOk="0">
                    <a:moveTo>
                      <a:pt x="178" y="1"/>
                    </a:moveTo>
                    <a:cubicBezTo>
                      <a:pt x="79" y="1"/>
                      <a:pt x="0" y="80"/>
                      <a:pt x="0" y="179"/>
                    </a:cubicBezTo>
                    <a:cubicBezTo>
                      <a:pt x="0" y="277"/>
                      <a:pt x="79" y="357"/>
                      <a:pt x="178" y="357"/>
                    </a:cubicBezTo>
                    <a:cubicBezTo>
                      <a:pt x="277" y="357"/>
                      <a:pt x="355" y="277"/>
                      <a:pt x="355" y="179"/>
                    </a:cubicBezTo>
                    <a:cubicBezTo>
                      <a:pt x="355" y="80"/>
                      <a:pt x="277" y="1"/>
                      <a:pt x="1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3" name="Google Shape;6183;p42"/>
              <p:cNvSpPr/>
              <p:nvPr/>
            </p:nvSpPr>
            <p:spPr>
              <a:xfrm>
                <a:off x="3238693" y="4514248"/>
                <a:ext cx="58163" cy="58163"/>
              </a:xfrm>
              <a:custGeom>
                <a:avLst/>
                <a:gdLst/>
                <a:ahLst/>
                <a:cxnLst/>
                <a:rect l="l" t="t" r="r" b="b"/>
                <a:pathLst>
                  <a:path w="466" h="466" extrusionOk="0">
                    <a:moveTo>
                      <a:pt x="233" y="0"/>
                    </a:moveTo>
                    <a:cubicBezTo>
                      <a:pt x="104" y="0"/>
                      <a:pt x="0" y="105"/>
                      <a:pt x="0" y="232"/>
                    </a:cubicBezTo>
                    <a:cubicBezTo>
                      <a:pt x="0" y="361"/>
                      <a:pt x="104" y="466"/>
                      <a:pt x="233" y="466"/>
                    </a:cubicBezTo>
                    <a:cubicBezTo>
                      <a:pt x="363" y="466"/>
                      <a:pt x="466" y="360"/>
                      <a:pt x="466" y="232"/>
                    </a:cubicBezTo>
                    <a:cubicBezTo>
                      <a:pt x="466" y="103"/>
                      <a:pt x="363" y="0"/>
                      <a:pt x="2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4" name="Google Shape;6184;p42"/>
              <p:cNvSpPr/>
              <p:nvPr/>
            </p:nvSpPr>
            <p:spPr>
              <a:xfrm>
                <a:off x="3190391" y="4549695"/>
                <a:ext cx="37818" cy="3781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303" extrusionOk="0">
                    <a:moveTo>
                      <a:pt x="152" y="1"/>
                    </a:moveTo>
                    <a:cubicBezTo>
                      <a:pt x="68" y="1"/>
                      <a:pt x="1" y="68"/>
                      <a:pt x="1" y="152"/>
                    </a:cubicBezTo>
                    <a:cubicBezTo>
                      <a:pt x="1" y="235"/>
                      <a:pt x="68" y="302"/>
                      <a:pt x="152" y="302"/>
                    </a:cubicBezTo>
                    <a:cubicBezTo>
                      <a:pt x="235" y="302"/>
                      <a:pt x="302" y="235"/>
                      <a:pt x="302" y="152"/>
                    </a:cubicBezTo>
                    <a:cubicBezTo>
                      <a:pt x="302" y="68"/>
                      <a:pt x="235" y="1"/>
                      <a:pt x="1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5" name="Google Shape;6185;p42"/>
              <p:cNvSpPr/>
              <p:nvPr/>
            </p:nvSpPr>
            <p:spPr>
              <a:xfrm>
                <a:off x="3211226" y="4556300"/>
                <a:ext cx="870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247" extrusionOk="0">
                    <a:moveTo>
                      <a:pt x="0" y="1"/>
                    </a:moveTo>
                    <a:lnTo>
                      <a:pt x="0" y="246"/>
                    </a:lnTo>
                    <a:lnTo>
                      <a:pt x="753" y="246"/>
                    </a:lnTo>
                    <a:lnTo>
                      <a:pt x="75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6" name="Google Shape;6186;p42"/>
              <p:cNvSpPr/>
              <p:nvPr/>
            </p:nvSpPr>
            <p:spPr>
              <a:xfrm>
                <a:off x="3312333" y="4543205"/>
                <a:ext cx="33325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7" extrusionOk="0">
                    <a:moveTo>
                      <a:pt x="134" y="0"/>
                    </a:moveTo>
                    <a:cubicBezTo>
                      <a:pt x="61" y="0"/>
                      <a:pt x="1" y="61"/>
                      <a:pt x="1" y="133"/>
                    </a:cubicBezTo>
                    <a:cubicBezTo>
                      <a:pt x="1" y="206"/>
                      <a:pt x="61" y="266"/>
                      <a:pt x="134" y="266"/>
                    </a:cubicBezTo>
                    <a:cubicBezTo>
                      <a:pt x="207" y="266"/>
                      <a:pt x="267" y="206"/>
                      <a:pt x="267" y="133"/>
                    </a:cubicBezTo>
                    <a:cubicBezTo>
                      <a:pt x="267" y="61"/>
                      <a:pt x="207" y="0"/>
                      <a:pt x="1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7" name="Google Shape;6187;p42"/>
              <p:cNvSpPr/>
              <p:nvPr/>
            </p:nvSpPr>
            <p:spPr>
              <a:xfrm>
                <a:off x="3362382" y="4555187"/>
                <a:ext cx="33325" cy="33325"/>
              </a:xfrm>
              <a:custGeom>
                <a:avLst/>
                <a:gdLst/>
                <a:ahLst/>
                <a:cxnLst/>
                <a:rect l="l" t="t" r="r" b="b"/>
                <a:pathLst>
                  <a:path w="267" h="267" extrusionOk="0">
                    <a:moveTo>
                      <a:pt x="134" y="1"/>
                    </a:moveTo>
                    <a:cubicBezTo>
                      <a:pt x="60" y="1"/>
                      <a:pt x="1" y="61"/>
                      <a:pt x="1" y="134"/>
                    </a:cubicBezTo>
                    <a:cubicBezTo>
                      <a:pt x="1" y="206"/>
                      <a:pt x="60" y="267"/>
                      <a:pt x="134" y="267"/>
                    </a:cubicBezTo>
                    <a:cubicBezTo>
                      <a:pt x="206" y="267"/>
                      <a:pt x="267" y="206"/>
                      <a:pt x="267" y="134"/>
                    </a:cubicBezTo>
                    <a:cubicBezTo>
                      <a:pt x="267" y="59"/>
                      <a:pt x="206" y="1"/>
                      <a:pt x="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8" name="Google Shape;6188;p42"/>
              <p:cNvSpPr/>
              <p:nvPr/>
            </p:nvSpPr>
            <p:spPr>
              <a:xfrm>
                <a:off x="3333426" y="4533470"/>
                <a:ext cx="4356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349" extrusionOk="0">
                    <a:moveTo>
                      <a:pt x="175" y="1"/>
                    </a:moveTo>
                    <a:cubicBezTo>
                      <a:pt x="78" y="1"/>
                      <a:pt x="1" y="78"/>
                      <a:pt x="1" y="175"/>
                    </a:cubicBezTo>
                    <a:cubicBezTo>
                      <a:pt x="1" y="271"/>
                      <a:pt x="78" y="349"/>
                      <a:pt x="175" y="349"/>
                    </a:cubicBezTo>
                    <a:cubicBezTo>
                      <a:pt x="271" y="349"/>
                      <a:pt x="348" y="271"/>
                      <a:pt x="348" y="175"/>
                    </a:cubicBezTo>
                    <a:cubicBezTo>
                      <a:pt x="348" y="78"/>
                      <a:pt x="271" y="1"/>
                      <a:pt x="1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  <p:sp>
            <p:nvSpPr>
              <p:cNvPr id="6189" name="Google Shape;6189;p42"/>
              <p:cNvSpPr/>
              <p:nvPr/>
            </p:nvSpPr>
            <p:spPr>
              <a:xfrm>
                <a:off x="3312707" y="4565047"/>
                <a:ext cx="70644" cy="2309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185" extrusionOk="0">
                    <a:moveTo>
                      <a:pt x="1" y="0"/>
                    </a:moveTo>
                    <a:lnTo>
                      <a:pt x="1" y="185"/>
                    </a:lnTo>
                    <a:lnTo>
                      <a:pt x="566" y="185"/>
                    </a:lnTo>
                    <a:lnTo>
                      <a:pt x="5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/>
                <a:endParaRPr sz="1867"/>
              </a:p>
            </p:txBody>
          </p:sp>
        </p:grpSp>
      </p:grpSp>
      <p:sp>
        <p:nvSpPr>
          <p:cNvPr id="6190" name="Google Shape;6190;p42"/>
          <p:cNvSpPr/>
          <p:nvPr/>
        </p:nvSpPr>
        <p:spPr>
          <a:xfrm>
            <a:off x="5238388" y="6085601"/>
            <a:ext cx="55496" cy="55496"/>
          </a:xfrm>
          <a:custGeom>
            <a:avLst/>
            <a:gdLst/>
            <a:ahLst/>
            <a:cxnLst/>
            <a:rect l="l" t="t" r="r" b="b"/>
            <a:pathLst>
              <a:path w="336" h="336" extrusionOk="0">
                <a:moveTo>
                  <a:pt x="168" y="1"/>
                </a:moveTo>
                <a:cubicBezTo>
                  <a:pt x="76" y="1"/>
                  <a:pt x="0" y="76"/>
                  <a:pt x="0" y="168"/>
                </a:cubicBezTo>
                <a:cubicBezTo>
                  <a:pt x="0" y="261"/>
                  <a:pt x="76" y="335"/>
                  <a:pt x="168" y="335"/>
                </a:cubicBezTo>
                <a:cubicBezTo>
                  <a:pt x="261" y="335"/>
                  <a:pt x="336" y="261"/>
                  <a:pt x="336" y="168"/>
                </a:cubicBezTo>
                <a:cubicBezTo>
                  <a:pt x="336" y="76"/>
                  <a:pt x="261" y="1"/>
                  <a:pt x="168" y="1"/>
                </a:cubicBezTo>
                <a:close/>
              </a:path>
            </a:pathLst>
          </a:custGeom>
          <a:solidFill>
            <a:srgbClr val="8DBA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91" name="Google Shape;6191;p42"/>
          <p:cNvSpPr/>
          <p:nvPr/>
        </p:nvSpPr>
        <p:spPr>
          <a:xfrm>
            <a:off x="5131691" y="6085106"/>
            <a:ext cx="55661" cy="55496"/>
          </a:xfrm>
          <a:custGeom>
            <a:avLst/>
            <a:gdLst/>
            <a:ahLst/>
            <a:cxnLst/>
            <a:rect l="l" t="t" r="r" b="b"/>
            <a:pathLst>
              <a:path w="337" h="336" extrusionOk="0">
                <a:moveTo>
                  <a:pt x="168" y="1"/>
                </a:moveTo>
                <a:cubicBezTo>
                  <a:pt x="76" y="1"/>
                  <a:pt x="0" y="76"/>
                  <a:pt x="0" y="169"/>
                </a:cubicBezTo>
                <a:cubicBezTo>
                  <a:pt x="0" y="261"/>
                  <a:pt x="76" y="335"/>
                  <a:pt x="168" y="335"/>
                </a:cubicBezTo>
                <a:cubicBezTo>
                  <a:pt x="260" y="335"/>
                  <a:pt x="336" y="261"/>
                  <a:pt x="336" y="169"/>
                </a:cubicBezTo>
                <a:cubicBezTo>
                  <a:pt x="336" y="76"/>
                  <a:pt x="260" y="1"/>
                  <a:pt x="168" y="1"/>
                </a:cubicBezTo>
                <a:close/>
              </a:path>
            </a:pathLst>
          </a:custGeom>
          <a:solidFill>
            <a:srgbClr val="8DBA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92" name="Google Shape;6192;p42"/>
          <p:cNvSpPr/>
          <p:nvPr/>
        </p:nvSpPr>
        <p:spPr>
          <a:xfrm>
            <a:off x="4746196" y="6053561"/>
            <a:ext cx="65241" cy="65241"/>
          </a:xfrm>
          <a:custGeom>
            <a:avLst/>
            <a:gdLst/>
            <a:ahLst/>
            <a:cxnLst/>
            <a:rect l="l" t="t" r="r" b="b"/>
            <a:pathLst>
              <a:path w="395" h="395" extrusionOk="0">
                <a:moveTo>
                  <a:pt x="198" y="0"/>
                </a:moveTo>
                <a:cubicBezTo>
                  <a:pt x="89" y="0"/>
                  <a:pt x="1" y="88"/>
                  <a:pt x="1" y="197"/>
                </a:cubicBezTo>
                <a:cubicBezTo>
                  <a:pt x="1" y="305"/>
                  <a:pt x="89" y="394"/>
                  <a:pt x="198" y="394"/>
                </a:cubicBezTo>
                <a:cubicBezTo>
                  <a:pt x="307" y="394"/>
                  <a:pt x="395" y="305"/>
                  <a:pt x="395" y="197"/>
                </a:cubicBezTo>
                <a:cubicBezTo>
                  <a:pt x="395" y="87"/>
                  <a:pt x="307" y="0"/>
                  <a:pt x="19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193" name="Google Shape;6193;p42"/>
          <p:cNvSpPr/>
          <p:nvPr/>
        </p:nvSpPr>
        <p:spPr>
          <a:xfrm>
            <a:off x="4969499" y="6094356"/>
            <a:ext cx="49055" cy="49055"/>
          </a:xfrm>
          <a:custGeom>
            <a:avLst/>
            <a:gdLst/>
            <a:ahLst/>
            <a:cxnLst/>
            <a:rect l="l" t="t" r="r" b="b"/>
            <a:pathLst>
              <a:path w="297" h="297" extrusionOk="0">
                <a:moveTo>
                  <a:pt x="149" y="0"/>
                </a:moveTo>
                <a:cubicBezTo>
                  <a:pt x="67" y="0"/>
                  <a:pt x="0" y="67"/>
                  <a:pt x="0" y="148"/>
                </a:cubicBezTo>
                <a:cubicBezTo>
                  <a:pt x="0" y="230"/>
                  <a:pt x="67" y="297"/>
                  <a:pt x="149" y="297"/>
                </a:cubicBezTo>
                <a:cubicBezTo>
                  <a:pt x="230" y="297"/>
                  <a:pt x="297" y="230"/>
                  <a:pt x="297" y="148"/>
                </a:cubicBezTo>
                <a:cubicBezTo>
                  <a:pt x="297" y="67"/>
                  <a:pt x="230" y="0"/>
                  <a:pt x="149" y="0"/>
                </a:cubicBezTo>
                <a:close/>
              </a:path>
            </a:pathLst>
          </a:custGeom>
          <a:solidFill>
            <a:srgbClr val="8DBA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194" name="Google Shape;6194;p42"/>
          <p:cNvGrpSpPr/>
          <p:nvPr/>
        </p:nvGrpSpPr>
        <p:grpSpPr>
          <a:xfrm>
            <a:off x="4722807" y="6031327"/>
            <a:ext cx="708907" cy="112149"/>
            <a:chOff x="3497550" y="4499271"/>
            <a:chExt cx="535698" cy="84748"/>
          </a:xfrm>
        </p:grpSpPr>
        <p:sp>
          <p:nvSpPr>
            <p:cNvPr id="6195" name="Google Shape;6195;p42"/>
            <p:cNvSpPr/>
            <p:nvPr/>
          </p:nvSpPr>
          <p:spPr>
            <a:xfrm>
              <a:off x="3909808" y="4515247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7" y="0"/>
                  </a:moveTo>
                  <a:cubicBezTo>
                    <a:pt x="88" y="0"/>
                    <a:pt x="0" y="89"/>
                    <a:pt x="0" y="198"/>
                  </a:cubicBezTo>
                  <a:cubicBezTo>
                    <a:pt x="0" y="306"/>
                    <a:pt x="88" y="394"/>
                    <a:pt x="197" y="394"/>
                  </a:cubicBezTo>
                  <a:cubicBezTo>
                    <a:pt x="306" y="394"/>
                    <a:pt x="394" y="306"/>
                    <a:pt x="394" y="198"/>
                  </a:cubicBezTo>
                  <a:cubicBezTo>
                    <a:pt x="394" y="89"/>
                    <a:pt x="306" y="0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196" name="Google Shape;6196;p42"/>
            <p:cNvSpPr/>
            <p:nvPr/>
          </p:nvSpPr>
          <p:spPr>
            <a:xfrm>
              <a:off x="3983946" y="4532970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1"/>
                  </a:moveTo>
                  <a:cubicBezTo>
                    <a:pt x="89" y="1"/>
                    <a:pt x="1" y="89"/>
                    <a:pt x="1" y="198"/>
                  </a:cubicBezTo>
                  <a:cubicBezTo>
                    <a:pt x="1" y="306"/>
                    <a:pt x="89" y="394"/>
                    <a:pt x="198" y="394"/>
                  </a:cubicBezTo>
                  <a:cubicBezTo>
                    <a:pt x="307" y="394"/>
                    <a:pt x="395" y="306"/>
                    <a:pt x="395" y="198"/>
                  </a:cubicBezTo>
                  <a:cubicBezTo>
                    <a:pt x="395" y="88"/>
                    <a:pt x="307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197" name="Google Shape;6197;p42"/>
            <p:cNvSpPr/>
            <p:nvPr/>
          </p:nvSpPr>
          <p:spPr>
            <a:xfrm>
              <a:off x="3940761" y="4500519"/>
              <a:ext cx="64778" cy="64653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260" y="1"/>
                  </a:moveTo>
                  <a:cubicBezTo>
                    <a:pt x="117" y="1"/>
                    <a:pt x="1" y="116"/>
                    <a:pt x="1" y="260"/>
                  </a:cubicBezTo>
                  <a:cubicBezTo>
                    <a:pt x="1" y="402"/>
                    <a:pt x="117" y="517"/>
                    <a:pt x="260" y="517"/>
                  </a:cubicBezTo>
                  <a:cubicBezTo>
                    <a:pt x="402" y="517"/>
                    <a:pt x="519" y="403"/>
                    <a:pt x="519" y="260"/>
                  </a:cubicBezTo>
                  <a:cubicBezTo>
                    <a:pt x="519" y="117"/>
                    <a:pt x="402" y="1"/>
                    <a:pt x="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198" name="Google Shape;6198;p42"/>
            <p:cNvSpPr/>
            <p:nvPr/>
          </p:nvSpPr>
          <p:spPr>
            <a:xfrm>
              <a:off x="3910307" y="4547573"/>
              <a:ext cx="104593" cy="34074"/>
            </a:xfrm>
            <a:custGeom>
              <a:avLst/>
              <a:gdLst/>
              <a:ahLst/>
              <a:cxnLst/>
              <a:rect l="l" t="t" r="r" b="b"/>
              <a:pathLst>
                <a:path w="838" h="273" extrusionOk="0">
                  <a:moveTo>
                    <a:pt x="0" y="0"/>
                  </a:moveTo>
                  <a:lnTo>
                    <a:pt x="0" y="272"/>
                  </a:lnTo>
                  <a:lnTo>
                    <a:pt x="837" y="272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199" name="Google Shape;6199;p42"/>
            <p:cNvSpPr/>
            <p:nvPr/>
          </p:nvSpPr>
          <p:spPr>
            <a:xfrm>
              <a:off x="3829304" y="4514997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7" y="0"/>
                  </a:moveTo>
                  <a:cubicBezTo>
                    <a:pt x="89" y="0"/>
                    <a:pt x="1" y="88"/>
                    <a:pt x="1" y="197"/>
                  </a:cubicBezTo>
                  <a:cubicBezTo>
                    <a:pt x="1" y="306"/>
                    <a:pt x="89" y="394"/>
                    <a:pt x="197" y="394"/>
                  </a:cubicBezTo>
                  <a:cubicBezTo>
                    <a:pt x="307" y="394"/>
                    <a:pt x="395" y="306"/>
                    <a:pt x="395" y="197"/>
                  </a:cubicBezTo>
                  <a:cubicBezTo>
                    <a:pt x="395" y="88"/>
                    <a:pt x="307" y="0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0" name="Google Shape;6200;p42"/>
            <p:cNvSpPr/>
            <p:nvPr/>
          </p:nvSpPr>
          <p:spPr>
            <a:xfrm>
              <a:off x="3903567" y="4532721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201" y="0"/>
                  </a:moveTo>
                  <a:cubicBezTo>
                    <a:pt x="200" y="0"/>
                    <a:pt x="199" y="0"/>
                    <a:pt x="198" y="1"/>
                  </a:cubicBezTo>
                  <a:cubicBezTo>
                    <a:pt x="88" y="1"/>
                    <a:pt x="0" y="88"/>
                    <a:pt x="0" y="197"/>
                  </a:cubicBezTo>
                  <a:cubicBezTo>
                    <a:pt x="0" y="305"/>
                    <a:pt x="88" y="394"/>
                    <a:pt x="198" y="394"/>
                  </a:cubicBezTo>
                  <a:cubicBezTo>
                    <a:pt x="306" y="394"/>
                    <a:pt x="394" y="305"/>
                    <a:pt x="394" y="197"/>
                  </a:cubicBezTo>
                  <a:cubicBezTo>
                    <a:pt x="394" y="89"/>
                    <a:pt x="308" y="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1" name="Google Shape;6201;p42"/>
            <p:cNvSpPr/>
            <p:nvPr/>
          </p:nvSpPr>
          <p:spPr>
            <a:xfrm>
              <a:off x="3860507" y="4500269"/>
              <a:ext cx="64528" cy="64653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258" y="1"/>
                  </a:moveTo>
                  <a:cubicBezTo>
                    <a:pt x="116" y="1"/>
                    <a:pt x="0" y="115"/>
                    <a:pt x="0" y="258"/>
                  </a:cubicBezTo>
                  <a:cubicBezTo>
                    <a:pt x="0" y="401"/>
                    <a:pt x="116" y="517"/>
                    <a:pt x="258" y="517"/>
                  </a:cubicBezTo>
                  <a:cubicBezTo>
                    <a:pt x="400" y="517"/>
                    <a:pt x="517" y="402"/>
                    <a:pt x="517" y="258"/>
                  </a:cubicBezTo>
                  <a:cubicBezTo>
                    <a:pt x="517" y="115"/>
                    <a:pt x="400" y="1"/>
                    <a:pt x="2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2" name="Google Shape;6202;p42"/>
            <p:cNvSpPr/>
            <p:nvPr/>
          </p:nvSpPr>
          <p:spPr>
            <a:xfrm>
              <a:off x="3829803" y="4547199"/>
              <a:ext cx="104593" cy="34199"/>
            </a:xfrm>
            <a:custGeom>
              <a:avLst/>
              <a:gdLst/>
              <a:ahLst/>
              <a:cxnLst/>
              <a:rect l="l" t="t" r="r" b="b"/>
              <a:pathLst>
                <a:path w="838" h="274" extrusionOk="0">
                  <a:moveTo>
                    <a:pt x="1" y="0"/>
                  </a:moveTo>
                  <a:lnTo>
                    <a:pt x="1" y="273"/>
                  </a:lnTo>
                  <a:lnTo>
                    <a:pt x="838" y="273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3" name="Google Shape;6203;p42"/>
            <p:cNvSpPr/>
            <p:nvPr/>
          </p:nvSpPr>
          <p:spPr>
            <a:xfrm>
              <a:off x="3589540" y="4533594"/>
              <a:ext cx="49176" cy="49301"/>
            </a:xfrm>
            <a:custGeom>
              <a:avLst/>
              <a:gdLst/>
              <a:ahLst/>
              <a:cxnLst/>
              <a:rect l="l" t="t" r="r" b="b"/>
              <a:pathLst>
                <a:path w="394" h="395" extrusionOk="0">
                  <a:moveTo>
                    <a:pt x="198" y="1"/>
                  </a:moveTo>
                  <a:cubicBezTo>
                    <a:pt x="89" y="1"/>
                    <a:pt x="0" y="89"/>
                    <a:pt x="0" y="198"/>
                  </a:cubicBezTo>
                  <a:cubicBezTo>
                    <a:pt x="0" y="307"/>
                    <a:pt x="89" y="395"/>
                    <a:pt x="198" y="395"/>
                  </a:cubicBezTo>
                  <a:cubicBezTo>
                    <a:pt x="306" y="395"/>
                    <a:pt x="394" y="307"/>
                    <a:pt x="394" y="198"/>
                  </a:cubicBezTo>
                  <a:cubicBezTo>
                    <a:pt x="394" y="89"/>
                    <a:pt x="306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4" name="Google Shape;6204;p42"/>
            <p:cNvSpPr/>
            <p:nvPr/>
          </p:nvSpPr>
          <p:spPr>
            <a:xfrm>
              <a:off x="3546480" y="4501393"/>
              <a:ext cx="64528" cy="64653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262" y="1"/>
                  </a:moveTo>
                  <a:cubicBezTo>
                    <a:pt x="261" y="1"/>
                    <a:pt x="259" y="1"/>
                    <a:pt x="258" y="1"/>
                  </a:cubicBezTo>
                  <a:cubicBezTo>
                    <a:pt x="116" y="1"/>
                    <a:pt x="0" y="116"/>
                    <a:pt x="0" y="259"/>
                  </a:cubicBezTo>
                  <a:cubicBezTo>
                    <a:pt x="0" y="401"/>
                    <a:pt x="115" y="518"/>
                    <a:pt x="258" y="518"/>
                  </a:cubicBezTo>
                  <a:cubicBezTo>
                    <a:pt x="400" y="518"/>
                    <a:pt x="517" y="402"/>
                    <a:pt x="517" y="259"/>
                  </a:cubicBezTo>
                  <a:cubicBezTo>
                    <a:pt x="517" y="117"/>
                    <a:pt x="403" y="1"/>
                    <a:pt x="2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5" name="Google Shape;6205;p42"/>
            <p:cNvSpPr/>
            <p:nvPr/>
          </p:nvSpPr>
          <p:spPr>
            <a:xfrm>
              <a:off x="3497550" y="4541200"/>
              <a:ext cx="37075" cy="41825"/>
            </a:xfrm>
            <a:custGeom>
              <a:avLst/>
              <a:gdLst/>
              <a:ahLst/>
              <a:cxnLst/>
              <a:rect l="l" t="t" r="r" b="b"/>
              <a:pathLst>
                <a:path w="336" h="335" extrusionOk="0">
                  <a:moveTo>
                    <a:pt x="167" y="0"/>
                  </a:moveTo>
                  <a:cubicBezTo>
                    <a:pt x="75" y="0"/>
                    <a:pt x="0" y="75"/>
                    <a:pt x="0" y="168"/>
                  </a:cubicBezTo>
                  <a:cubicBezTo>
                    <a:pt x="0" y="260"/>
                    <a:pt x="75" y="335"/>
                    <a:pt x="167" y="335"/>
                  </a:cubicBezTo>
                  <a:cubicBezTo>
                    <a:pt x="260" y="335"/>
                    <a:pt x="335" y="260"/>
                    <a:pt x="335" y="168"/>
                  </a:cubicBezTo>
                  <a:cubicBezTo>
                    <a:pt x="335" y="75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6" name="Google Shape;6206;p42"/>
            <p:cNvSpPr/>
            <p:nvPr/>
          </p:nvSpPr>
          <p:spPr>
            <a:xfrm>
              <a:off x="3515776" y="4548198"/>
              <a:ext cx="104593" cy="34074"/>
            </a:xfrm>
            <a:custGeom>
              <a:avLst/>
              <a:gdLst/>
              <a:ahLst/>
              <a:cxnLst/>
              <a:rect l="l" t="t" r="r" b="b"/>
              <a:pathLst>
                <a:path w="838" h="273" extrusionOk="0">
                  <a:moveTo>
                    <a:pt x="1" y="0"/>
                  </a:moveTo>
                  <a:lnTo>
                    <a:pt x="1" y="272"/>
                  </a:lnTo>
                  <a:lnTo>
                    <a:pt x="838" y="272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7" name="Google Shape;6207;p42"/>
            <p:cNvSpPr/>
            <p:nvPr/>
          </p:nvSpPr>
          <p:spPr>
            <a:xfrm>
              <a:off x="3628357" y="4533594"/>
              <a:ext cx="37069" cy="37194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148" y="1"/>
                  </a:moveTo>
                  <a:cubicBezTo>
                    <a:pt x="67" y="1"/>
                    <a:pt x="0" y="67"/>
                    <a:pt x="0" y="149"/>
                  </a:cubicBezTo>
                  <a:cubicBezTo>
                    <a:pt x="0" y="231"/>
                    <a:pt x="67" y="297"/>
                    <a:pt x="148" y="297"/>
                  </a:cubicBezTo>
                  <a:cubicBezTo>
                    <a:pt x="230" y="297"/>
                    <a:pt x="297" y="231"/>
                    <a:pt x="297" y="149"/>
                  </a:cubicBezTo>
                  <a:cubicBezTo>
                    <a:pt x="297" y="67"/>
                    <a:pt x="230" y="1"/>
                    <a:pt x="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8" name="Google Shape;6208;p42"/>
            <p:cNvSpPr/>
            <p:nvPr/>
          </p:nvSpPr>
          <p:spPr>
            <a:xfrm>
              <a:off x="3651572" y="4522736"/>
              <a:ext cx="48802" cy="48677"/>
            </a:xfrm>
            <a:custGeom>
              <a:avLst/>
              <a:gdLst/>
              <a:ahLst/>
              <a:cxnLst/>
              <a:rect l="l" t="t" r="r" b="b"/>
              <a:pathLst>
                <a:path w="391" h="390" extrusionOk="0">
                  <a:moveTo>
                    <a:pt x="195" y="1"/>
                  </a:moveTo>
                  <a:cubicBezTo>
                    <a:pt x="87" y="1"/>
                    <a:pt x="0" y="88"/>
                    <a:pt x="0" y="195"/>
                  </a:cubicBezTo>
                  <a:cubicBezTo>
                    <a:pt x="0" y="303"/>
                    <a:pt x="87" y="390"/>
                    <a:pt x="195" y="390"/>
                  </a:cubicBezTo>
                  <a:cubicBezTo>
                    <a:pt x="303" y="390"/>
                    <a:pt x="390" y="303"/>
                    <a:pt x="390" y="195"/>
                  </a:cubicBezTo>
                  <a:cubicBezTo>
                    <a:pt x="390" y="88"/>
                    <a:pt x="303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09" name="Google Shape;6209;p42"/>
            <p:cNvSpPr/>
            <p:nvPr/>
          </p:nvSpPr>
          <p:spPr>
            <a:xfrm>
              <a:off x="3611632" y="4552691"/>
              <a:ext cx="31328" cy="31328"/>
            </a:xfrm>
            <a:custGeom>
              <a:avLst/>
              <a:gdLst/>
              <a:ahLst/>
              <a:cxnLst/>
              <a:rect l="l" t="t" r="r" b="b"/>
              <a:pathLst>
                <a:path w="251" h="251" extrusionOk="0">
                  <a:moveTo>
                    <a:pt x="125" y="0"/>
                  </a:moveTo>
                  <a:cubicBezTo>
                    <a:pt x="56" y="0"/>
                    <a:pt x="0" y="56"/>
                    <a:pt x="0" y="125"/>
                  </a:cubicBezTo>
                  <a:cubicBezTo>
                    <a:pt x="0" y="195"/>
                    <a:pt x="56" y="251"/>
                    <a:pt x="125" y="251"/>
                  </a:cubicBezTo>
                  <a:cubicBezTo>
                    <a:pt x="194" y="251"/>
                    <a:pt x="251" y="195"/>
                    <a:pt x="251" y="125"/>
                  </a:cubicBezTo>
                  <a:cubicBezTo>
                    <a:pt x="251" y="56"/>
                    <a:pt x="194" y="0"/>
                    <a:pt x="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10" name="Google Shape;6210;p42"/>
            <p:cNvSpPr/>
            <p:nvPr/>
          </p:nvSpPr>
          <p:spPr>
            <a:xfrm>
              <a:off x="3628856" y="4557933"/>
              <a:ext cx="78632" cy="25587"/>
            </a:xfrm>
            <a:custGeom>
              <a:avLst/>
              <a:gdLst/>
              <a:ahLst/>
              <a:cxnLst/>
              <a:rect l="l" t="t" r="r" b="b"/>
              <a:pathLst>
                <a:path w="630" h="205" extrusionOk="0">
                  <a:moveTo>
                    <a:pt x="0" y="0"/>
                  </a:moveTo>
                  <a:lnTo>
                    <a:pt x="0" y="205"/>
                  </a:lnTo>
                  <a:lnTo>
                    <a:pt x="629" y="205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11" name="Google Shape;6211;p42"/>
            <p:cNvSpPr/>
            <p:nvPr/>
          </p:nvSpPr>
          <p:spPr>
            <a:xfrm>
              <a:off x="3716474" y="4513874"/>
              <a:ext cx="49301" cy="4917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8" y="0"/>
                  </a:moveTo>
                  <a:cubicBezTo>
                    <a:pt x="88" y="0"/>
                    <a:pt x="0" y="88"/>
                    <a:pt x="0" y="198"/>
                  </a:cubicBezTo>
                  <a:cubicBezTo>
                    <a:pt x="0" y="306"/>
                    <a:pt x="88" y="394"/>
                    <a:pt x="198" y="394"/>
                  </a:cubicBezTo>
                  <a:cubicBezTo>
                    <a:pt x="306" y="394"/>
                    <a:pt x="394" y="306"/>
                    <a:pt x="394" y="198"/>
                  </a:cubicBezTo>
                  <a:cubicBezTo>
                    <a:pt x="394" y="88"/>
                    <a:pt x="306" y="0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12" name="Google Shape;6212;p42"/>
            <p:cNvSpPr/>
            <p:nvPr/>
          </p:nvSpPr>
          <p:spPr>
            <a:xfrm>
              <a:off x="3790612" y="4531597"/>
              <a:ext cx="49301" cy="49301"/>
            </a:xfrm>
            <a:custGeom>
              <a:avLst/>
              <a:gdLst/>
              <a:ahLst/>
              <a:cxnLst/>
              <a:rect l="l" t="t" r="r" b="b"/>
              <a:pathLst>
                <a:path w="395" h="395" extrusionOk="0">
                  <a:moveTo>
                    <a:pt x="198" y="0"/>
                  </a:moveTo>
                  <a:cubicBezTo>
                    <a:pt x="90" y="0"/>
                    <a:pt x="1" y="88"/>
                    <a:pt x="1" y="197"/>
                  </a:cubicBezTo>
                  <a:cubicBezTo>
                    <a:pt x="1" y="306"/>
                    <a:pt x="90" y="394"/>
                    <a:pt x="198" y="394"/>
                  </a:cubicBezTo>
                  <a:cubicBezTo>
                    <a:pt x="307" y="394"/>
                    <a:pt x="395" y="306"/>
                    <a:pt x="395" y="197"/>
                  </a:cubicBezTo>
                  <a:cubicBezTo>
                    <a:pt x="395" y="88"/>
                    <a:pt x="307" y="0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13" name="Google Shape;6213;p42"/>
            <p:cNvSpPr/>
            <p:nvPr/>
          </p:nvSpPr>
          <p:spPr>
            <a:xfrm>
              <a:off x="3747552" y="4499271"/>
              <a:ext cx="64653" cy="64653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259" y="0"/>
                  </a:moveTo>
                  <a:cubicBezTo>
                    <a:pt x="116" y="0"/>
                    <a:pt x="1" y="116"/>
                    <a:pt x="1" y="259"/>
                  </a:cubicBezTo>
                  <a:cubicBezTo>
                    <a:pt x="1" y="402"/>
                    <a:pt x="116" y="517"/>
                    <a:pt x="259" y="517"/>
                  </a:cubicBezTo>
                  <a:cubicBezTo>
                    <a:pt x="401" y="517"/>
                    <a:pt x="517" y="403"/>
                    <a:pt x="517" y="259"/>
                  </a:cubicBezTo>
                  <a:cubicBezTo>
                    <a:pt x="517" y="116"/>
                    <a:pt x="401" y="0"/>
                    <a:pt x="2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14" name="Google Shape;6214;p42"/>
            <p:cNvSpPr/>
            <p:nvPr/>
          </p:nvSpPr>
          <p:spPr>
            <a:xfrm>
              <a:off x="3693883" y="4538837"/>
              <a:ext cx="41812" cy="42062"/>
            </a:xfrm>
            <a:custGeom>
              <a:avLst/>
              <a:gdLst/>
              <a:ahLst/>
              <a:cxnLst/>
              <a:rect l="l" t="t" r="r" b="b"/>
              <a:pathLst>
                <a:path w="335" h="337" extrusionOk="0">
                  <a:moveTo>
                    <a:pt x="167" y="1"/>
                  </a:moveTo>
                  <a:cubicBezTo>
                    <a:pt x="75" y="1"/>
                    <a:pt x="0" y="76"/>
                    <a:pt x="0" y="168"/>
                  </a:cubicBezTo>
                  <a:cubicBezTo>
                    <a:pt x="0" y="261"/>
                    <a:pt x="75" y="336"/>
                    <a:pt x="167" y="336"/>
                  </a:cubicBezTo>
                  <a:cubicBezTo>
                    <a:pt x="260" y="336"/>
                    <a:pt x="335" y="261"/>
                    <a:pt x="335" y="168"/>
                  </a:cubicBezTo>
                  <a:cubicBezTo>
                    <a:pt x="335" y="76"/>
                    <a:pt x="260" y="1"/>
                    <a:pt x="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15" name="Google Shape;6215;p42"/>
            <p:cNvSpPr/>
            <p:nvPr/>
          </p:nvSpPr>
          <p:spPr>
            <a:xfrm>
              <a:off x="3716973" y="4546076"/>
              <a:ext cx="104593" cy="34199"/>
            </a:xfrm>
            <a:custGeom>
              <a:avLst/>
              <a:gdLst/>
              <a:ahLst/>
              <a:cxnLst/>
              <a:rect l="l" t="t" r="r" b="b"/>
              <a:pathLst>
                <a:path w="838" h="274" extrusionOk="0">
                  <a:moveTo>
                    <a:pt x="0" y="1"/>
                  </a:moveTo>
                  <a:lnTo>
                    <a:pt x="0" y="273"/>
                  </a:lnTo>
                  <a:lnTo>
                    <a:pt x="837" y="273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216" name="Google Shape;6216;p42"/>
          <p:cNvSpPr/>
          <p:nvPr/>
        </p:nvSpPr>
        <p:spPr>
          <a:xfrm>
            <a:off x="4964874" y="5661947"/>
            <a:ext cx="372781" cy="364853"/>
          </a:xfrm>
          <a:custGeom>
            <a:avLst/>
            <a:gdLst/>
            <a:ahLst/>
            <a:cxnLst/>
            <a:rect l="l" t="t" r="r" b="b"/>
            <a:pathLst>
              <a:path w="2257" h="2209" extrusionOk="0">
                <a:moveTo>
                  <a:pt x="1128" y="1"/>
                </a:moveTo>
                <a:cubicBezTo>
                  <a:pt x="773" y="1"/>
                  <a:pt x="486" y="288"/>
                  <a:pt x="486" y="644"/>
                </a:cubicBezTo>
                <a:cubicBezTo>
                  <a:pt x="486" y="747"/>
                  <a:pt x="509" y="844"/>
                  <a:pt x="553" y="930"/>
                </a:cubicBezTo>
                <a:cubicBezTo>
                  <a:pt x="241" y="973"/>
                  <a:pt x="1" y="1242"/>
                  <a:pt x="1" y="1565"/>
                </a:cubicBezTo>
                <a:cubicBezTo>
                  <a:pt x="1" y="1921"/>
                  <a:pt x="288" y="2209"/>
                  <a:pt x="644" y="2209"/>
                </a:cubicBezTo>
                <a:cubicBezTo>
                  <a:pt x="839" y="2209"/>
                  <a:pt x="1010" y="2123"/>
                  <a:pt x="1128" y="1986"/>
                </a:cubicBezTo>
                <a:cubicBezTo>
                  <a:pt x="1246" y="2122"/>
                  <a:pt x="1420" y="2209"/>
                  <a:pt x="1613" y="2209"/>
                </a:cubicBezTo>
                <a:cubicBezTo>
                  <a:pt x="1968" y="2209"/>
                  <a:pt x="2257" y="1921"/>
                  <a:pt x="2257" y="1565"/>
                </a:cubicBezTo>
                <a:cubicBezTo>
                  <a:pt x="2257" y="1242"/>
                  <a:pt x="2016" y="975"/>
                  <a:pt x="1704" y="930"/>
                </a:cubicBezTo>
                <a:cubicBezTo>
                  <a:pt x="1746" y="844"/>
                  <a:pt x="1772" y="747"/>
                  <a:pt x="1772" y="644"/>
                </a:cubicBezTo>
                <a:cubicBezTo>
                  <a:pt x="1772" y="288"/>
                  <a:pt x="1484" y="1"/>
                  <a:pt x="112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217" name="Google Shape;6217;p42"/>
          <p:cNvSpPr/>
          <p:nvPr/>
        </p:nvSpPr>
        <p:spPr>
          <a:xfrm>
            <a:off x="5060175" y="5705716"/>
            <a:ext cx="59460" cy="66728"/>
          </a:xfrm>
          <a:custGeom>
            <a:avLst/>
            <a:gdLst/>
            <a:ahLst/>
            <a:cxnLst/>
            <a:rect l="l" t="t" r="r" b="b"/>
            <a:pathLst>
              <a:path w="360" h="404" extrusionOk="0">
                <a:moveTo>
                  <a:pt x="202" y="1"/>
                </a:moveTo>
                <a:cubicBezTo>
                  <a:pt x="129" y="1"/>
                  <a:pt x="55" y="66"/>
                  <a:pt x="29" y="162"/>
                </a:cubicBezTo>
                <a:cubicBezTo>
                  <a:pt x="1" y="271"/>
                  <a:pt x="44" y="378"/>
                  <a:pt x="127" y="400"/>
                </a:cubicBezTo>
                <a:cubicBezTo>
                  <a:pt x="137" y="402"/>
                  <a:pt x="147" y="404"/>
                  <a:pt x="157" y="404"/>
                </a:cubicBezTo>
                <a:cubicBezTo>
                  <a:pt x="232" y="404"/>
                  <a:pt x="304" y="338"/>
                  <a:pt x="330" y="242"/>
                </a:cubicBezTo>
                <a:cubicBezTo>
                  <a:pt x="360" y="134"/>
                  <a:pt x="316" y="27"/>
                  <a:pt x="233" y="5"/>
                </a:cubicBezTo>
                <a:cubicBezTo>
                  <a:pt x="223" y="2"/>
                  <a:pt x="213" y="1"/>
                  <a:pt x="202" y="1"/>
                </a:cubicBez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218" name="Google Shape;6218;p42"/>
          <p:cNvGrpSpPr/>
          <p:nvPr/>
        </p:nvGrpSpPr>
        <p:grpSpPr>
          <a:xfrm>
            <a:off x="5044228" y="5758798"/>
            <a:ext cx="232227" cy="384183"/>
            <a:chOff x="3740438" y="4293329"/>
            <a:chExt cx="175486" cy="290314"/>
          </a:xfrm>
        </p:grpSpPr>
        <p:sp>
          <p:nvSpPr>
            <p:cNvPr id="6219" name="Google Shape;6219;p42"/>
            <p:cNvSpPr/>
            <p:nvPr/>
          </p:nvSpPr>
          <p:spPr>
            <a:xfrm>
              <a:off x="3815325" y="4293329"/>
              <a:ext cx="12232" cy="290314"/>
            </a:xfrm>
            <a:custGeom>
              <a:avLst/>
              <a:gdLst/>
              <a:ahLst/>
              <a:cxnLst/>
              <a:rect l="l" t="t" r="r" b="b"/>
              <a:pathLst>
                <a:path w="98" h="2326" extrusionOk="0">
                  <a:moveTo>
                    <a:pt x="48" y="0"/>
                  </a:moveTo>
                  <a:cubicBezTo>
                    <a:pt x="22" y="0"/>
                    <a:pt x="0" y="22"/>
                    <a:pt x="0" y="48"/>
                  </a:cubicBezTo>
                  <a:lnTo>
                    <a:pt x="0" y="2278"/>
                  </a:lnTo>
                  <a:cubicBezTo>
                    <a:pt x="0" y="2304"/>
                    <a:pt x="22" y="2326"/>
                    <a:pt x="48" y="2326"/>
                  </a:cubicBezTo>
                  <a:cubicBezTo>
                    <a:pt x="76" y="2326"/>
                    <a:pt x="97" y="2304"/>
                    <a:pt x="97" y="2278"/>
                  </a:cubicBezTo>
                  <a:lnTo>
                    <a:pt x="97" y="48"/>
                  </a:lnTo>
                  <a:cubicBezTo>
                    <a:pt x="97" y="22"/>
                    <a:pt x="76" y="0"/>
                    <a:pt x="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20" name="Google Shape;6220;p42"/>
            <p:cNvSpPr/>
            <p:nvPr/>
          </p:nvSpPr>
          <p:spPr>
            <a:xfrm>
              <a:off x="3816573" y="4322161"/>
              <a:ext cx="63155" cy="67149"/>
            </a:xfrm>
            <a:custGeom>
              <a:avLst/>
              <a:gdLst/>
              <a:ahLst/>
              <a:cxnLst/>
              <a:rect l="l" t="t" r="r" b="b"/>
              <a:pathLst>
                <a:path w="506" h="538" extrusionOk="0">
                  <a:moveTo>
                    <a:pt x="434" y="0"/>
                  </a:moveTo>
                  <a:cubicBezTo>
                    <a:pt x="394" y="0"/>
                    <a:pt x="362" y="32"/>
                    <a:pt x="362" y="72"/>
                  </a:cubicBezTo>
                  <a:cubicBezTo>
                    <a:pt x="362" y="178"/>
                    <a:pt x="334" y="258"/>
                    <a:pt x="279" y="313"/>
                  </a:cubicBezTo>
                  <a:cubicBezTo>
                    <a:pt x="204" y="388"/>
                    <a:pt x="99" y="395"/>
                    <a:pt x="78" y="395"/>
                  </a:cubicBezTo>
                  <a:cubicBezTo>
                    <a:pt x="76" y="395"/>
                    <a:pt x="74" y="395"/>
                    <a:pt x="74" y="395"/>
                  </a:cubicBezTo>
                  <a:cubicBezTo>
                    <a:pt x="36" y="396"/>
                    <a:pt x="2" y="425"/>
                    <a:pt x="1" y="465"/>
                  </a:cubicBezTo>
                  <a:cubicBezTo>
                    <a:pt x="0" y="504"/>
                    <a:pt x="31" y="536"/>
                    <a:pt x="71" y="537"/>
                  </a:cubicBezTo>
                  <a:lnTo>
                    <a:pt x="73" y="537"/>
                  </a:lnTo>
                  <a:cubicBezTo>
                    <a:pt x="97" y="537"/>
                    <a:pt x="257" y="533"/>
                    <a:pt x="379" y="416"/>
                  </a:cubicBezTo>
                  <a:cubicBezTo>
                    <a:pt x="463" y="334"/>
                    <a:pt x="506" y="217"/>
                    <a:pt x="506" y="72"/>
                  </a:cubicBezTo>
                  <a:cubicBezTo>
                    <a:pt x="506" y="32"/>
                    <a:pt x="473" y="0"/>
                    <a:pt x="4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21" name="Google Shape;6221;p42"/>
            <p:cNvSpPr/>
            <p:nvPr/>
          </p:nvSpPr>
          <p:spPr>
            <a:xfrm>
              <a:off x="3740438" y="4361227"/>
              <a:ext cx="87618" cy="68397"/>
            </a:xfrm>
            <a:custGeom>
              <a:avLst/>
              <a:gdLst/>
              <a:ahLst/>
              <a:cxnLst/>
              <a:rect l="l" t="t" r="r" b="b"/>
              <a:pathLst>
                <a:path w="702" h="548" extrusionOk="0">
                  <a:moveTo>
                    <a:pt x="117" y="0"/>
                  </a:moveTo>
                  <a:cubicBezTo>
                    <a:pt x="87" y="0"/>
                    <a:pt x="60" y="21"/>
                    <a:pt x="50" y="50"/>
                  </a:cubicBezTo>
                  <a:cubicBezTo>
                    <a:pt x="48" y="57"/>
                    <a:pt x="0" y="219"/>
                    <a:pt x="105" y="360"/>
                  </a:cubicBezTo>
                  <a:cubicBezTo>
                    <a:pt x="197" y="484"/>
                    <a:pt x="374" y="548"/>
                    <a:pt x="630" y="548"/>
                  </a:cubicBezTo>
                  <a:cubicBezTo>
                    <a:pt x="669" y="548"/>
                    <a:pt x="701" y="517"/>
                    <a:pt x="701" y="477"/>
                  </a:cubicBezTo>
                  <a:cubicBezTo>
                    <a:pt x="701" y="438"/>
                    <a:pt x="669" y="406"/>
                    <a:pt x="630" y="406"/>
                  </a:cubicBezTo>
                  <a:cubicBezTo>
                    <a:pt x="426" y="406"/>
                    <a:pt x="284" y="362"/>
                    <a:pt x="220" y="277"/>
                  </a:cubicBezTo>
                  <a:cubicBezTo>
                    <a:pt x="157" y="195"/>
                    <a:pt x="185" y="97"/>
                    <a:pt x="186" y="91"/>
                  </a:cubicBezTo>
                  <a:cubicBezTo>
                    <a:pt x="197" y="55"/>
                    <a:pt x="175" y="15"/>
                    <a:pt x="139" y="3"/>
                  </a:cubicBezTo>
                  <a:cubicBezTo>
                    <a:pt x="132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22" name="Google Shape;6222;p42"/>
            <p:cNvSpPr/>
            <p:nvPr/>
          </p:nvSpPr>
          <p:spPr>
            <a:xfrm>
              <a:off x="3813952" y="4394927"/>
              <a:ext cx="101972" cy="68023"/>
            </a:xfrm>
            <a:custGeom>
              <a:avLst/>
              <a:gdLst/>
              <a:ahLst/>
              <a:cxnLst/>
              <a:rect l="l" t="t" r="r" b="b"/>
              <a:pathLst>
                <a:path w="817" h="545" extrusionOk="0">
                  <a:moveTo>
                    <a:pt x="745" y="0"/>
                  </a:moveTo>
                  <a:cubicBezTo>
                    <a:pt x="706" y="0"/>
                    <a:pt x="673" y="32"/>
                    <a:pt x="673" y="72"/>
                  </a:cubicBezTo>
                  <a:cubicBezTo>
                    <a:pt x="673" y="173"/>
                    <a:pt x="642" y="248"/>
                    <a:pt x="579" y="303"/>
                  </a:cubicBezTo>
                  <a:cubicBezTo>
                    <a:pt x="482" y="387"/>
                    <a:pt x="329" y="404"/>
                    <a:pt x="220" y="404"/>
                  </a:cubicBezTo>
                  <a:cubicBezTo>
                    <a:pt x="144" y="404"/>
                    <a:pt x="89" y="395"/>
                    <a:pt x="88" y="395"/>
                  </a:cubicBezTo>
                  <a:cubicBezTo>
                    <a:pt x="84" y="395"/>
                    <a:pt x="80" y="395"/>
                    <a:pt x="77" y="395"/>
                  </a:cubicBezTo>
                  <a:cubicBezTo>
                    <a:pt x="42" y="395"/>
                    <a:pt x="13" y="420"/>
                    <a:pt x="7" y="454"/>
                  </a:cubicBezTo>
                  <a:cubicBezTo>
                    <a:pt x="1" y="493"/>
                    <a:pt x="27" y="528"/>
                    <a:pt x="66" y="535"/>
                  </a:cubicBezTo>
                  <a:cubicBezTo>
                    <a:pt x="72" y="537"/>
                    <a:pt x="134" y="545"/>
                    <a:pt x="218" y="545"/>
                  </a:cubicBezTo>
                  <a:cubicBezTo>
                    <a:pt x="351" y="545"/>
                    <a:pt x="540" y="522"/>
                    <a:pt x="672" y="412"/>
                  </a:cubicBezTo>
                  <a:cubicBezTo>
                    <a:pt x="768" y="330"/>
                    <a:pt x="816" y="215"/>
                    <a:pt x="816" y="72"/>
                  </a:cubicBezTo>
                  <a:cubicBezTo>
                    <a:pt x="816" y="32"/>
                    <a:pt x="785" y="0"/>
                    <a:pt x="7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223" name="Google Shape;6223;p42"/>
          <p:cNvSpPr/>
          <p:nvPr/>
        </p:nvSpPr>
        <p:spPr>
          <a:xfrm>
            <a:off x="4279767" y="5736768"/>
            <a:ext cx="315303" cy="308036"/>
          </a:xfrm>
          <a:custGeom>
            <a:avLst/>
            <a:gdLst/>
            <a:ahLst/>
            <a:cxnLst/>
            <a:rect l="l" t="t" r="r" b="b"/>
            <a:pathLst>
              <a:path w="1909" h="1865" extrusionOk="0">
                <a:moveTo>
                  <a:pt x="955" y="0"/>
                </a:moveTo>
                <a:cubicBezTo>
                  <a:pt x="654" y="0"/>
                  <a:pt x="411" y="243"/>
                  <a:pt x="411" y="543"/>
                </a:cubicBezTo>
                <a:cubicBezTo>
                  <a:pt x="411" y="630"/>
                  <a:pt x="431" y="712"/>
                  <a:pt x="467" y="784"/>
                </a:cubicBezTo>
                <a:cubicBezTo>
                  <a:pt x="204" y="821"/>
                  <a:pt x="1" y="1047"/>
                  <a:pt x="1" y="1321"/>
                </a:cubicBezTo>
                <a:cubicBezTo>
                  <a:pt x="1" y="1622"/>
                  <a:pt x="244" y="1864"/>
                  <a:pt x="544" y="1864"/>
                </a:cubicBezTo>
                <a:cubicBezTo>
                  <a:pt x="708" y="1864"/>
                  <a:pt x="855" y="1792"/>
                  <a:pt x="955" y="1676"/>
                </a:cubicBezTo>
                <a:cubicBezTo>
                  <a:pt x="1054" y="1792"/>
                  <a:pt x="1202" y="1864"/>
                  <a:pt x="1366" y="1864"/>
                </a:cubicBezTo>
                <a:cubicBezTo>
                  <a:pt x="1666" y="1864"/>
                  <a:pt x="1909" y="1622"/>
                  <a:pt x="1909" y="1321"/>
                </a:cubicBezTo>
                <a:cubicBezTo>
                  <a:pt x="1909" y="1047"/>
                  <a:pt x="1705" y="821"/>
                  <a:pt x="1442" y="784"/>
                </a:cubicBezTo>
                <a:cubicBezTo>
                  <a:pt x="1478" y="711"/>
                  <a:pt x="1499" y="629"/>
                  <a:pt x="1499" y="543"/>
                </a:cubicBezTo>
                <a:cubicBezTo>
                  <a:pt x="1499" y="243"/>
                  <a:pt x="1255" y="0"/>
                  <a:pt x="95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224" name="Google Shape;6224;p42"/>
          <p:cNvSpPr/>
          <p:nvPr/>
        </p:nvSpPr>
        <p:spPr>
          <a:xfrm>
            <a:off x="4360699" y="5773435"/>
            <a:ext cx="50211" cy="56487"/>
          </a:xfrm>
          <a:custGeom>
            <a:avLst/>
            <a:gdLst/>
            <a:ahLst/>
            <a:cxnLst/>
            <a:rect l="l" t="t" r="r" b="b"/>
            <a:pathLst>
              <a:path w="304" h="342" extrusionOk="0">
                <a:moveTo>
                  <a:pt x="170" y="1"/>
                </a:moveTo>
                <a:cubicBezTo>
                  <a:pt x="107" y="1"/>
                  <a:pt x="46" y="56"/>
                  <a:pt x="25" y="137"/>
                </a:cubicBezTo>
                <a:cubicBezTo>
                  <a:pt x="1" y="229"/>
                  <a:pt x="37" y="318"/>
                  <a:pt x="107" y="338"/>
                </a:cubicBezTo>
                <a:cubicBezTo>
                  <a:pt x="116" y="340"/>
                  <a:pt x="124" y="341"/>
                  <a:pt x="133" y="341"/>
                </a:cubicBezTo>
                <a:cubicBezTo>
                  <a:pt x="195" y="341"/>
                  <a:pt x="256" y="285"/>
                  <a:pt x="278" y="205"/>
                </a:cubicBezTo>
                <a:cubicBezTo>
                  <a:pt x="304" y="113"/>
                  <a:pt x="267" y="24"/>
                  <a:pt x="196" y="4"/>
                </a:cubicBezTo>
                <a:cubicBezTo>
                  <a:pt x="187" y="2"/>
                  <a:pt x="179" y="1"/>
                  <a:pt x="170" y="1"/>
                </a:cubicBez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225" name="Google Shape;6225;p42"/>
          <p:cNvGrpSpPr/>
          <p:nvPr/>
        </p:nvGrpSpPr>
        <p:grpSpPr>
          <a:xfrm>
            <a:off x="4351679" y="5818258"/>
            <a:ext cx="187796" cy="324721"/>
            <a:chOff x="3217101" y="4338262"/>
            <a:chExt cx="141912" cy="245381"/>
          </a:xfrm>
        </p:grpSpPr>
        <p:sp>
          <p:nvSpPr>
            <p:cNvPr id="6226" name="Google Shape;6226;p42"/>
            <p:cNvSpPr/>
            <p:nvPr/>
          </p:nvSpPr>
          <p:spPr>
            <a:xfrm>
              <a:off x="3277011" y="4338262"/>
              <a:ext cx="10359" cy="245381"/>
            </a:xfrm>
            <a:custGeom>
              <a:avLst/>
              <a:gdLst/>
              <a:ahLst/>
              <a:cxnLst/>
              <a:rect l="l" t="t" r="r" b="b"/>
              <a:pathLst>
                <a:path w="83" h="1966" extrusionOk="0">
                  <a:moveTo>
                    <a:pt x="41" y="0"/>
                  </a:moveTo>
                  <a:cubicBezTo>
                    <a:pt x="18" y="0"/>
                    <a:pt x="0" y="19"/>
                    <a:pt x="0" y="41"/>
                  </a:cubicBezTo>
                  <a:lnTo>
                    <a:pt x="0" y="1925"/>
                  </a:lnTo>
                  <a:cubicBezTo>
                    <a:pt x="0" y="1948"/>
                    <a:pt x="18" y="1966"/>
                    <a:pt x="41" y="1966"/>
                  </a:cubicBezTo>
                  <a:cubicBezTo>
                    <a:pt x="63" y="1966"/>
                    <a:pt x="81" y="1947"/>
                    <a:pt x="82" y="1925"/>
                  </a:cubicBezTo>
                  <a:lnTo>
                    <a:pt x="82" y="41"/>
                  </a:lnTo>
                  <a:cubicBezTo>
                    <a:pt x="82" y="19"/>
                    <a:pt x="64" y="0"/>
                    <a:pt x="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27" name="Google Shape;6227;p42"/>
            <p:cNvSpPr/>
            <p:nvPr/>
          </p:nvSpPr>
          <p:spPr>
            <a:xfrm>
              <a:off x="3246307" y="4350493"/>
              <a:ext cx="39566" cy="29955"/>
            </a:xfrm>
            <a:custGeom>
              <a:avLst/>
              <a:gdLst/>
              <a:ahLst/>
              <a:cxnLst/>
              <a:rect l="l" t="t" r="r" b="b"/>
              <a:pathLst>
                <a:path w="317" h="240" extrusionOk="0">
                  <a:moveTo>
                    <a:pt x="35" y="0"/>
                  </a:moveTo>
                  <a:cubicBezTo>
                    <a:pt x="35" y="0"/>
                    <a:pt x="34" y="0"/>
                    <a:pt x="33" y="0"/>
                  </a:cubicBezTo>
                  <a:cubicBezTo>
                    <a:pt x="15" y="2"/>
                    <a:pt x="1" y="20"/>
                    <a:pt x="2" y="39"/>
                  </a:cubicBezTo>
                  <a:cubicBezTo>
                    <a:pt x="2" y="43"/>
                    <a:pt x="11" y="133"/>
                    <a:pt x="85" y="193"/>
                  </a:cubicBezTo>
                  <a:cubicBezTo>
                    <a:pt x="125" y="224"/>
                    <a:pt x="174" y="240"/>
                    <a:pt x="232" y="240"/>
                  </a:cubicBezTo>
                  <a:cubicBezTo>
                    <a:pt x="248" y="240"/>
                    <a:pt x="267" y="239"/>
                    <a:pt x="283" y="236"/>
                  </a:cubicBezTo>
                  <a:cubicBezTo>
                    <a:pt x="304" y="234"/>
                    <a:pt x="317" y="215"/>
                    <a:pt x="314" y="197"/>
                  </a:cubicBezTo>
                  <a:cubicBezTo>
                    <a:pt x="312" y="178"/>
                    <a:pt x="297" y="166"/>
                    <a:pt x="280" y="166"/>
                  </a:cubicBezTo>
                  <a:cubicBezTo>
                    <a:pt x="278" y="166"/>
                    <a:pt x="276" y="166"/>
                    <a:pt x="274" y="166"/>
                  </a:cubicBezTo>
                  <a:cubicBezTo>
                    <a:pt x="260" y="168"/>
                    <a:pt x="247" y="169"/>
                    <a:pt x="235" y="169"/>
                  </a:cubicBezTo>
                  <a:cubicBezTo>
                    <a:pt x="192" y="169"/>
                    <a:pt x="157" y="158"/>
                    <a:pt x="130" y="138"/>
                  </a:cubicBezTo>
                  <a:cubicBezTo>
                    <a:pt x="80" y="100"/>
                    <a:pt x="72" y="34"/>
                    <a:pt x="72" y="33"/>
                  </a:cubicBezTo>
                  <a:cubicBezTo>
                    <a:pt x="71" y="14"/>
                    <a:pt x="54" y="0"/>
                    <a:pt x="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28" name="Google Shape;6228;p42"/>
            <p:cNvSpPr/>
            <p:nvPr/>
          </p:nvSpPr>
          <p:spPr>
            <a:xfrm>
              <a:off x="3281130" y="4365721"/>
              <a:ext cx="47054" cy="50549"/>
            </a:xfrm>
            <a:custGeom>
              <a:avLst/>
              <a:gdLst/>
              <a:ahLst/>
              <a:cxnLst/>
              <a:rect l="l" t="t" r="r" b="b"/>
              <a:pathLst>
                <a:path w="377" h="405" extrusionOk="0">
                  <a:moveTo>
                    <a:pt x="341" y="0"/>
                  </a:moveTo>
                  <a:cubicBezTo>
                    <a:pt x="320" y="0"/>
                    <a:pt x="305" y="17"/>
                    <a:pt x="305" y="36"/>
                  </a:cubicBezTo>
                  <a:cubicBezTo>
                    <a:pt x="305" y="133"/>
                    <a:pt x="277" y="208"/>
                    <a:pt x="226" y="259"/>
                  </a:cubicBezTo>
                  <a:cubicBezTo>
                    <a:pt x="152" y="332"/>
                    <a:pt x="49" y="334"/>
                    <a:pt x="37" y="334"/>
                  </a:cubicBezTo>
                  <a:cubicBezTo>
                    <a:pt x="36" y="334"/>
                    <a:pt x="36" y="334"/>
                    <a:pt x="36" y="334"/>
                  </a:cubicBezTo>
                  <a:cubicBezTo>
                    <a:pt x="35" y="334"/>
                    <a:pt x="34" y="334"/>
                    <a:pt x="33" y="334"/>
                  </a:cubicBezTo>
                  <a:cubicBezTo>
                    <a:pt x="17" y="334"/>
                    <a:pt x="0" y="350"/>
                    <a:pt x="0" y="369"/>
                  </a:cubicBezTo>
                  <a:cubicBezTo>
                    <a:pt x="0" y="388"/>
                    <a:pt x="15" y="404"/>
                    <a:pt x="35" y="404"/>
                  </a:cubicBezTo>
                  <a:lnTo>
                    <a:pt x="38" y="404"/>
                  </a:lnTo>
                  <a:cubicBezTo>
                    <a:pt x="56" y="404"/>
                    <a:pt x="182" y="402"/>
                    <a:pt x="276" y="310"/>
                  </a:cubicBezTo>
                  <a:cubicBezTo>
                    <a:pt x="343" y="245"/>
                    <a:pt x="377" y="153"/>
                    <a:pt x="377" y="36"/>
                  </a:cubicBezTo>
                  <a:cubicBezTo>
                    <a:pt x="377" y="16"/>
                    <a:pt x="361" y="0"/>
                    <a:pt x="3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29" name="Google Shape;6229;p42"/>
            <p:cNvSpPr/>
            <p:nvPr/>
          </p:nvSpPr>
          <p:spPr>
            <a:xfrm>
              <a:off x="3217101" y="4398547"/>
              <a:ext cx="67648" cy="51922"/>
            </a:xfrm>
            <a:custGeom>
              <a:avLst/>
              <a:gdLst/>
              <a:ahLst/>
              <a:cxnLst/>
              <a:rect l="l" t="t" r="r" b="b"/>
              <a:pathLst>
                <a:path w="542" h="416" extrusionOk="0">
                  <a:moveTo>
                    <a:pt x="72" y="0"/>
                  </a:moveTo>
                  <a:cubicBezTo>
                    <a:pt x="57" y="0"/>
                    <a:pt x="43" y="10"/>
                    <a:pt x="39" y="25"/>
                  </a:cubicBezTo>
                  <a:cubicBezTo>
                    <a:pt x="36" y="30"/>
                    <a:pt x="0" y="156"/>
                    <a:pt x="81" y="265"/>
                  </a:cubicBezTo>
                  <a:cubicBezTo>
                    <a:pt x="154" y="365"/>
                    <a:pt x="297" y="416"/>
                    <a:pt x="505" y="416"/>
                  </a:cubicBezTo>
                  <a:cubicBezTo>
                    <a:pt x="525" y="416"/>
                    <a:pt x="541" y="400"/>
                    <a:pt x="542" y="381"/>
                  </a:cubicBezTo>
                  <a:cubicBezTo>
                    <a:pt x="542" y="360"/>
                    <a:pt x="525" y="345"/>
                    <a:pt x="506" y="345"/>
                  </a:cubicBezTo>
                  <a:cubicBezTo>
                    <a:pt x="326" y="345"/>
                    <a:pt x="199" y="303"/>
                    <a:pt x="140" y="224"/>
                  </a:cubicBezTo>
                  <a:cubicBezTo>
                    <a:pt x="80" y="145"/>
                    <a:pt x="108" y="48"/>
                    <a:pt x="108" y="47"/>
                  </a:cubicBezTo>
                  <a:cubicBezTo>
                    <a:pt x="113" y="28"/>
                    <a:pt x="103" y="7"/>
                    <a:pt x="83" y="2"/>
                  </a:cubicBezTo>
                  <a:cubicBezTo>
                    <a:pt x="80" y="1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30" name="Google Shape;6230;p42"/>
            <p:cNvSpPr/>
            <p:nvPr/>
          </p:nvSpPr>
          <p:spPr>
            <a:xfrm>
              <a:off x="3279133" y="4427004"/>
              <a:ext cx="79880" cy="51672"/>
            </a:xfrm>
            <a:custGeom>
              <a:avLst/>
              <a:gdLst/>
              <a:ahLst/>
              <a:cxnLst/>
              <a:rect l="l" t="t" r="r" b="b"/>
              <a:pathLst>
                <a:path w="640" h="414" extrusionOk="0">
                  <a:moveTo>
                    <a:pt x="603" y="0"/>
                  </a:moveTo>
                  <a:cubicBezTo>
                    <a:pt x="583" y="0"/>
                    <a:pt x="568" y="17"/>
                    <a:pt x="568" y="36"/>
                  </a:cubicBezTo>
                  <a:cubicBezTo>
                    <a:pt x="568" y="128"/>
                    <a:pt x="538" y="201"/>
                    <a:pt x="480" y="251"/>
                  </a:cubicBezTo>
                  <a:cubicBezTo>
                    <a:pt x="392" y="326"/>
                    <a:pt x="257" y="341"/>
                    <a:pt x="161" y="341"/>
                  </a:cubicBezTo>
                  <a:cubicBezTo>
                    <a:pt x="94" y="341"/>
                    <a:pt x="46" y="334"/>
                    <a:pt x="45" y="334"/>
                  </a:cubicBezTo>
                  <a:cubicBezTo>
                    <a:pt x="43" y="334"/>
                    <a:pt x="42" y="334"/>
                    <a:pt x="40" y="334"/>
                  </a:cubicBezTo>
                  <a:cubicBezTo>
                    <a:pt x="23" y="334"/>
                    <a:pt x="6" y="346"/>
                    <a:pt x="4" y="364"/>
                  </a:cubicBezTo>
                  <a:cubicBezTo>
                    <a:pt x="1" y="383"/>
                    <a:pt x="14" y="402"/>
                    <a:pt x="33" y="404"/>
                  </a:cubicBezTo>
                  <a:cubicBezTo>
                    <a:pt x="39" y="405"/>
                    <a:pt x="88" y="414"/>
                    <a:pt x="158" y="414"/>
                  </a:cubicBezTo>
                  <a:cubicBezTo>
                    <a:pt x="267" y="414"/>
                    <a:pt x="420" y="394"/>
                    <a:pt x="526" y="305"/>
                  </a:cubicBezTo>
                  <a:cubicBezTo>
                    <a:pt x="601" y="241"/>
                    <a:pt x="639" y="150"/>
                    <a:pt x="639" y="36"/>
                  </a:cubicBezTo>
                  <a:cubicBezTo>
                    <a:pt x="639" y="16"/>
                    <a:pt x="624" y="0"/>
                    <a:pt x="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231" name="Google Shape;6231;p42"/>
          <p:cNvSpPr/>
          <p:nvPr/>
        </p:nvSpPr>
        <p:spPr>
          <a:xfrm>
            <a:off x="4540894" y="5549138"/>
            <a:ext cx="460649" cy="450244"/>
          </a:xfrm>
          <a:custGeom>
            <a:avLst/>
            <a:gdLst/>
            <a:ahLst/>
            <a:cxnLst/>
            <a:rect l="l" t="t" r="r" b="b"/>
            <a:pathLst>
              <a:path w="2789" h="2726" extrusionOk="0">
                <a:moveTo>
                  <a:pt x="1395" y="0"/>
                </a:moveTo>
                <a:cubicBezTo>
                  <a:pt x="956" y="0"/>
                  <a:pt x="600" y="355"/>
                  <a:pt x="600" y="794"/>
                </a:cubicBezTo>
                <a:cubicBezTo>
                  <a:pt x="600" y="921"/>
                  <a:pt x="631" y="1040"/>
                  <a:pt x="684" y="1146"/>
                </a:cubicBezTo>
                <a:cubicBezTo>
                  <a:pt x="297" y="1200"/>
                  <a:pt x="0" y="1531"/>
                  <a:pt x="0" y="1931"/>
                </a:cubicBezTo>
                <a:cubicBezTo>
                  <a:pt x="0" y="2370"/>
                  <a:pt x="355" y="2725"/>
                  <a:pt x="794" y="2725"/>
                </a:cubicBezTo>
                <a:cubicBezTo>
                  <a:pt x="1034" y="2725"/>
                  <a:pt x="1249" y="2620"/>
                  <a:pt x="1395" y="2451"/>
                </a:cubicBezTo>
                <a:cubicBezTo>
                  <a:pt x="1540" y="2618"/>
                  <a:pt x="1755" y="2725"/>
                  <a:pt x="1995" y="2725"/>
                </a:cubicBezTo>
                <a:cubicBezTo>
                  <a:pt x="2433" y="2725"/>
                  <a:pt x="2789" y="2370"/>
                  <a:pt x="2789" y="1931"/>
                </a:cubicBezTo>
                <a:cubicBezTo>
                  <a:pt x="2789" y="1531"/>
                  <a:pt x="2492" y="1199"/>
                  <a:pt x="2106" y="1146"/>
                </a:cubicBezTo>
                <a:cubicBezTo>
                  <a:pt x="2158" y="1040"/>
                  <a:pt x="2189" y="921"/>
                  <a:pt x="2189" y="794"/>
                </a:cubicBezTo>
                <a:cubicBezTo>
                  <a:pt x="2189" y="355"/>
                  <a:pt x="1833" y="0"/>
                  <a:pt x="13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232" name="Google Shape;6232;p42"/>
          <p:cNvSpPr/>
          <p:nvPr/>
        </p:nvSpPr>
        <p:spPr>
          <a:xfrm>
            <a:off x="4665099" y="5592576"/>
            <a:ext cx="73333" cy="82088"/>
          </a:xfrm>
          <a:custGeom>
            <a:avLst/>
            <a:gdLst/>
            <a:ahLst/>
            <a:cxnLst/>
            <a:rect l="l" t="t" r="r" b="b"/>
            <a:pathLst>
              <a:path w="444" h="497" extrusionOk="0">
                <a:moveTo>
                  <a:pt x="248" y="0"/>
                </a:moveTo>
                <a:cubicBezTo>
                  <a:pt x="158" y="0"/>
                  <a:pt x="68" y="81"/>
                  <a:pt x="36" y="199"/>
                </a:cubicBezTo>
                <a:cubicBezTo>
                  <a:pt x="0" y="333"/>
                  <a:pt x="55" y="464"/>
                  <a:pt x="157" y="491"/>
                </a:cubicBezTo>
                <a:cubicBezTo>
                  <a:pt x="170" y="495"/>
                  <a:pt x="184" y="497"/>
                  <a:pt x="197" y="497"/>
                </a:cubicBezTo>
                <a:cubicBezTo>
                  <a:pt x="287" y="497"/>
                  <a:pt x="376" y="416"/>
                  <a:pt x="408" y="298"/>
                </a:cubicBezTo>
                <a:cubicBezTo>
                  <a:pt x="444" y="164"/>
                  <a:pt x="389" y="34"/>
                  <a:pt x="287" y="5"/>
                </a:cubicBezTo>
                <a:cubicBezTo>
                  <a:pt x="274" y="2"/>
                  <a:pt x="261" y="0"/>
                  <a:pt x="248" y="0"/>
                </a:cubicBezTo>
                <a:close/>
              </a:path>
            </a:pathLst>
          </a:custGeom>
          <a:solidFill>
            <a:srgbClr val="FAFFFF">
              <a:alpha val="466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grpSp>
        <p:nvGrpSpPr>
          <p:cNvPr id="6233" name="Google Shape;6233;p42"/>
          <p:cNvGrpSpPr/>
          <p:nvPr/>
        </p:nvGrpSpPr>
        <p:grpSpPr>
          <a:xfrm>
            <a:off x="4642209" y="5667954"/>
            <a:ext cx="280787" cy="475025"/>
            <a:chOff x="3436645" y="4224682"/>
            <a:chExt cx="212181" cy="358961"/>
          </a:xfrm>
        </p:grpSpPr>
        <p:sp>
          <p:nvSpPr>
            <p:cNvPr id="6234" name="Google Shape;6234;p42"/>
            <p:cNvSpPr/>
            <p:nvPr/>
          </p:nvSpPr>
          <p:spPr>
            <a:xfrm>
              <a:off x="3526635" y="4224682"/>
              <a:ext cx="15102" cy="358961"/>
            </a:xfrm>
            <a:custGeom>
              <a:avLst/>
              <a:gdLst/>
              <a:ahLst/>
              <a:cxnLst/>
              <a:rect l="l" t="t" r="r" b="b"/>
              <a:pathLst>
                <a:path w="121" h="2876" extrusionOk="0">
                  <a:moveTo>
                    <a:pt x="61" y="1"/>
                  </a:moveTo>
                  <a:cubicBezTo>
                    <a:pt x="27" y="1"/>
                    <a:pt x="1" y="28"/>
                    <a:pt x="1" y="61"/>
                  </a:cubicBezTo>
                  <a:lnTo>
                    <a:pt x="1" y="2816"/>
                  </a:lnTo>
                  <a:cubicBezTo>
                    <a:pt x="1" y="2849"/>
                    <a:pt x="27" y="2876"/>
                    <a:pt x="61" y="2876"/>
                  </a:cubicBezTo>
                  <a:cubicBezTo>
                    <a:pt x="94" y="2876"/>
                    <a:pt x="119" y="2849"/>
                    <a:pt x="120" y="2816"/>
                  </a:cubicBezTo>
                  <a:lnTo>
                    <a:pt x="120" y="61"/>
                  </a:lnTo>
                  <a:cubicBezTo>
                    <a:pt x="120" y="28"/>
                    <a:pt x="94" y="1"/>
                    <a:pt x="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35" name="Google Shape;6235;p42"/>
            <p:cNvSpPr/>
            <p:nvPr/>
          </p:nvSpPr>
          <p:spPr>
            <a:xfrm>
              <a:off x="3479456" y="4240408"/>
              <a:ext cx="62906" cy="48552"/>
            </a:xfrm>
            <a:custGeom>
              <a:avLst/>
              <a:gdLst/>
              <a:ahLst/>
              <a:cxnLst/>
              <a:rect l="l" t="t" r="r" b="b"/>
              <a:pathLst>
                <a:path w="504" h="389" extrusionOk="0">
                  <a:moveTo>
                    <a:pt x="75" y="0"/>
                  </a:moveTo>
                  <a:cubicBezTo>
                    <a:pt x="73" y="0"/>
                    <a:pt x="70" y="0"/>
                    <a:pt x="68" y="0"/>
                  </a:cubicBezTo>
                  <a:cubicBezTo>
                    <a:pt x="30" y="2"/>
                    <a:pt x="0" y="37"/>
                    <a:pt x="4" y="77"/>
                  </a:cubicBezTo>
                  <a:cubicBezTo>
                    <a:pt x="4" y="83"/>
                    <a:pt x="17" y="225"/>
                    <a:pt x="132" y="315"/>
                  </a:cubicBezTo>
                  <a:cubicBezTo>
                    <a:pt x="193" y="364"/>
                    <a:pt x="270" y="388"/>
                    <a:pt x="359" y="388"/>
                  </a:cubicBezTo>
                  <a:cubicBezTo>
                    <a:pt x="385" y="388"/>
                    <a:pt x="410" y="386"/>
                    <a:pt x="439" y="383"/>
                  </a:cubicBezTo>
                  <a:cubicBezTo>
                    <a:pt x="477" y="376"/>
                    <a:pt x="503" y="340"/>
                    <a:pt x="498" y="302"/>
                  </a:cubicBezTo>
                  <a:cubicBezTo>
                    <a:pt x="493" y="267"/>
                    <a:pt x="463" y="241"/>
                    <a:pt x="428" y="241"/>
                  </a:cubicBezTo>
                  <a:cubicBezTo>
                    <a:pt x="425" y="241"/>
                    <a:pt x="422" y="241"/>
                    <a:pt x="419" y="242"/>
                  </a:cubicBezTo>
                  <a:cubicBezTo>
                    <a:pt x="398" y="245"/>
                    <a:pt x="379" y="246"/>
                    <a:pt x="361" y="246"/>
                  </a:cubicBezTo>
                  <a:cubicBezTo>
                    <a:pt x="303" y="246"/>
                    <a:pt x="256" y="232"/>
                    <a:pt x="221" y="205"/>
                  </a:cubicBezTo>
                  <a:cubicBezTo>
                    <a:pt x="155" y="154"/>
                    <a:pt x="144" y="67"/>
                    <a:pt x="144" y="64"/>
                  </a:cubicBezTo>
                  <a:cubicBezTo>
                    <a:pt x="141" y="28"/>
                    <a:pt x="111" y="0"/>
                    <a:pt x="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36" name="Google Shape;6236;p42"/>
            <p:cNvSpPr/>
            <p:nvPr/>
          </p:nvSpPr>
          <p:spPr>
            <a:xfrm>
              <a:off x="3530130" y="4262750"/>
              <a:ext cx="74014" cy="7863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521" y="0"/>
                  </a:moveTo>
                  <a:cubicBezTo>
                    <a:pt x="481" y="0"/>
                    <a:pt x="449" y="32"/>
                    <a:pt x="449" y="72"/>
                  </a:cubicBezTo>
                  <a:cubicBezTo>
                    <a:pt x="449" y="207"/>
                    <a:pt x="413" y="313"/>
                    <a:pt x="341" y="383"/>
                  </a:cubicBezTo>
                  <a:cubicBezTo>
                    <a:pt x="235" y="487"/>
                    <a:pt x="85" y="488"/>
                    <a:pt x="75" y="488"/>
                  </a:cubicBezTo>
                  <a:cubicBezTo>
                    <a:pt x="75" y="488"/>
                    <a:pt x="75" y="488"/>
                    <a:pt x="75" y="488"/>
                  </a:cubicBezTo>
                  <a:cubicBezTo>
                    <a:pt x="36" y="489"/>
                    <a:pt x="3" y="517"/>
                    <a:pt x="2" y="557"/>
                  </a:cubicBezTo>
                  <a:cubicBezTo>
                    <a:pt x="0" y="596"/>
                    <a:pt x="31" y="629"/>
                    <a:pt x="71" y="630"/>
                  </a:cubicBezTo>
                  <a:lnTo>
                    <a:pt x="75" y="630"/>
                  </a:lnTo>
                  <a:cubicBezTo>
                    <a:pt x="105" y="630"/>
                    <a:pt x="296" y="625"/>
                    <a:pt x="440" y="485"/>
                  </a:cubicBezTo>
                  <a:cubicBezTo>
                    <a:pt x="542" y="386"/>
                    <a:pt x="593" y="248"/>
                    <a:pt x="593" y="72"/>
                  </a:cubicBezTo>
                  <a:cubicBezTo>
                    <a:pt x="593" y="32"/>
                    <a:pt x="561" y="0"/>
                    <a:pt x="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37" name="Google Shape;6237;p42"/>
            <p:cNvSpPr/>
            <p:nvPr/>
          </p:nvSpPr>
          <p:spPr>
            <a:xfrm>
              <a:off x="3436645" y="4310678"/>
              <a:ext cx="103719" cy="80629"/>
            </a:xfrm>
            <a:custGeom>
              <a:avLst/>
              <a:gdLst/>
              <a:ahLst/>
              <a:cxnLst/>
              <a:rect l="l" t="t" r="r" b="b"/>
              <a:pathLst>
                <a:path w="831" h="646" extrusionOk="0">
                  <a:moveTo>
                    <a:pt x="127" y="1"/>
                  </a:moveTo>
                  <a:cubicBezTo>
                    <a:pt x="96" y="1"/>
                    <a:pt x="69" y="21"/>
                    <a:pt x="59" y="51"/>
                  </a:cubicBezTo>
                  <a:cubicBezTo>
                    <a:pt x="57" y="59"/>
                    <a:pt x="0" y="252"/>
                    <a:pt x="124" y="420"/>
                  </a:cubicBezTo>
                  <a:cubicBezTo>
                    <a:pt x="235" y="570"/>
                    <a:pt x="447" y="646"/>
                    <a:pt x="758" y="646"/>
                  </a:cubicBezTo>
                  <a:cubicBezTo>
                    <a:pt x="797" y="646"/>
                    <a:pt x="830" y="615"/>
                    <a:pt x="830" y="575"/>
                  </a:cubicBezTo>
                  <a:cubicBezTo>
                    <a:pt x="830" y="536"/>
                    <a:pt x="798" y="504"/>
                    <a:pt x="758" y="504"/>
                  </a:cubicBezTo>
                  <a:cubicBezTo>
                    <a:pt x="502" y="504"/>
                    <a:pt x="322" y="445"/>
                    <a:pt x="240" y="337"/>
                  </a:cubicBezTo>
                  <a:cubicBezTo>
                    <a:pt x="158" y="227"/>
                    <a:pt x="194" y="98"/>
                    <a:pt x="195" y="92"/>
                  </a:cubicBezTo>
                  <a:cubicBezTo>
                    <a:pt x="206" y="55"/>
                    <a:pt x="184" y="16"/>
                    <a:pt x="148" y="4"/>
                  </a:cubicBezTo>
                  <a:cubicBezTo>
                    <a:pt x="141" y="2"/>
                    <a:pt x="133" y="1"/>
                    <a:pt x="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6238" name="Google Shape;6238;p42"/>
            <p:cNvSpPr/>
            <p:nvPr/>
          </p:nvSpPr>
          <p:spPr>
            <a:xfrm>
              <a:off x="3527259" y="4352241"/>
              <a:ext cx="121567" cy="80130"/>
            </a:xfrm>
            <a:custGeom>
              <a:avLst/>
              <a:gdLst/>
              <a:ahLst/>
              <a:cxnLst/>
              <a:rect l="l" t="t" r="r" b="b"/>
              <a:pathLst>
                <a:path w="974" h="642" extrusionOk="0">
                  <a:moveTo>
                    <a:pt x="902" y="1"/>
                  </a:moveTo>
                  <a:cubicBezTo>
                    <a:pt x="862" y="1"/>
                    <a:pt x="831" y="32"/>
                    <a:pt x="831" y="72"/>
                  </a:cubicBezTo>
                  <a:cubicBezTo>
                    <a:pt x="831" y="203"/>
                    <a:pt x="791" y="302"/>
                    <a:pt x="708" y="372"/>
                  </a:cubicBezTo>
                  <a:cubicBezTo>
                    <a:pt x="584" y="479"/>
                    <a:pt x="389" y="500"/>
                    <a:pt x="251" y="500"/>
                  </a:cubicBezTo>
                  <a:cubicBezTo>
                    <a:pt x="157" y="500"/>
                    <a:pt x="89" y="490"/>
                    <a:pt x="88" y="490"/>
                  </a:cubicBezTo>
                  <a:cubicBezTo>
                    <a:pt x="84" y="489"/>
                    <a:pt x="80" y="489"/>
                    <a:pt x="76" y="489"/>
                  </a:cubicBezTo>
                  <a:cubicBezTo>
                    <a:pt x="43" y="489"/>
                    <a:pt x="12" y="514"/>
                    <a:pt x="7" y="548"/>
                  </a:cubicBezTo>
                  <a:cubicBezTo>
                    <a:pt x="1" y="587"/>
                    <a:pt x="27" y="623"/>
                    <a:pt x="66" y="629"/>
                  </a:cubicBezTo>
                  <a:cubicBezTo>
                    <a:pt x="73" y="630"/>
                    <a:pt x="149" y="641"/>
                    <a:pt x="252" y="641"/>
                  </a:cubicBezTo>
                  <a:cubicBezTo>
                    <a:pt x="412" y="641"/>
                    <a:pt x="642" y="615"/>
                    <a:pt x="801" y="481"/>
                  </a:cubicBezTo>
                  <a:cubicBezTo>
                    <a:pt x="917" y="382"/>
                    <a:pt x="974" y="245"/>
                    <a:pt x="974" y="72"/>
                  </a:cubicBezTo>
                  <a:cubicBezTo>
                    <a:pt x="974" y="32"/>
                    <a:pt x="942" y="1"/>
                    <a:pt x="9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sp>
        <p:nvSpPr>
          <p:cNvPr id="6239" name="Google Shape;6239;p42"/>
          <p:cNvSpPr/>
          <p:nvPr/>
        </p:nvSpPr>
        <p:spPr>
          <a:xfrm>
            <a:off x="4046388" y="6141594"/>
            <a:ext cx="4268568" cy="128665"/>
          </a:xfrm>
          <a:custGeom>
            <a:avLst/>
            <a:gdLst/>
            <a:ahLst/>
            <a:cxnLst/>
            <a:rect l="l" t="t" r="r" b="b"/>
            <a:pathLst>
              <a:path w="25844" h="779" extrusionOk="0">
                <a:moveTo>
                  <a:pt x="389" y="1"/>
                </a:moveTo>
                <a:cubicBezTo>
                  <a:pt x="175" y="1"/>
                  <a:pt x="1" y="175"/>
                  <a:pt x="1" y="389"/>
                </a:cubicBezTo>
                <a:cubicBezTo>
                  <a:pt x="1" y="604"/>
                  <a:pt x="175" y="778"/>
                  <a:pt x="389" y="778"/>
                </a:cubicBezTo>
                <a:lnTo>
                  <a:pt x="25454" y="778"/>
                </a:lnTo>
                <a:cubicBezTo>
                  <a:pt x="25669" y="778"/>
                  <a:pt x="25843" y="604"/>
                  <a:pt x="25843" y="389"/>
                </a:cubicBezTo>
                <a:cubicBezTo>
                  <a:pt x="25843" y="175"/>
                  <a:pt x="25669" y="1"/>
                  <a:pt x="2545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/>
            <a:endParaRPr sz="1867"/>
          </a:p>
        </p:txBody>
      </p:sp>
      <p:sp>
        <p:nvSpPr>
          <p:cNvPr id="6240" name="Google Shape;6240;p42"/>
          <p:cNvSpPr txBox="1"/>
          <p:nvPr/>
        </p:nvSpPr>
        <p:spPr>
          <a:xfrm>
            <a:off x="415600" y="4588722"/>
            <a:ext cx="2568800" cy="95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en-US" sz="1600">
                <a:latin typeface="Fira Sans"/>
                <a:ea typeface="Fira Sans"/>
                <a:cs typeface="Fira Sans"/>
                <a:sym typeface="Fira Sans"/>
              </a:rPr>
              <a:t>Heterogene Integration verschiedener Smart-Meter-Typen </a:t>
            </a:r>
            <a:endParaRPr sz="16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1" name="Google Shape;6241;p42"/>
          <p:cNvSpPr txBox="1"/>
          <p:nvPr/>
        </p:nvSpPr>
        <p:spPr>
          <a:xfrm>
            <a:off x="9031304" y="1996401"/>
            <a:ext cx="2570145" cy="876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/>
            <a:r>
              <a:rPr lang="de-DE" sz="1600">
                <a:latin typeface="Fira Sans"/>
                <a:ea typeface="Fira Sans"/>
                <a:cs typeface="Fira Sans"/>
                <a:sym typeface="Fira Sans"/>
              </a:rPr>
              <a:t>Hoher Speicherbedarf durch historische Zeitreihendaten </a:t>
            </a:r>
            <a:endParaRPr sz="16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2" name="Google Shape;6242;p42"/>
          <p:cNvSpPr txBox="1"/>
          <p:nvPr/>
        </p:nvSpPr>
        <p:spPr>
          <a:xfrm>
            <a:off x="425125" y="1885705"/>
            <a:ext cx="2568800" cy="1251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/>
            <a:r>
              <a:rPr lang="de-DE" sz="1600">
                <a:latin typeface="Fira Sans"/>
                <a:ea typeface="Fira Sans"/>
                <a:cs typeface="Fira Sans"/>
                <a:sym typeface="Fira Sans"/>
              </a:rPr>
              <a:t>Abhängigkeit von mehreren externen Datenquellen (Wetter- und Strompreis-APIs) </a:t>
            </a:r>
            <a:endParaRPr sz="16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3" name="Google Shape;6243;p42"/>
          <p:cNvSpPr txBox="1"/>
          <p:nvPr/>
        </p:nvSpPr>
        <p:spPr>
          <a:xfrm>
            <a:off x="9137786" y="4568929"/>
            <a:ext cx="2414161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170"/>
            <a:r>
              <a:rPr lang="de-DE" sz="1600">
                <a:latin typeface="Fira Sans"/>
                <a:ea typeface="Fira Sans"/>
                <a:cs typeface="Fira Sans"/>
                <a:sym typeface="Fira Sans"/>
              </a:rPr>
              <a:t>Uneinheitliche Logformate zwischen den Services </a:t>
            </a:r>
            <a:endParaRPr sz="16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"/>
          <p:cNvSpPr txBox="1"/>
          <p:nvPr/>
        </p:nvSpPr>
        <p:spPr>
          <a:xfrm>
            <a:off x="401463" y="372332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733" b="1">
                <a:latin typeface="Fira Sans"/>
                <a:ea typeface="Fira Sans"/>
                <a:cs typeface="Fira Sans"/>
                <a:sym typeface="Fira Sans"/>
              </a:rPr>
              <a:t>Helft uns eure Stadt zu verbessern</a:t>
            </a:r>
            <a:endParaRPr sz="3733" b="1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758A48-3A29-5DF6-ACF4-7DF8D3729940}"/>
              </a:ext>
            </a:extLst>
          </p:cNvPr>
          <p:cNvGrpSpPr/>
          <p:nvPr/>
        </p:nvGrpSpPr>
        <p:grpSpPr>
          <a:xfrm>
            <a:off x="3919272" y="1609725"/>
            <a:ext cx="4353455" cy="5085494"/>
            <a:chOff x="1020925" y="423600"/>
            <a:chExt cx="3735917" cy="4296299"/>
          </a:xfrm>
        </p:grpSpPr>
        <p:sp>
          <p:nvSpPr>
            <p:cNvPr id="3" name="Google Shape;60;p15">
              <a:extLst>
                <a:ext uri="{FF2B5EF4-FFF2-40B4-BE49-F238E27FC236}">
                  <a16:creationId xmlns:a16="http://schemas.microsoft.com/office/drawing/2014/main" id="{2EFF9271-88D4-7BEC-D3B0-FDE75A5DB45E}"/>
                </a:ext>
              </a:extLst>
            </p:cNvPr>
            <p:cNvSpPr/>
            <p:nvPr/>
          </p:nvSpPr>
          <p:spPr>
            <a:xfrm>
              <a:off x="1252197" y="3101587"/>
              <a:ext cx="3301698" cy="1618312"/>
            </a:xfrm>
            <a:custGeom>
              <a:avLst/>
              <a:gdLst/>
              <a:ahLst/>
              <a:cxnLst/>
              <a:rect l="l" t="t" r="r" b="b"/>
              <a:pathLst>
                <a:path w="56420" h="27654" extrusionOk="0">
                  <a:moveTo>
                    <a:pt x="43777" y="0"/>
                  </a:moveTo>
                  <a:lnTo>
                    <a:pt x="43777" y="5"/>
                  </a:lnTo>
                  <a:lnTo>
                    <a:pt x="36329" y="5"/>
                  </a:lnTo>
                  <a:lnTo>
                    <a:pt x="36329" y="29"/>
                  </a:lnTo>
                  <a:lnTo>
                    <a:pt x="33620" y="29"/>
                  </a:lnTo>
                  <a:lnTo>
                    <a:pt x="33620" y="51"/>
                  </a:lnTo>
                  <a:lnTo>
                    <a:pt x="31472" y="51"/>
                  </a:lnTo>
                  <a:lnTo>
                    <a:pt x="31472" y="29"/>
                  </a:lnTo>
                  <a:lnTo>
                    <a:pt x="25201" y="29"/>
                  </a:lnTo>
                  <a:lnTo>
                    <a:pt x="25201" y="64"/>
                  </a:lnTo>
                  <a:lnTo>
                    <a:pt x="21829" y="64"/>
                  </a:lnTo>
                  <a:lnTo>
                    <a:pt x="21829" y="29"/>
                  </a:lnTo>
                  <a:lnTo>
                    <a:pt x="21829" y="5"/>
                  </a:lnTo>
                  <a:lnTo>
                    <a:pt x="19087" y="5"/>
                  </a:lnTo>
                  <a:lnTo>
                    <a:pt x="19087" y="29"/>
                  </a:lnTo>
                  <a:lnTo>
                    <a:pt x="16289" y="29"/>
                  </a:lnTo>
                  <a:lnTo>
                    <a:pt x="16289" y="64"/>
                  </a:lnTo>
                  <a:lnTo>
                    <a:pt x="14170" y="64"/>
                  </a:lnTo>
                  <a:lnTo>
                    <a:pt x="14170" y="29"/>
                  </a:lnTo>
                  <a:lnTo>
                    <a:pt x="5434" y="29"/>
                  </a:lnTo>
                  <a:lnTo>
                    <a:pt x="5434" y="64"/>
                  </a:lnTo>
                  <a:lnTo>
                    <a:pt x="5017" y="64"/>
                  </a:lnTo>
                  <a:lnTo>
                    <a:pt x="5017" y="29"/>
                  </a:lnTo>
                  <a:lnTo>
                    <a:pt x="0" y="29"/>
                  </a:lnTo>
                  <a:lnTo>
                    <a:pt x="0" y="4458"/>
                  </a:lnTo>
                  <a:lnTo>
                    <a:pt x="1067" y="4458"/>
                  </a:lnTo>
                  <a:lnTo>
                    <a:pt x="1067" y="5395"/>
                  </a:lnTo>
                  <a:lnTo>
                    <a:pt x="3178" y="5395"/>
                  </a:lnTo>
                  <a:lnTo>
                    <a:pt x="3178" y="8425"/>
                  </a:lnTo>
                  <a:lnTo>
                    <a:pt x="5434" y="8425"/>
                  </a:lnTo>
                  <a:lnTo>
                    <a:pt x="5434" y="11559"/>
                  </a:lnTo>
                  <a:lnTo>
                    <a:pt x="6506" y="11559"/>
                  </a:lnTo>
                  <a:cubicBezTo>
                    <a:pt x="6506" y="11634"/>
                    <a:pt x="6583" y="11695"/>
                    <a:pt x="6677" y="11695"/>
                  </a:cubicBezTo>
                  <a:lnTo>
                    <a:pt x="6867" y="11695"/>
                  </a:lnTo>
                  <a:lnTo>
                    <a:pt x="6867" y="16364"/>
                  </a:lnTo>
                  <a:lnTo>
                    <a:pt x="7048" y="16364"/>
                  </a:lnTo>
                  <a:lnTo>
                    <a:pt x="7048" y="11695"/>
                  </a:lnTo>
                  <a:lnTo>
                    <a:pt x="7237" y="11695"/>
                  </a:lnTo>
                  <a:cubicBezTo>
                    <a:pt x="7332" y="11695"/>
                    <a:pt x="7409" y="11634"/>
                    <a:pt x="7409" y="11559"/>
                  </a:cubicBezTo>
                  <a:lnTo>
                    <a:pt x="9802" y="11559"/>
                  </a:lnTo>
                  <a:lnTo>
                    <a:pt x="9802" y="11570"/>
                  </a:lnTo>
                  <a:lnTo>
                    <a:pt x="12110" y="11570"/>
                  </a:lnTo>
                  <a:lnTo>
                    <a:pt x="12110" y="14048"/>
                  </a:lnTo>
                  <a:lnTo>
                    <a:pt x="12758" y="14048"/>
                  </a:lnTo>
                  <a:lnTo>
                    <a:pt x="12758" y="16217"/>
                  </a:lnTo>
                  <a:lnTo>
                    <a:pt x="13407" y="16217"/>
                  </a:lnTo>
                  <a:lnTo>
                    <a:pt x="13407" y="17633"/>
                  </a:lnTo>
                  <a:lnTo>
                    <a:pt x="14156" y="17633"/>
                  </a:lnTo>
                  <a:lnTo>
                    <a:pt x="14156" y="18686"/>
                  </a:lnTo>
                  <a:lnTo>
                    <a:pt x="16492" y="18686"/>
                  </a:lnTo>
                  <a:lnTo>
                    <a:pt x="16492" y="17633"/>
                  </a:lnTo>
                  <a:lnTo>
                    <a:pt x="17241" y="17633"/>
                  </a:lnTo>
                  <a:lnTo>
                    <a:pt x="17241" y="16217"/>
                  </a:lnTo>
                  <a:lnTo>
                    <a:pt x="17890" y="16217"/>
                  </a:lnTo>
                  <a:lnTo>
                    <a:pt x="17890" y="14048"/>
                  </a:lnTo>
                  <a:lnTo>
                    <a:pt x="18538" y="14048"/>
                  </a:lnTo>
                  <a:lnTo>
                    <a:pt x="18538" y="8728"/>
                  </a:lnTo>
                  <a:lnTo>
                    <a:pt x="19317" y="8728"/>
                  </a:lnTo>
                  <a:lnTo>
                    <a:pt x="19317" y="14048"/>
                  </a:lnTo>
                  <a:lnTo>
                    <a:pt x="19691" y="14048"/>
                  </a:lnTo>
                  <a:lnTo>
                    <a:pt x="19691" y="15233"/>
                  </a:lnTo>
                  <a:lnTo>
                    <a:pt x="21163" y="15233"/>
                  </a:lnTo>
                  <a:lnTo>
                    <a:pt x="21163" y="14048"/>
                  </a:lnTo>
                  <a:lnTo>
                    <a:pt x="21510" y="14048"/>
                  </a:lnTo>
                  <a:lnTo>
                    <a:pt x="21510" y="11695"/>
                  </a:lnTo>
                  <a:lnTo>
                    <a:pt x="25199" y="11695"/>
                  </a:lnTo>
                  <a:lnTo>
                    <a:pt x="25199" y="15086"/>
                  </a:lnTo>
                  <a:lnTo>
                    <a:pt x="26562" y="15086"/>
                  </a:lnTo>
                  <a:lnTo>
                    <a:pt x="26562" y="16206"/>
                  </a:lnTo>
                  <a:cubicBezTo>
                    <a:pt x="26562" y="16330"/>
                    <a:pt x="26690" y="16433"/>
                    <a:pt x="26849" y="16433"/>
                  </a:cubicBezTo>
                  <a:lnTo>
                    <a:pt x="29263" y="16433"/>
                  </a:lnTo>
                  <a:lnTo>
                    <a:pt x="29263" y="20633"/>
                  </a:lnTo>
                  <a:lnTo>
                    <a:pt x="29263" y="22518"/>
                  </a:lnTo>
                  <a:lnTo>
                    <a:pt x="32812" y="22518"/>
                  </a:lnTo>
                  <a:lnTo>
                    <a:pt x="32898" y="27654"/>
                  </a:lnTo>
                  <a:lnTo>
                    <a:pt x="33244" y="27654"/>
                  </a:lnTo>
                  <a:lnTo>
                    <a:pt x="33329" y="22518"/>
                  </a:lnTo>
                  <a:lnTo>
                    <a:pt x="35234" y="22518"/>
                  </a:lnTo>
                  <a:lnTo>
                    <a:pt x="35234" y="20633"/>
                  </a:lnTo>
                  <a:lnTo>
                    <a:pt x="35234" y="15805"/>
                  </a:lnTo>
                  <a:lnTo>
                    <a:pt x="35234" y="15463"/>
                  </a:lnTo>
                  <a:lnTo>
                    <a:pt x="35234" y="13430"/>
                  </a:lnTo>
                  <a:lnTo>
                    <a:pt x="35234" y="13087"/>
                  </a:lnTo>
                  <a:lnTo>
                    <a:pt x="35234" y="8014"/>
                  </a:lnTo>
                  <a:lnTo>
                    <a:pt x="35922" y="8014"/>
                  </a:lnTo>
                  <a:lnTo>
                    <a:pt x="35922" y="13201"/>
                  </a:lnTo>
                  <a:lnTo>
                    <a:pt x="38723" y="13201"/>
                  </a:lnTo>
                  <a:lnTo>
                    <a:pt x="38723" y="10887"/>
                  </a:lnTo>
                  <a:lnTo>
                    <a:pt x="42415" y="10887"/>
                  </a:lnTo>
                  <a:lnTo>
                    <a:pt x="42415" y="8357"/>
                  </a:lnTo>
                  <a:lnTo>
                    <a:pt x="44605" y="8357"/>
                  </a:lnTo>
                  <a:lnTo>
                    <a:pt x="44605" y="7894"/>
                  </a:lnTo>
                  <a:lnTo>
                    <a:pt x="44734" y="7894"/>
                  </a:lnTo>
                  <a:lnTo>
                    <a:pt x="44734" y="7584"/>
                  </a:lnTo>
                  <a:lnTo>
                    <a:pt x="44605" y="7584"/>
                  </a:lnTo>
                  <a:lnTo>
                    <a:pt x="44605" y="3773"/>
                  </a:lnTo>
                  <a:lnTo>
                    <a:pt x="45152" y="3773"/>
                  </a:lnTo>
                  <a:lnTo>
                    <a:pt x="45152" y="12881"/>
                  </a:lnTo>
                  <a:lnTo>
                    <a:pt x="45152" y="13201"/>
                  </a:lnTo>
                  <a:lnTo>
                    <a:pt x="45008" y="13201"/>
                  </a:lnTo>
                  <a:lnTo>
                    <a:pt x="45008" y="13396"/>
                  </a:lnTo>
                  <a:lnTo>
                    <a:pt x="45152" y="13396"/>
                  </a:lnTo>
                  <a:lnTo>
                    <a:pt x="45152" y="13761"/>
                  </a:lnTo>
                  <a:cubicBezTo>
                    <a:pt x="45152" y="13837"/>
                    <a:pt x="45230" y="13898"/>
                    <a:pt x="45325" y="13898"/>
                  </a:cubicBezTo>
                  <a:cubicBezTo>
                    <a:pt x="45419" y="13898"/>
                    <a:pt x="45498" y="13837"/>
                    <a:pt x="45498" y="13761"/>
                  </a:cubicBezTo>
                  <a:lnTo>
                    <a:pt x="45498" y="13396"/>
                  </a:lnTo>
                  <a:lnTo>
                    <a:pt x="46042" y="13396"/>
                  </a:lnTo>
                  <a:lnTo>
                    <a:pt x="46042" y="15781"/>
                  </a:lnTo>
                  <a:lnTo>
                    <a:pt x="46042" y="16283"/>
                  </a:lnTo>
                  <a:lnTo>
                    <a:pt x="45900" y="16283"/>
                  </a:lnTo>
                  <a:lnTo>
                    <a:pt x="45900" y="16432"/>
                  </a:lnTo>
                  <a:lnTo>
                    <a:pt x="46042" y="16432"/>
                  </a:lnTo>
                  <a:lnTo>
                    <a:pt x="46042" y="16660"/>
                  </a:lnTo>
                  <a:cubicBezTo>
                    <a:pt x="46042" y="16735"/>
                    <a:pt x="46119" y="16796"/>
                    <a:pt x="46214" y="16796"/>
                  </a:cubicBezTo>
                  <a:cubicBezTo>
                    <a:pt x="46310" y="16796"/>
                    <a:pt x="46386" y="16735"/>
                    <a:pt x="46386" y="16660"/>
                  </a:cubicBezTo>
                  <a:lnTo>
                    <a:pt x="46386" y="16432"/>
                  </a:lnTo>
                  <a:lnTo>
                    <a:pt x="46563" y="16432"/>
                  </a:lnTo>
                  <a:lnTo>
                    <a:pt x="47659" y="19102"/>
                  </a:lnTo>
                  <a:lnTo>
                    <a:pt x="48755" y="16432"/>
                  </a:lnTo>
                  <a:lnTo>
                    <a:pt x="48932" y="16432"/>
                  </a:lnTo>
                  <a:lnTo>
                    <a:pt x="48932" y="16660"/>
                  </a:lnTo>
                  <a:cubicBezTo>
                    <a:pt x="48932" y="16735"/>
                    <a:pt x="49010" y="16796"/>
                    <a:pt x="49105" y="16796"/>
                  </a:cubicBezTo>
                  <a:cubicBezTo>
                    <a:pt x="49199" y="16796"/>
                    <a:pt x="49277" y="16735"/>
                    <a:pt x="49277" y="16660"/>
                  </a:cubicBezTo>
                  <a:lnTo>
                    <a:pt x="49277" y="16432"/>
                  </a:lnTo>
                  <a:lnTo>
                    <a:pt x="49468" y="16432"/>
                  </a:lnTo>
                  <a:lnTo>
                    <a:pt x="49468" y="16283"/>
                  </a:lnTo>
                  <a:lnTo>
                    <a:pt x="49277" y="16283"/>
                  </a:lnTo>
                  <a:lnTo>
                    <a:pt x="49277" y="15781"/>
                  </a:lnTo>
                  <a:lnTo>
                    <a:pt x="49277" y="13396"/>
                  </a:lnTo>
                  <a:lnTo>
                    <a:pt x="49821" y="13396"/>
                  </a:lnTo>
                  <a:lnTo>
                    <a:pt x="49821" y="13761"/>
                  </a:lnTo>
                  <a:cubicBezTo>
                    <a:pt x="49821" y="13837"/>
                    <a:pt x="49899" y="13898"/>
                    <a:pt x="49993" y="13898"/>
                  </a:cubicBezTo>
                  <a:cubicBezTo>
                    <a:pt x="50089" y="13898"/>
                    <a:pt x="50166" y="13837"/>
                    <a:pt x="50166" y="13761"/>
                  </a:cubicBezTo>
                  <a:lnTo>
                    <a:pt x="50166" y="13396"/>
                  </a:lnTo>
                  <a:lnTo>
                    <a:pt x="50310" y="13396"/>
                  </a:lnTo>
                  <a:lnTo>
                    <a:pt x="50310" y="13201"/>
                  </a:lnTo>
                  <a:lnTo>
                    <a:pt x="50166" y="13201"/>
                  </a:lnTo>
                  <a:lnTo>
                    <a:pt x="50166" y="12881"/>
                  </a:lnTo>
                  <a:lnTo>
                    <a:pt x="50166" y="6719"/>
                  </a:lnTo>
                  <a:cubicBezTo>
                    <a:pt x="50182" y="6717"/>
                    <a:pt x="50200" y="6716"/>
                    <a:pt x="50215" y="6715"/>
                  </a:cubicBezTo>
                  <a:cubicBezTo>
                    <a:pt x="50249" y="6712"/>
                    <a:pt x="50284" y="6710"/>
                    <a:pt x="50318" y="6706"/>
                  </a:cubicBezTo>
                  <a:cubicBezTo>
                    <a:pt x="50340" y="6704"/>
                    <a:pt x="50360" y="6701"/>
                    <a:pt x="50382" y="6698"/>
                  </a:cubicBezTo>
                  <a:cubicBezTo>
                    <a:pt x="50412" y="6695"/>
                    <a:pt x="50441" y="6691"/>
                    <a:pt x="50471" y="6686"/>
                  </a:cubicBezTo>
                  <a:cubicBezTo>
                    <a:pt x="50493" y="6682"/>
                    <a:pt x="50515" y="6678"/>
                    <a:pt x="50538" y="6672"/>
                  </a:cubicBezTo>
                  <a:cubicBezTo>
                    <a:pt x="50564" y="6667"/>
                    <a:pt x="50591" y="6662"/>
                    <a:pt x="50616" y="6657"/>
                  </a:cubicBezTo>
                  <a:cubicBezTo>
                    <a:pt x="50639" y="6653"/>
                    <a:pt x="50662" y="6646"/>
                    <a:pt x="50685" y="6641"/>
                  </a:cubicBezTo>
                  <a:cubicBezTo>
                    <a:pt x="50708" y="6635"/>
                    <a:pt x="50732" y="6629"/>
                    <a:pt x="50753" y="6623"/>
                  </a:cubicBezTo>
                  <a:cubicBezTo>
                    <a:pt x="50777" y="6616"/>
                    <a:pt x="50800" y="6609"/>
                    <a:pt x="50823" y="6602"/>
                  </a:cubicBezTo>
                  <a:cubicBezTo>
                    <a:pt x="50843" y="6595"/>
                    <a:pt x="50863" y="6589"/>
                    <a:pt x="50882" y="6582"/>
                  </a:cubicBezTo>
                  <a:cubicBezTo>
                    <a:pt x="50907" y="6573"/>
                    <a:pt x="50929" y="6565"/>
                    <a:pt x="50954" y="6557"/>
                  </a:cubicBezTo>
                  <a:cubicBezTo>
                    <a:pt x="50970" y="6551"/>
                    <a:pt x="50988" y="6544"/>
                    <a:pt x="51004" y="6536"/>
                  </a:cubicBezTo>
                  <a:cubicBezTo>
                    <a:pt x="51028" y="6526"/>
                    <a:pt x="51052" y="6516"/>
                    <a:pt x="51076" y="6504"/>
                  </a:cubicBezTo>
                  <a:lnTo>
                    <a:pt x="51113" y="6485"/>
                  </a:lnTo>
                  <a:cubicBezTo>
                    <a:pt x="51138" y="6472"/>
                    <a:pt x="51164" y="6460"/>
                    <a:pt x="51187" y="6446"/>
                  </a:cubicBezTo>
                  <a:lnTo>
                    <a:pt x="51214" y="6431"/>
                  </a:lnTo>
                  <a:cubicBezTo>
                    <a:pt x="51239" y="6416"/>
                    <a:pt x="51265" y="6400"/>
                    <a:pt x="51287" y="6384"/>
                  </a:cubicBezTo>
                  <a:cubicBezTo>
                    <a:pt x="51292" y="6382"/>
                    <a:pt x="51295" y="6379"/>
                    <a:pt x="51298" y="6376"/>
                  </a:cubicBezTo>
                  <a:cubicBezTo>
                    <a:pt x="51475" y="6253"/>
                    <a:pt x="51592" y="6104"/>
                    <a:pt x="51629" y="5941"/>
                  </a:cubicBezTo>
                  <a:lnTo>
                    <a:pt x="51665" y="5941"/>
                  </a:lnTo>
                  <a:cubicBezTo>
                    <a:pt x="51748" y="5941"/>
                    <a:pt x="51815" y="5888"/>
                    <a:pt x="51815" y="5821"/>
                  </a:cubicBezTo>
                  <a:cubicBezTo>
                    <a:pt x="51815" y="5755"/>
                    <a:pt x="51748" y="5701"/>
                    <a:pt x="51665" y="5701"/>
                  </a:cubicBezTo>
                  <a:lnTo>
                    <a:pt x="51644" y="5701"/>
                  </a:lnTo>
                  <a:lnTo>
                    <a:pt x="51644" y="3773"/>
                  </a:lnTo>
                  <a:lnTo>
                    <a:pt x="51644" y="3007"/>
                  </a:lnTo>
                  <a:lnTo>
                    <a:pt x="53654" y="3007"/>
                  </a:lnTo>
                  <a:lnTo>
                    <a:pt x="53654" y="4336"/>
                  </a:lnTo>
                  <a:lnTo>
                    <a:pt x="54004" y="4336"/>
                  </a:lnTo>
                  <a:cubicBezTo>
                    <a:pt x="53998" y="4348"/>
                    <a:pt x="53994" y="4361"/>
                    <a:pt x="53994" y="4374"/>
                  </a:cubicBezTo>
                  <a:cubicBezTo>
                    <a:pt x="53994" y="4434"/>
                    <a:pt x="54055" y="4482"/>
                    <a:pt x="54130" y="4482"/>
                  </a:cubicBezTo>
                  <a:lnTo>
                    <a:pt x="55938" y="4482"/>
                  </a:lnTo>
                  <a:cubicBezTo>
                    <a:pt x="56014" y="4482"/>
                    <a:pt x="56074" y="4434"/>
                    <a:pt x="56074" y="4374"/>
                  </a:cubicBezTo>
                  <a:cubicBezTo>
                    <a:pt x="56074" y="4361"/>
                    <a:pt x="56070" y="4347"/>
                    <a:pt x="56064" y="4336"/>
                  </a:cubicBezTo>
                  <a:lnTo>
                    <a:pt x="56420" y="4336"/>
                  </a:lnTo>
                  <a:lnTo>
                    <a:pt x="56420" y="64"/>
                  </a:lnTo>
                  <a:lnTo>
                    <a:pt x="51649" y="64"/>
                  </a:lnTo>
                  <a:lnTo>
                    <a:pt x="516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1;p15">
              <a:extLst>
                <a:ext uri="{FF2B5EF4-FFF2-40B4-BE49-F238E27FC236}">
                  <a16:creationId xmlns:a16="http://schemas.microsoft.com/office/drawing/2014/main" id="{C21CF23E-C52E-9152-F4DE-7D06EFD164FB}"/>
                </a:ext>
              </a:extLst>
            </p:cNvPr>
            <p:cNvSpPr/>
            <p:nvPr/>
          </p:nvSpPr>
          <p:spPr>
            <a:xfrm>
              <a:off x="1080323" y="423600"/>
              <a:ext cx="3617121" cy="2627841"/>
            </a:xfrm>
            <a:custGeom>
              <a:avLst/>
              <a:gdLst/>
              <a:ahLst/>
              <a:cxnLst/>
              <a:rect l="l" t="t" r="r" b="b"/>
              <a:pathLst>
                <a:path w="61810" h="44905" extrusionOk="0">
                  <a:moveTo>
                    <a:pt x="30905" y="0"/>
                  </a:moveTo>
                  <a:cubicBezTo>
                    <a:pt x="13837" y="0"/>
                    <a:pt x="1" y="13591"/>
                    <a:pt x="1" y="30355"/>
                  </a:cubicBezTo>
                  <a:cubicBezTo>
                    <a:pt x="1" y="35627"/>
                    <a:pt x="1370" y="40584"/>
                    <a:pt x="3776" y="44905"/>
                  </a:cubicBezTo>
                  <a:lnTo>
                    <a:pt x="58080" y="44824"/>
                  </a:lnTo>
                  <a:cubicBezTo>
                    <a:pt x="60459" y="40523"/>
                    <a:pt x="61809" y="35594"/>
                    <a:pt x="61809" y="30355"/>
                  </a:cubicBezTo>
                  <a:cubicBezTo>
                    <a:pt x="61809" y="13591"/>
                    <a:pt x="47973" y="0"/>
                    <a:pt x="309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2;p15">
              <a:extLst>
                <a:ext uri="{FF2B5EF4-FFF2-40B4-BE49-F238E27FC236}">
                  <a16:creationId xmlns:a16="http://schemas.microsoft.com/office/drawing/2014/main" id="{A92C9D37-7056-FA18-750A-259E5621E924}"/>
                </a:ext>
              </a:extLst>
            </p:cNvPr>
            <p:cNvSpPr/>
            <p:nvPr/>
          </p:nvSpPr>
          <p:spPr>
            <a:xfrm>
              <a:off x="4245864" y="2791607"/>
              <a:ext cx="162042" cy="217694"/>
            </a:xfrm>
            <a:custGeom>
              <a:avLst/>
              <a:gdLst/>
              <a:ahLst/>
              <a:cxnLst/>
              <a:rect l="l" t="t" r="r" b="b"/>
              <a:pathLst>
                <a:path w="2769" h="3720" extrusionOk="0">
                  <a:moveTo>
                    <a:pt x="0" y="0"/>
                  </a:moveTo>
                  <a:lnTo>
                    <a:pt x="0" y="3719"/>
                  </a:lnTo>
                  <a:lnTo>
                    <a:pt x="2768" y="3719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3;p15">
              <a:extLst>
                <a:ext uri="{FF2B5EF4-FFF2-40B4-BE49-F238E27FC236}">
                  <a16:creationId xmlns:a16="http://schemas.microsoft.com/office/drawing/2014/main" id="{2A24F40C-1C62-7491-71D2-36D29626CF73}"/>
                </a:ext>
              </a:extLst>
            </p:cNvPr>
            <p:cNvSpPr/>
            <p:nvPr/>
          </p:nvSpPr>
          <p:spPr>
            <a:xfrm>
              <a:off x="3354365" y="2038105"/>
              <a:ext cx="163915" cy="973656"/>
            </a:xfrm>
            <a:custGeom>
              <a:avLst/>
              <a:gdLst/>
              <a:ahLst/>
              <a:cxnLst/>
              <a:rect l="l" t="t" r="r" b="b"/>
              <a:pathLst>
                <a:path w="2801" h="16638" extrusionOk="0">
                  <a:moveTo>
                    <a:pt x="0" y="0"/>
                  </a:moveTo>
                  <a:lnTo>
                    <a:pt x="0" y="16637"/>
                  </a:lnTo>
                  <a:lnTo>
                    <a:pt x="2801" y="16637"/>
                  </a:lnTo>
                  <a:lnTo>
                    <a:pt x="28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4;p15">
              <a:extLst>
                <a:ext uri="{FF2B5EF4-FFF2-40B4-BE49-F238E27FC236}">
                  <a16:creationId xmlns:a16="http://schemas.microsoft.com/office/drawing/2014/main" id="{544EEB3F-C36C-5702-E35B-7F70013C8286}"/>
                </a:ext>
              </a:extLst>
            </p:cNvPr>
            <p:cNvSpPr/>
            <p:nvPr/>
          </p:nvSpPr>
          <p:spPr>
            <a:xfrm>
              <a:off x="4167915" y="1986666"/>
              <a:ext cx="20306" cy="85264"/>
            </a:xfrm>
            <a:custGeom>
              <a:avLst/>
              <a:gdLst/>
              <a:ahLst/>
              <a:cxnLst/>
              <a:rect l="l" t="t" r="r" b="b"/>
              <a:pathLst>
                <a:path w="347" h="1457" extrusionOk="0">
                  <a:moveTo>
                    <a:pt x="173" y="0"/>
                  </a:moveTo>
                  <a:cubicBezTo>
                    <a:pt x="77" y="0"/>
                    <a:pt x="0" y="79"/>
                    <a:pt x="0" y="173"/>
                  </a:cubicBezTo>
                  <a:lnTo>
                    <a:pt x="0" y="1284"/>
                  </a:lnTo>
                  <a:cubicBezTo>
                    <a:pt x="0" y="1380"/>
                    <a:pt x="79" y="1456"/>
                    <a:pt x="173" y="1456"/>
                  </a:cubicBezTo>
                  <a:cubicBezTo>
                    <a:pt x="269" y="1456"/>
                    <a:pt x="346" y="1379"/>
                    <a:pt x="346" y="1284"/>
                  </a:cubicBezTo>
                  <a:lnTo>
                    <a:pt x="346" y="173"/>
                  </a:lnTo>
                  <a:cubicBezTo>
                    <a:pt x="346" y="77"/>
                    <a:pt x="268" y="0"/>
                    <a:pt x="173" y="0"/>
                  </a:cubicBezTo>
                  <a:close/>
                </a:path>
              </a:pathLst>
            </a:custGeom>
            <a:solidFill>
              <a:srgbClr val="DDB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5;p15">
              <a:extLst>
                <a:ext uri="{FF2B5EF4-FFF2-40B4-BE49-F238E27FC236}">
                  <a16:creationId xmlns:a16="http://schemas.microsoft.com/office/drawing/2014/main" id="{E712A7EC-2EEA-6180-E175-005BD8C1C334}"/>
                </a:ext>
              </a:extLst>
            </p:cNvPr>
            <p:cNvSpPr/>
            <p:nvPr/>
          </p:nvSpPr>
          <p:spPr>
            <a:xfrm>
              <a:off x="3894508" y="1986666"/>
              <a:ext cx="20306" cy="85264"/>
            </a:xfrm>
            <a:custGeom>
              <a:avLst/>
              <a:gdLst/>
              <a:ahLst/>
              <a:cxnLst/>
              <a:rect l="l" t="t" r="r" b="b"/>
              <a:pathLst>
                <a:path w="347" h="1457" extrusionOk="0">
                  <a:moveTo>
                    <a:pt x="173" y="0"/>
                  </a:moveTo>
                  <a:cubicBezTo>
                    <a:pt x="77" y="0"/>
                    <a:pt x="0" y="79"/>
                    <a:pt x="0" y="173"/>
                  </a:cubicBezTo>
                  <a:lnTo>
                    <a:pt x="0" y="1284"/>
                  </a:lnTo>
                  <a:cubicBezTo>
                    <a:pt x="0" y="1380"/>
                    <a:pt x="78" y="1456"/>
                    <a:pt x="173" y="1456"/>
                  </a:cubicBezTo>
                  <a:cubicBezTo>
                    <a:pt x="270" y="1456"/>
                    <a:pt x="346" y="1379"/>
                    <a:pt x="346" y="1284"/>
                  </a:cubicBezTo>
                  <a:lnTo>
                    <a:pt x="346" y="173"/>
                  </a:lnTo>
                  <a:cubicBezTo>
                    <a:pt x="346" y="77"/>
                    <a:pt x="267" y="0"/>
                    <a:pt x="1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6;p15">
              <a:extLst>
                <a:ext uri="{FF2B5EF4-FFF2-40B4-BE49-F238E27FC236}">
                  <a16:creationId xmlns:a16="http://schemas.microsoft.com/office/drawing/2014/main" id="{E3CC2C5E-2B34-ACC9-C585-FA898E523F9F}"/>
                </a:ext>
              </a:extLst>
            </p:cNvPr>
            <p:cNvSpPr/>
            <p:nvPr/>
          </p:nvSpPr>
          <p:spPr>
            <a:xfrm>
              <a:off x="3946591" y="1772367"/>
              <a:ext cx="20306" cy="85264"/>
            </a:xfrm>
            <a:custGeom>
              <a:avLst/>
              <a:gdLst/>
              <a:ahLst/>
              <a:cxnLst/>
              <a:rect l="l" t="t" r="r" b="b"/>
              <a:pathLst>
                <a:path w="347" h="1457" extrusionOk="0">
                  <a:moveTo>
                    <a:pt x="173" y="0"/>
                  </a:moveTo>
                  <a:cubicBezTo>
                    <a:pt x="77" y="0"/>
                    <a:pt x="1" y="79"/>
                    <a:pt x="1" y="173"/>
                  </a:cubicBezTo>
                  <a:lnTo>
                    <a:pt x="1" y="1284"/>
                  </a:lnTo>
                  <a:cubicBezTo>
                    <a:pt x="1" y="1380"/>
                    <a:pt x="78" y="1456"/>
                    <a:pt x="173" y="1456"/>
                  </a:cubicBezTo>
                  <a:cubicBezTo>
                    <a:pt x="270" y="1456"/>
                    <a:pt x="346" y="1379"/>
                    <a:pt x="346" y="1284"/>
                  </a:cubicBezTo>
                  <a:lnTo>
                    <a:pt x="346" y="173"/>
                  </a:lnTo>
                  <a:cubicBezTo>
                    <a:pt x="346" y="77"/>
                    <a:pt x="268" y="0"/>
                    <a:pt x="1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7;p15">
              <a:extLst>
                <a:ext uri="{FF2B5EF4-FFF2-40B4-BE49-F238E27FC236}">
                  <a16:creationId xmlns:a16="http://schemas.microsoft.com/office/drawing/2014/main" id="{0F1BEADA-9EFB-7519-18D5-C764FD87855C}"/>
                </a:ext>
              </a:extLst>
            </p:cNvPr>
            <p:cNvSpPr/>
            <p:nvPr/>
          </p:nvSpPr>
          <p:spPr>
            <a:xfrm>
              <a:off x="4115832" y="1772367"/>
              <a:ext cx="20248" cy="85264"/>
            </a:xfrm>
            <a:custGeom>
              <a:avLst/>
              <a:gdLst/>
              <a:ahLst/>
              <a:cxnLst/>
              <a:rect l="l" t="t" r="r" b="b"/>
              <a:pathLst>
                <a:path w="346" h="1457" extrusionOk="0">
                  <a:moveTo>
                    <a:pt x="173" y="0"/>
                  </a:moveTo>
                  <a:cubicBezTo>
                    <a:pt x="77" y="0"/>
                    <a:pt x="0" y="79"/>
                    <a:pt x="0" y="173"/>
                  </a:cubicBezTo>
                  <a:lnTo>
                    <a:pt x="0" y="1284"/>
                  </a:lnTo>
                  <a:cubicBezTo>
                    <a:pt x="0" y="1380"/>
                    <a:pt x="79" y="1456"/>
                    <a:pt x="173" y="1456"/>
                  </a:cubicBezTo>
                  <a:cubicBezTo>
                    <a:pt x="269" y="1456"/>
                    <a:pt x="346" y="1379"/>
                    <a:pt x="346" y="1284"/>
                  </a:cubicBezTo>
                  <a:lnTo>
                    <a:pt x="346" y="173"/>
                  </a:lnTo>
                  <a:cubicBezTo>
                    <a:pt x="346" y="77"/>
                    <a:pt x="268" y="0"/>
                    <a:pt x="173" y="0"/>
                  </a:cubicBezTo>
                  <a:close/>
                </a:path>
              </a:pathLst>
            </a:custGeom>
            <a:solidFill>
              <a:srgbClr val="DDB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8;p15">
              <a:extLst>
                <a:ext uri="{FF2B5EF4-FFF2-40B4-BE49-F238E27FC236}">
                  <a16:creationId xmlns:a16="http://schemas.microsoft.com/office/drawing/2014/main" id="{7972E182-7CCC-FF7D-7BB3-1CB307924CC1}"/>
                </a:ext>
              </a:extLst>
            </p:cNvPr>
            <p:cNvSpPr/>
            <p:nvPr/>
          </p:nvSpPr>
          <p:spPr>
            <a:xfrm>
              <a:off x="3894508" y="2023709"/>
              <a:ext cx="293712" cy="988052"/>
            </a:xfrm>
            <a:custGeom>
              <a:avLst/>
              <a:gdLst/>
              <a:ahLst/>
              <a:cxnLst/>
              <a:rect l="l" t="t" r="r" b="b"/>
              <a:pathLst>
                <a:path w="5019" h="16884" extrusionOk="0">
                  <a:moveTo>
                    <a:pt x="0" y="1"/>
                  </a:moveTo>
                  <a:lnTo>
                    <a:pt x="0" y="16883"/>
                  </a:lnTo>
                  <a:lnTo>
                    <a:pt x="5018" y="16883"/>
                  </a:lnTo>
                  <a:lnTo>
                    <a:pt x="50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9;p15">
              <a:extLst>
                <a:ext uri="{FF2B5EF4-FFF2-40B4-BE49-F238E27FC236}">
                  <a16:creationId xmlns:a16="http://schemas.microsoft.com/office/drawing/2014/main" id="{BF769537-869A-F3E3-2920-4539188AFEF6}"/>
                </a:ext>
              </a:extLst>
            </p:cNvPr>
            <p:cNvSpPr/>
            <p:nvPr/>
          </p:nvSpPr>
          <p:spPr>
            <a:xfrm>
              <a:off x="3946591" y="1799286"/>
              <a:ext cx="189488" cy="224483"/>
            </a:xfrm>
            <a:custGeom>
              <a:avLst/>
              <a:gdLst/>
              <a:ahLst/>
              <a:cxnLst/>
              <a:rect l="l" t="t" r="r" b="b"/>
              <a:pathLst>
                <a:path w="3238" h="3836" extrusionOk="0">
                  <a:moveTo>
                    <a:pt x="1" y="1"/>
                  </a:moveTo>
                  <a:lnTo>
                    <a:pt x="1" y="3836"/>
                  </a:lnTo>
                  <a:lnTo>
                    <a:pt x="3238" y="3836"/>
                  </a:lnTo>
                  <a:lnTo>
                    <a:pt x="32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0;p15">
              <a:extLst>
                <a:ext uri="{FF2B5EF4-FFF2-40B4-BE49-F238E27FC236}">
                  <a16:creationId xmlns:a16="http://schemas.microsoft.com/office/drawing/2014/main" id="{46FE0B76-F7E6-684E-A78D-35ABB911F7B8}"/>
                </a:ext>
              </a:extLst>
            </p:cNvPr>
            <p:cNvSpPr/>
            <p:nvPr/>
          </p:nvSpPr>
          <p:spPr>
            <a:xfrm>
              <a:off x="3977197" y="1601898"/>
              <a:ext cx="128393" cy="197446"/>
            </a:xfrm>
            <a:custGeom>
              <a:avLst/>
              <a:gdLst/>
              <a:ahLst/>
              <a:cxnLst/>
              <a:rect l="l" t="t" r="r" b="b"/>
              <a:pathLst>
                <a:path w="2194" h="3374" extrusionOk="0">
                  <a:moveTo>
                    <a:pt x="1097" y="0"/>
                  </a:moveTo>
                  <a:lnTo>
                    <a:pt x="0" y="3374"/>
                  </a:lnTo>
                  <a:lnTo>
                    <a:pt x="2193" y="3374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;p15">
              <a:extLst>
                <a:ext uri="{FF2B5EF4-FFF2-40B4-BE49-F238E27FC236}">
                  <a16:creationId xmlns:a16="http://schemas.microsoft.com/office/drawing/2014/main" id="{91DC6084-6AF0-8B8F-2796-511A506031AC}"/>
                </a:ext>
              </a:extLst>
            </p:cNvPr>
            <p:cNvSpPr/>
            <p:nvPr/>
          </p:nvSpPr>
          <p:spPr>
            <a:xfrm>
              <a:off x="3975910" y="1823162"/>
              <a:ext cx="31308" cy="47869"/>
            </a:xfrm>
            <a:custGeom>
              <a:avLst/>
              <a:gdLst/>
              <a:ahLst/>
              <a:cxnLst/>
              <a:rect l="l" t="t" r="r" b="b"/>
              <a:pathLst>
                <a:path w="535" h="818" extrusionOk="0">
                  <a:moveTo>
                    <a:pt x="268" y="0"/>
                  </a:moveTo>
                  <a:cubicBezTo>
                    <a:pt x="122" y="0"/>
                    <a:pt x="1" y="119"/>
                    <a:pt x="1" y="267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7"/>
                  </a:lnTo>
                  <a:cubicBezTo>
                    <a:pt x="534" y="119"/>
                    <a:pt x="415" y="0"/>
                    <a:pt x="2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;p15">
              <a:extLst>
                <a:ext uri="{FF2B5EF4-FFF2-40B4-BE49-F238E27FC236}">
                  <a16:creationId xmlns:a16="http://schemas.microsoft.com/office/drawing/2014/main" id="{AFDBF24B-901B-8D28-EA4E-E40D352355E3}"/>
                </a:ext>
              </a:extLst>
            </p:cNvPr>
            <p:cNvSpPr/>
            <p:nvPr/>
          </p:nvSpPr>
          <p:spPr>
            <a:xfrm>
              <a:off x="4025711" y="1823162"/>
              <a:ext cx="31308" cy="47869"/>
            </a:xfrm>
            <a:custGeom>
              <a:avLst/>
              <a:gdLst/>
              <a:ahLst/>
              <a:cxnLst/>
              <a:rect l="l" t="t" r="r" b="b"/>
              <a:pathLst>
                <a:path w="535" h="818" extrusionOk="0">
                  <a:moveTo>
                    <a:pt x="268" y="0"/>
                  </a:moveTo>
                  <a:cubicBezTo>
                    <a:pt x="121" y="0"/>
                    <a:pt x="0" y="119"/>
                    <a:pt x="0" y="267"/>
                  </a:cubicBezTo>
                  <a:lnTo>
                    <a:pt x="0" y="818"/>
                  </a:lnTo>
                  <a:lnTo>
                    <a:pt x="534" y="818"/>
                  </a:lnTo>
                  <a:lnTo>
                    <a:pt x="534" y="267"/>
                  </a:lnTo>
                  <a:cubicBezTo>
                    <a:pt x="534" y="119"/>
                    <a:pt x="415" y="0"/>
                    <a:pt x="2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3;p15">
              <a:extLst>
                <a:ext uri="{FF2B5EF4-FFF2-40B4-BE49-F238E27FC236}">
                  <a16:creationId xmlns:a16="http://schemas.microsoft.com/office/drawing/2014/main" id="{ED168B95-9572-F2F2-EB26-44E4F9A8CF79}"/>
                </a:ext>
              </a:extLst>
            </p:cNvPr>
            <p:cNvSpPr/>
            <p:nvPr/>
          </p:nvSpPr>
          <p:spPr>
            <a:xfrm>
              <a:off x="4075512" y="1823162"/>
              <a:ext cx="31250" cy="47869"/>
            </a:xfrm>
            <a:custGeom>
              <a:avLst/>
              <a:gdLst/>
              <a:ahLst/>
              <a:cxnLst/>
              <a:rect l="l" t="t" r="r" b="b"/>
              <a:pathLst>
                <a:path w="534" h="818" extrusionOk="0">
                  <a:moveTo>
                    <a:pt x="268" y="0"/>
                  </a:moveTo>
                  <a:cubicBezTo>
                    <a:pt x="120" y="0"/>
                    <a:pt x="1" y="119"/>
                    <a:pt x="1" y="267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7"/>
                  </a:lnTo>
                  <a:cubicBezTo>
                    <a:pt x="534" y="119"/>
                    <a:pt x="415" y="0"/>
                    <a:pt x="268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4;p15">
              <a:extLst>
                <a:ext uri="{FF2B5EF4-FFF2-40B4-BE49-F238E27FC236}">
                  <a16:creationId xmlns:a16="http://schemas.microsoft.com/office/drawing/2014/main" id="{E250C157-5385-24F0-0812-B5B03BDB51E3}"/>
                </a:ext>
              </a:extLst>
            </p:cNvPr>
            <p:cNvSpPr/>
            <p:nvPr/>
          </p:nvSpPr>
          <p:spPr>
            <a:xfrm>
              <a:off x="3975910" y="1891337"/>
              <a:ext cx="31308" cy="47928"/>
            </a:xfrm>
            <a:custGeom>
              <a:avLst/>
              <a:gdLst/>
              <a:ahLst/>
              <a:cxnLst/>
              <a:rect l="l" t="t" r="r" b="b"/>
              <a:pathLst>
                <a:path w="535" h="819" extrusionOk="0">
                  <a:moveTo>
                    <a:pt x="268" y="1"/>
                  </a:moveTo>
                  <a:cubicBezTo>
                    <a:pt x="122" y="1"/>
                    <a:pt x="1" y="119"/>
                    <a:pt x="1" y="268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5;p15">
              <a:extLst>
                <a:ext uri="{FF2B5EF4-FFF2-40B4-BE49-F238E27FC236}">
                  <a16:creationId xmlns:a16="http://schemas.microsoft.com/office/drawing/2014/main" id="{AD490260-CD8A-2D1F-792C-EBDCB1CDB582}"/>
                </a:ext>
              </a:extLst>
            </p:cNvPr>
            <p:cNvSpPr/>
            <p:nvPr/>
          </p:nvSpPr>
          <p:spPr>
            <a:xfrm>
              <a:off x="4025711" y="1891337"/>
              <a:ext cx="31308" cy="47928"/>
            </a:xfrm>
            <a:custGeom>
              <a:avLst/>
              <a:gdLst/>
              <a:ahLst/>
              <a:cxnLst/>
              <a:rect l="l" t="t" r="r" b="b"/>
              <a:pathLst>
                <a:path w="535" h="819" extrusionOk="0">
                  <a:moveTo>
                    <a:pt x="268" y="1"/>
                  </a:moveTo>
                  <a:cubicBezTo>
                    <a:pt x="121" y="1"/>
                    <a:pt x="0" y="119"/>
                    <a:pt x="0" y="268"/>
                  </a:cubicBezTo>
                  <a:lnTo>
                    <a:pt x="0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6;p15">
              <a:extLst>
                <a:ext uri="{FF2B5EF4-FFF2-40B4-BE49-F238E27FC236}">
                  <a16:creationId xmlns:a16="http://schemas.microsoft.com/office/drawing/2014/main" id="{3EDD0383-4A5C-B52B-2FBB-3D3138590C94}"/>
                </a:ext>
              </a:extLst>
            </p:cNvPr>
            <p:cNvSpPr/>
            <p:nvPr/>
          </p:nvSpPr>
          <p:spPr>
            <a:xfrm>
              <a:off x="4075512" y="1891337"/>
              <a:ext cx="31250" cy="47928"/>
            </a:xfrm>
            <a:custGeom>
              <a:avLst/>
              <a:gdLst/>
              <a:ahLst/>
              <a:cxnLst/>
              <a:rect l="l" t="t" r="r" b="b"/>
              <a:pathLst>
                <a:path w="534" h="819" extrusionOk="0">
                  <a:moveTo>
                    <a:pt x="268" y="1"/>
                  </a:moveTo>
                  <a:cubicBezTo>
                    <a:pt x="120" y="1"/>
                    <a:pt x="1" y="119"/>
                    <a:pt x="1" y="268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7;p15">
              <a:extLst>
                <a:ext uri="{FF2B5EF4-FFF2-40B4-BE49-F238E27FC236}">
                  <a16:creationId xmlns:a16="http://schemas.microsoft.com/office/drawing/2014/main" id="{A307B6E6-80CB-E044-D0F0-BD2747744BEC}"/>
                </a:ext>
              </a:extLst>
            </p:cNvPr>
            <p:cNvSpPr/>
            <p:nvPr/>
          </p:nvSpPr>
          <p:spPr>
            <a:xfrm>
              <a:off x="3975910" y="1955768"/>
              <a:ext cx="31308" cy="47928"/>
            </a:xfrm>
            <a:custGeom>
              <a:avLst/>
              <a:gdLst/>
              <a:ahLst/>
              <a:cxnLst/>
              <a:rect l="l" t="t" r="r" b="b"/>
              <a:pathLst>
                <a:path w="535" h="819" extrusionOk="0">
                  <a:moveTo>
                    <a:pt x="268" y="1"/>
                  </a:moveTo>
                  <a:cubicBezTo>
                    <a:pt x="122" y="1"/>
                    <a:pt x="1" y="119"/>
                    <a:pt x="1" y="268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8;p15">
              <a:extLst>
                <a:ext uri="{FF2B5EF4-FFF2-40B4-BE49-F238E27FC236}">
                  <a16:creationId xmlns:a16="http://schemas.microsoft.com/office/drawing/2014/main" id="{7D814977-6CCE-54BD-79B2-6683B03CA8FD}"/>
                </a:ext>
              </a:extLst>
            </p:cNvPr>
            <p:cNvSpPr/>
            <p:nvPr/>
          </p:nvSpPr>
          <p:spPr>
            <a:xfrm>
              <a:off x="4025711" y="1955768"/>
              <a:ext cx="31308" cy="47928"/>
            </a:xfrm>
            <a:custGeom>
              <a:avLst/>
              <a:gdLst/>
              <a:ahLst/>
              <a:cxnLst/>
              <a:rect l="l" t="t" r="r" b="b"/>
              <a:pathLst>
                <a:path w="535" h="819" extrusionOk="0">
                  <a:moveTo>
                    <a:pt x="268" y="1"/>
                  </a:moveTo>
                  <a:cubicBezTo>
                    <a:pt x="121" y="1"/>
                    <a:pt x="0" y="119"/>
                    <a:pt x="0" y="268"/>
                  </a:cubicBezTo>
                  <a:lnTo>
                    <a:pt x="0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9;p15">
              <a:extLst>
                <a:ext uri="{FF2B5EF4-FFF2-40B4-BE49-F238E27FC236}">
                  <a16:creationId xmlns:a16="http://schemas.microsoft.com/office/drawing/2014/main" id="{FA8DB6E8-8F84-3E63-C625-B6EE7F226A60}"/>
                </a:ext>
              </a:extLst>
            </p:cNvPr>
            <p:cNvSpPr/>
            <p:nvPr/>
          </p:nvSpPr>
          <p:spPr>
            <a:xfrm>
              <a:off x="4075512" y="1955768"/>
              <a:ext cx="31250" cy="47928"/>
            </a:xfrm>
            <a:custGeom>
              <a:avLst/>
              <a:gdLst/>
              <a:ahLst/>
              <a:cxnLst/>
              <a:rect l="l" t="t" r="r" b="b"/>
              <a:pathLst>
                <a:path w="534" h="819" extrusionOk="0">
                  <a:moveTo>
                    <a:pt x="268" y="1"/>
                  </a:moveTo>
                  <a:cubicBezTo>
                    <a:pt x="120" y="1"/>
                    <a:pt x="1" y="119"/>
                    <a:pt x="1" y="268"/>
                  </a:cubicBezTo>
                  <a:lnTo>
                    <a:pt x="1" y="818"/>
                  </a:lnTo>
                  <a:lnTo>
                    <a:pt x="534" y="818"/>
                  </a:lnTo>
                  <a:lnTo>
                    <a:pt x="534" y="268"/>
                  </a:lnTo>
                  <a:cubicBezTo>
                    <a:pt x="534" y="119"/>
                    <a:pt x="415" y="1"/>
                    <a:pt x="268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0;p15">
              <a:extLst>
                <a:ext uri="{FF2B5EF4-FFF2-40B4-BE49-F238E27FC236}">
                  <a16:creationId xmlns:a16="http://schemas.microsoft.com/office/drawing/2014/main" id="{DAE4DD47-718A-D0EA-208C-CDF55B2EEDC4}"/>
                </a:ext>
              </a:extLst>
            </p:cNvPr>
            <p:cNvSpPr/>
            <p:nvPr/>
          </p:nvSpPr>
          <p:spPr>
            <a:xfrm>
              <a:off x="3930323" y="2061396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0"/>
                  </a:moveTo>
                  <a:cubicBezTo>
                    <a:pt x="145" y="0"/>
                    <a:pt x="0" y="144"/>
                    <a:pt x="0" y="322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1" y="144"/>
                    <a:pt x="498" y="0"/>
                    <a:pt x="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1;p15">
              <a:extLst>
                <a:ext uri="{FF2B5EF4-FFF2-40B4-BE49-F238E27FC236}">
                  <a16:creationId xmlns:a16="http://schemas.microsoft.com/office/drawing/2014/main" id="{6568F478-2320-71C1-7131-E78899B87C33}"/>
                </a:ext>
              </a:extLst>
            </p:cNvPr>
            <p:cNvSpPr/>
            <p:nvPr/>
          </p:nvSpPr>
          <p:spPr>
            <a:xfrm>
              <a:off x="3990072" y="2061396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0"/>
                  </a:moveTo>
                  <a:cubicBezTo>
                    <a:pt x="146" y="0"/>
                    <a:pt x="0" y="144"/>
                    <a:pt x="0" y="322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2"/>
                  </a:lnTo>
                  <a:cubicBezTo>
                    <a:pt x="642" y="144"/>
                    <a:pt x="499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2;p15">
              <a:extLst>
                <a:ext uri="{FF2B5EF4-FFF2-40B4-BE49-F238E27FC236}">
                  <a16:creationId xmlns:a16="http://schemas.microsoft.com/office/drawing/2014/main" id="{673A3DB6-ACE1-8A72-AB60-B72023E0138D}"/>
                </a:ext>
              </a:extLst>
            </p:cNvPr>
            <p:cNvSpPr/>
            <p:nvPr/>
          </p:nvSpPr>
          <p:spPr>
            <a:xfrm>
              <a:off x="4049880" y="2061396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0"/>
                  </a:moveTo>
                  <a:cubicBezTo>
                    <a:pt x="145" y="0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3" y="144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3;p15">
              <a:extLst>
                <a:ext uri="{FF2B5EF4-FFF2-40B4-BE49-F238E27FC236}">
                  <a16:creationId xmlns:a16="http://schemas.microsoft.com/office/drawing/2014/main" id="{3FFFE424-A638-1B44-8645-28FC37CDA781}"/>
                </a:ext>
              </a:extLst>
            </p:cNvPr>
            <p:cNvSpPr/>
            <p:nvPr/>
          </p:nvSpPr>
          <p:spPr>
            <a:xfrm>
              <a:off x="3930323" y="2143266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0"/>
                  </a:moveTo>
                  <a:cubicBezTo>
                    <a:pt x="145" y="0"/>
                    <a:pt x="0" y="143"/>
                    <a:pt x="0" y="321"/>
                  </a:cubicBezTo>
                  <a:lnTo>
                    <a:pt x="0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1" y="143"/>
                    <a:pt x="498" y="0"/>
                    <a:pt x="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4;p15">
              <a:extLst>
                <a:ext uri="{FF2B5EF4-FFF2-40B4-BE49-F238E27FC236}">
                  <a16:creationId xmlns:a16="http://schemas.microsoft.com/office/drawing/2014/main" id="{0BE8D5A7-901F-580B-9B3D-BAEE4D8CF468}"/>
                </a:ext>
              </a:extLst>
            </p:cNvPr>
            <p:cNvSpPr/>
            <p:nvPr/>
          </p:nvSpPr>
          <p:spPr>
            <a:xfrm>
              <a:off x="3990072" y="2143266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0"/>
                  </a:moveTo>
                  <a:cubicBezTo>
                    <a:pt x="146" y="0"/>
                    <a:pt x="0" y="143"/>
                    <a:pt x="0" y="321"/>
                  </a:cubicBezTo>
                  <a:lnTo>
                    <a:pt x="0" y="982"/>
                  </a:lnTo>
                  <a:lnTo>
                    <a:pt x="642" y="982"/>
                  </a:lnTo>
                  <a:lnTo>
                    <a:pt x="642" y="321"/>
                  </a:lnTo>
                  <a:cubicBezTo>
                    <a:pt x="642" y="143"/>
                    <a:pt x="499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;p15">
              <a:extLst>
                <a:ext uri="{FF2B5EF4-FFF2-40B4-BE49-F238E27FC236}">
                  <a16:creationId xmlns:a16="http://schemas.microsoft.com/office/drawing/2014/main" id="{F0CB1B26-4F1E-A70F-1006-8B5F31CA3E39}"/>
                </a:ext>
              </a:extLst>
            </p:cNvPr>
            <p:cNvSpPr/>
            <p:nvPr/>
          </p:nvSpPr>
          <p:spPr>
            <a:xfrm>
              <a:off x="4049880" y="2143266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3" y="143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6;p15">
              <a:extLst>
                <a:ext uri="{FF2B5EF4-FFF2-40B4-BE49-F238E27FC236}">
                  <a16:creationId xmlns:a16="http://schemas.microsoft.com/office/drawing/2014/main" id="{7967AC17-F3C1-EA42-1CE5-A685B4B1912C}"/>
                </a:ext>
              </a:extLst>
            </p:cNvPr>
            <p:cNvSpPr/>
            <p:nvPr/>
          </p:nvSpPr>
          <p:spPr>
            <a:xfrm>
              <a:off x="3930323" y="2220687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0"/>
                  </a:moveTo>
                  <a:cubicBezTo>
                    <a:pt x="145" y="0"/>
                    <a:pt x="0" y="143"/>
                    <a:pt x="0" y="321"/>
                  </a:cubicBezTo>
                  <a:lnTo>
                    <a:pt x="0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1" y="144"/>
                    <a:pt x="498" y="0"/>
                    <a:pt x="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7;p15">
              <a:extLst>
                <a:ext uri="{FF2B5EF4-FFF2-40B4-BE49-F238E27FC236}">
                  <a16:creationId xmlns:a16="http://schemas.microsoft.com/office/drawing/2014/main" id="{05EF3DCF-37EE-780D-87C1-5C15574748D8}"/>
                </a:ext>
              </a:extLst>
            </p:cNvPr>
            <p:cNvSpPr/>
            <p:nvPr/>
          </p:nvSpPr>
          <p:spPr>
            <a:xfrm>
              <a:off x="3990072" y="2220687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0"/>
                  </a:moveTo>
                  <a:cubicBezTo>
                    <a:pt x="146" y="0"/>
                    <a:pt x="0" y="143"/>
                    <a:pt x="0" y="321"/>
                  </a:cubicBezTo>
                  <a:lnTo>
                    <a:pt x="0" y="982"/>
                  </a:lnTo>
                  <a:lnTo>
                    <a:pt x="642" y="982"/>
                  </a:lnTo>
                  <a:lnTo>
                    <a:pt x="642" y="321"/>
                  </a:lnTo>
                  <a:cubicBezTo>
                    <a:pt x="642" y="144"/>
                    <a:pt x="499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8;p15">
              <a:extLst>
                <a:ext uri="{FF2B5EF4-FFF2-40B4-BE49-F238E27FC236}">
                  <a16:creationId xmlns:a16="http://schemas.microsoft.com/office/drawing/2014/main" id="{9EB93A5E-8BFC-D01F-0D59-5F1618B9304F}"/>
                </a:ext>
              </a:extLst>
            </p:cNvPr>
            <p:cNvSpPr/>
            <p:nvPr/>
          </p:nvSpPr>
          <p:spPr>
            <a:xfrm>
              <a:off x="4049880" y="2220687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3" y="144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9;p15">
              <a:extLst>
                <a:ext uri="{FF2B5EF4-FFF2-40B4-BE49-F238E27FC236}">
                  <a16:creationId xmlns:a16="http://schemas.microsoft.com/office/drawing/2014/main" id="{2D76BBBE-E385-07B2-2383-7F2B063FB690}"/>
                </a:ext>
              </a:extLst>
            </p:cNvPr>
            <p:cNvSpPr/>
            <p:nvPr/>
          </p:nvSpPr>
          <p:spPr>
            <a:xfrm>
              <a:off x="4109687" y="2061396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0"/>
                  </a:moveTo>
                  <a:cubicBezTo>
                    <a:pt x="145" y="0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2" y="144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0;p15">
              <a:extLst>
                <a:ext uri="{FF2B5EF4-FFF2-40B4-BE49-F238E27FC236}">
                  <a16:creationId xmlns:a16="http://schemas.microsoft.com/office/drawing/2014/main" id="{6C4C84D0-BA04-F891-7436-E34D24BC68C2}"/>
                </a:ext>
              </a:extLst>
            </p:cNvPr>
            <p:cNvSpPr/>
            <p:nvPr/>
          </p:nvSpPr>
          <p:spPr>
            <a:xfrm>
              <a:off x="4109687" y="2143266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2" y="143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1;p15">
              <a:extLst>
                <a:ext uri="{FF2B5EF4-FFF2-40B4-BE49-F238E27FC236}">
                  <a16:creationId xmlns:a16="http://schemas.microsoft.com/office/drawing/2014/main" id="{AC381F93-7D59-65E4-0FD6-F4FF71E8458A}"/>
                </a:ext>
              </a:extLst>
            </p:cNvPr>
            <p:cNvSpPr/>
            <p:nvPr/>
          </p:nvSpPr>
          <p:spPr>
            <a:xfrm>
              <a:off x="4109687" y="2220687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2"/>
                  </a:lnTo>
                  <a:lnTo>
                    <a:pt x="641" y="982"/>
                  </a:lnTo>
                  <a:lnTo>
                    <a:pt x="641" y="321"/>
                  </a:lnTo>
                  <a:cubicBezTo>
                    <a:pt x="642" y="144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2;p15">
              <a:extLst>
                <a:ext uri="{FF2B5EF4-FFF2-40B4-BE49-F238E27FC236}">
                  <a16:creationId xmlns:a16="http://schemas.microsoft.com/office/drawing/2014/main" id="{DF4CBF17-7A3A-791F-56E2-4E238AC4660A}"/>
                </a:ext>
              </a:extLst>
            </p:cNvPr>
            <p:cNvSpPr/>
            <p:nvPr/>
          </p:nvSpPr>
          <p:spPr>
            <a:xfrm>
              <a:off x="3930323" y="2307706"/>
              <a:ext cx="37511" cy="57584"/>
            </a:xfrm>
            <a:custGeom>
              <a:avLst/>
              <a:gdLst/>
              <a:ahLst/>
              <a:cxnLst/>
              <a:rect l="l" t="t" r="r" b="b"/>
              <a:pathLst>
                <a:path w="641" h="984" extrusionOk="0">
                  <a:moveTo>
                    <a:pt x="321" y="1"/>
                  </a:moveTo>
                  <a:cubicBezTo>
                    <a:pt x="145" y="1"/>
                    <a:pt x="0" y="144"/>
                    <a:pt x="0" y="321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1" y="144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3;p15">
              <a:extLst>
                <a:ext uri="{FF2B5EF4-FFF2-40B4-BE49-F238E27FC236}">
                  <a16:creationId xmlns:a16="http://schemas.microsoft.com/office/drawing/2014/main" id="{D9B8C7AB-6840-98AB-7AC5-2B90369E4A62}"/>
                </a:ext>
              </a:extLst>
            </p:cNvPr>
            <p:cNvSpPr/>
            <p:nvPr/>
          </p:nvSpPr>
          <p:spPr>
            <a:xfrm>
              <a:off x="3990072" y="2307706"/>
              <a:ext cx="37570" cy="57584"/>
            </a:xfrm>
            <a:custGeom>
              <a:avLst/>
              <a:gdLst/>
              <a:ahLst/>
              <a:cxnLst/>
              <a:rect l="l" t="t" r="r" b="b"/>
              <a:pathLst>
                <a:path w="642" h="984" extrusionOk="0">
                  <a:moveTo>
                    <a:pt x="322" y="1"/>
                  </a:moveTo>
                  <a:cubicBezTo>
                    <a:pt x="146" y="1"/>
                    <a:pt x="0" y="144"/>
                    <a:pt x="0" y="321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1"/>
                  </a:lnTo>
                  <a:cubicBezTo>
                    <a:pt x="642" y="144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4;p15">
              <a:extLst>
                <a:ext uri="{FF2B5EF4-FFF2-40B4-BE49-F238E27FC236}">
                  <a16:creationId xmlns:a16="http://schemas.microsoft.com/office/drawing/2014/main" id="{605CD6CC-E467-0735-F647-37D5F5373935}"/>
                </a:ext>
              </a:extLst>
            </p:cNvPr>
            <p:cNvSpPr/>
            <p:nvPr/>
          </p:nvSpPr>
          <p:spPr>
            <a:xfrm>
              <a:off x="4049880" y="2307706"/>
              <a:ext cx="37687" cy="57584"/>
            </a:xfrm>
            <a:custGeom>
              <a:avLst/>
              <a:gdLst/>
              <a:ahLst/>
              <a:cxnLst/>
              <a:rect l="l" t="t" r="r" b="b"/>
              <a:pathLst>
                <a:path w="644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1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3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5;p15">
              <a:extLst>
                <a:ext uri="{FF2B5EF4-FFF2-40B4-BE49-F238E27FC236}">
                  <a16:creationId xmlns:a16="http://schemas.microsoft.com/office/drawing/2014/main" id="{43988CD5-8AB4-D6C9-6BE9-B1C5F8180868}"/>
                </a:ext>
              </a:extLst>
            </p:cNvPr>
            <p:cNvSpPr/>
            <p:nvPr/>
          </p:nvSpPr>
          <p:spPr>
            <a:xfrm>
              <a:off x="3930323" y="2389634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1"/>
                  </a:moveTo>
                  <a:cubicBezTo>
                    <a:pt x="145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1" y="144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6;p15">
              <a:extLst>
                <a:ext uri="{FF2B5EF4-FFF2-40B4-BE49-F238E27FC236}">
                  <a16:creationId xmlns:a16="http://schemas.microsoft.com/office/drawing/2014/main" id="{5EA70A62-4883-63AE-D478-D5FC3FFFA4F7}"/>
                </a:ext>
              </a:extLst>
            </p:cNvPr>
            <p:cNvSpPr/>
            <p:nvPr/>
          </p:nvSpPr>
          <p:spPr>
            <a:xfrm>
              <a:off x="3990072" y="2389634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1"/>
                  </a:moveTo>
                  <a:cubicBezTo>
                    <a:pt x="146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2"/>
                  </a:lnTo>
                  <a:cubicBezTo>
                    <a:pt x="642" y="144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7;p15">
              <a:extLst>
                <a:ext uri="{FF2B5EF4-FFF2-40B4-BE49-F238E27FC236}">
                  <a16:creationId xmlns:a16="http://schemas.microsoft.com/office/drawing/2014/main" id="{83E2FFC7-0EC1-2DA4-2F8B-987B549AC09E}"/>
                </a:ext>
              </a:extLst>
            </p:cNvPr>
            <p:cNvSpPr/>
            <p:nvPr/>
          </p:nvSpPr>
          <p:spPr>
            <a:xfrm>
              <a:off x="4049880" y="2389634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3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;p15">
              <a:extLst>
                <a:ext uri="{FF2B5EF4-FFF2-40B4-BE49-F238E27FC236}">
                  <a16:creationId xmlns:a16="http://schemas.microsoft.com/office/drawing/2014/main" id="{32D75418-5259-18E7-6758-5608CC7198B1}"/>
                </a:ext>
              </a:extLst>
            </p:cNvPr>
            <p:cNvSpPr/>
            <p:nvPr/>
          </p:nvSpPr>
          <p:spPr>
            <a:xfrm>
              <a:off x="3930323" y="2467056"/>
              <a:ext cx="37511" cy="57525"/>
            </a:xfrm>
            <a:custGeom>
              <a:avLst/>
              <a:gdLst/>
              <a:ahLst/>
              <a:cxnLst/>
              <a:rect l="l" t="t" r="r" b="b"/>
              <a:pathLst>
                <a:path w="641" h="983" extrusionOk="0">
                  <a:moveTo>
                    <a:pt x="321" y="1"/>
                  </a:moveTo>
                  <a:cubicBezTo>
                    <a:pt x="145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1" y="144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9;p15">
              <a:extLst>
                <a:ext uri="{FF2B5EF4-FFF2-40B4-BE49-F238E27FC236}">
                  <a16:creationId xmlns:a16="http://schemas.microsoft.com/office/drawing/2014/main" id="{AFFB044F-7EF0-3652-5A1D-C55B8D5E6E5C}"/>
                </a:ext>
              </a:extLst>
            </p:cNvPr>
            <p:cNvSpPr/>
            <p:nvPr/>
          </p:nvSpPr>
          <p:spPr>
            <a:xfrm>
              <a:off x="3990072" y="2467056"/>
              <a:ext cx="37570" cy="57525"/>
            </a:xfrm>
            <a:custGeom>
              <a:avLst/>
              <a:gdLst/>
              <a:ahLst/>
              <a:cxnLst/>
              <a:rect l="l" t="t" r="r" b="b"/>
              <a:pathLst>
                <a:path w="642" h="983" extrusionOk="0">
                  <a:moveTo>
                    <a:pt x="322" y="1"/>
                  </a:moveTo>
                  <a:cubicBezTo>
                    <a:pt x="146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2"/>
                  </a:lnTo>
                  <a:cubicBezTo>
                    <a:pt x="642" y="144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0;p15">
              <a:extLst>
                <a:ext uri="{FF2B5EF4-FFF2-40B4-BE49-F238E27FC236}">
                  <a16:creationId xmlns:a16="http://schemas.microsoft.com/office/drawing/2014/main" id="{EBE4C8DB-9101-1E3C-E0D8-A083142F1CD9}"/>
                </a:ext>
              </a:extLst>
            </p:cNvPr>
            <p:cNvSpPr/>
            <p:nvPr/>
          </p:nvSpPr>
          <p:spPr>
            <a:xfrm>
              <a:off x="4049880" y="2467056"/>
              <a:ext cx="37687" cy="57525"/>
            </a:xfrm>
            <a:custGeom>
              <a:avLst/>
              <a:gdLst/>
              <a:ahLst/>
              <a:cxnLst/>
              <a:rect l="l" t="t" r="r" b="b"/>
              <a:pathLst>
                <a:path w="644" h="983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3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1;p15">
              <a:extLst>
                <a:ext uri="{FF2B5EF4-FFF2-40B4-BE49-F238E27FC236}">
                  <a16:creationId xmlns:a16="http://schemas.microsoft.com/office/drawing/2014/main" id="{AD6ABBB0-73EB-385F-AAA6-100E3A7ECE12}"/>
                </a:ext>
              </a:extLst>
            </p:cNvPr>
            <p:cNvSpPr/>
            <p:nvPr/>
          </p:nvSpPr>
          <p:spPr>
            <a:xfrm>
              <a:off x="4109687" y="2307706"/>
              <a:ext cx="37628" cy="57584"/>
            </a:xfrm>
            <a:custGeom>
              <a:avLst/>
              <a:gdLst/>
              <a:ahLst/>
              <a:cxnLst/>
              <a:rect l="l" t="t" r="r" b="b"/>
              <a:pathLst>
                <a:path w="643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1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2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2;p15">
              <a:extLst>
                <a:ext uri="{FF2B5EF4-FFF2-40B4-BE49-F238E27FC236}">
                  <a16:creationId xmlns:a16="http://schemas.microsoft.com/office/drawing/2014/main" id="{9F1168E5-C432-3561-B73A-F9CECB2A5EA0}"/>
                </a:ext>
              </a:extLst>
            </p:cNvPr>
            <p:cNvSpPr/>
            <p:nvPr/>
          </p:nvSpPr>
          <p:spPr>
            <a:xfrm>
              <a:off x="4109687" y="2389634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2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3;p15">
              <a:extLst>
                <a:ext uri="{FF2B5EF4-FFF2-40B4-BE49-F238E27FC236}">
                  <a16:creationId xmlns:a16="http://schemas.microsoft.com/office/drawing/2014/main" id="{919E362B-34CB-A0A8-2C9D-6FF5A849D3A7}"/>
                </a:ext>
              </a:extLst>
            </p:cNvPr>
            <p:cNvSpPr/>
            <p:nvPr/>
          </p:nvSpPr>
          <p:spPr>
            <a:xfrm>
              <a:off x="4109687" y="2467056"/>
              <a:ext cx="37628" cy="57525"/>
            </a:xfrm>
            <a:custGeom>
              <a:avLst/>
              <a:gdLst/>
              <a:ahLst/>
              <a:cxnLst/>
              <a:rect l="l" t="t" r="r" b="b"/>
              <a:pathLst>
                <a:path w="643" h="983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2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4;p15">
              <a:extLst>
                <a:ext uri="{FF2B5EF4-FFF2-40B4-BE49-F238E27FC236}">
                  <a16:creationId xmlns:a16="http://schemas.microsoft.com/office/drawing/2014/main" id="{0A8788E8-B770-C83B-573B-7E92D9D68F42}"/>
                </a:ext>
              </a:extLst>
            </p:cNvPr>
            <p:cNvSpPr/>
            <p:nvPr/>
          </p:nvSpPr>
          <p:spPr>
            <a:xfrm>
              <a:off x="3930323" y="2554134"/>
              <a:ext cx="37511" cy="57467"/>
            </a:xfrm>
            <a:custGeom>
              <a:avLst/>
              <a:gdLst/>
              <a:ahLst/>
              <a:cxnLst/>
              <a:rect l="l" t="t" r="r" b="b"/>
              <a:pathLst>
                <a:path w="641" h="982" extrusionOk="0">
                  <a:moveTo>
                    <a:pt x="321" y="0"/>
                  </a:moveTo>
                  <a:cubicBezTo>
                    <a:pt x="145" y="0"/>
                    <a:pt x="0" y="143"/>
                    <a:pt x="0" y="321"/>
                  </a:cubicBezTo>
                  <a:lnTo>
                    <a:pt x="0" y="981"/>
                  </a:lnTo>
                  <a:lnTo>
                    <a:pt x="641" y="981"/>
                  </a:lnTo>
                  <a:lnTo>
                    <a:pt x="641" y="321"/>
                  </a:lnTo>
                  <a:cubicBezTo>
                    <a:pt x="641" y="143"/>
                    <a:pt x="498" y="0"/>
                    <a:pt x="3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5;p15">
              <a:extLst>
                <a:ext uri="{FF2B5EF4-FFF2-40B4-BE49-F238E27FC236}">
                  <a16:creationId xmlns:a16="http://schemas.microsoft.com/office/drawing/2014/main" id="{29EFD24B-2347-069E-8242-DBCA770AFD6E}"/>
                </a:ext>
              </a:extLst>
            </p:cNvPr>
            <p:cNvSpPr/>
            <p:nvPr/>
          </p:nvSpPr>
          <p:spPr>
            <a:xfrm>
              <a:off x="3990072" y="2554134"/>
              <a:ext cx="37570" cy="57467"/>
            </a:xfrm>
            <a:custGeom>
              <a:avLst/>
              <a:gdLst/>
              <a:ahLst/>
              <a:cxnLst/>
              <a:rect l="l" t="t" r="r" b="b"/>
              <a:pathLst>
                <a:path w="642" h="982" extrusionOk="0">
                  <a:moveTo>
                    <a:pt x="322" y="0"/>
                  </a:moveTo>
                  <a:cubicBezTo>
                    <a:pt x="146" y="0"/>
                    <a:pt x="0" y="143"/>
                    <a:pt x="0" y="321"/>
                  </a:cubicBezTo>
                  <a:lnTo>
                    <a:pt x="0" y="981"/>
                  </a:lnTo>
                  <a:lnTo>
                    <a:pt x="642" y="981"/>
                  </a:lnTo>
                  <a:lnTo>
                    <a:pt x="642" y="321"/>
                  </a:lnTo>
                  <a:cubicBezTo>
                    <a:pt x="642" y="143"/>
                    <a:pt x="499" y="0"/>
                    <a:pt x="3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6;p15">
              <a:extLst>
                <a:ext uri="{FF2B5EF4-FFF2-40B4-BE49-F238E27FC236}">
                  <a16:creationId xmlns:a16="http://schemas.microsoft.com/office/drawing/2014/main" id="{DC87DC53-6C06-45E0-8EE5-AAA74F5C8107}"/>
                </a:ext>
              </a:extLst>
            </p:cNvPr>
            <p:cNvSpPr/>
            <p:nvPr/>
          </p:nvSpPr>
          <p:spPr>
            <a:xfrm>
              <a:off x="4049880" y="2554134"/>
              <a:ext cx="37687" cy="57467"/>
            </a:xfrm>
            <a:custGeom>
              <a:avLst/>
              <a:gdLst/>
              <a:ahLst/>
              <a:cxnLst/>
              <a:rect l="l" t="t" r="r" b="b"/>
              <a:pathLst>
                <a:path w="644" h="982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1"/>
                  </a:lnTo>
                  <a:lnTo>
                    <a:pt x="641" y="981"/>
                  </a:lnTo>
                  <a:lnTo>
                    <a:pt x="641" y="321"/>
                  </a:lnTo>
                  <a:cubicBezTo>
                    <a:pt x="643" y="143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7;p15">
              <a:extLst>
                <a:ext uri="{FF2B5EF4-FFF2-40B4-BE49-F238E27FC236}">
                  <a16:creationId xmlns:a16="http://schemas.microsoft.com/office/drawing/2014/main" id="{AACBD301-41B9-7319-0CB9-E2AB052B3E8B}"/>
                </a:ext>
              </a:extLst>
            </p:cNvPr>
            <p:cNvSpPr/>
            <p:nvPr/>
          </p:nvSpPr>
          <p:spPr>
            <a:xfrm>
              <a:off x="3930323" y="2635945"/>
              <a:ext cx="37511" cy="57584"/>
            </a:xfrm>
            <a:custGeom>
              <a:avLst/>
              <a:gdLst/>
              <a:ahLst/>
              <a:cxnLst/>
              <a:rect l="l" t="t" r="r" b="b"/>
              <a:pathLst>
                <a:path w="641" h="984" extrusionOk="0">
                  <a:moveTo>
                    <a:pt x="321" y="1"/>
                  </a:moveTo>
                  <a:cubicBezTo>
                    <a:pt x="145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1" y="144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8;p15">
              <a:extLst>
                <a:ext uri="{FF2B5EF4-FFF2-40B4-BE49-F238E27FC236}">
                  <a16:creationId xmlns:a16="http://schemas.microsoft.com/office/drawing/2014/main" id="{B9052A3E-5ADF-4731-4083-414E87563B09}"/>
                </a:ext>
              </a:extLst>
            </p:cNvPr>
            <p:cNvSpPr/>
            <p:nvPr/>
          </p:nvSpPr>
          <p:spPr>
            <a:xfrm>
              <a:off x="3990072" y="2635945"/>
              <a:ext cx="37570" cy="57584"/>
            </a:xfrm>
            <a:custGeom>
              <a:avLst/>
              <a:gdLst/>
              <a:ahLst/>
              <a:cxnLst/>
              <a:rect l="l" t="t" r="r" b="b"/>
              <a:pathLst>
                <a:path w="642" h="984" extrusionOk="0">
                  <a:moveTo>
                    <a:pt x="322" y="1"/>
                  </a:moveTo>
                  <a:cubicBezTo>
                    <a:pt x="146" y="1"/>
                    <a:pt x="0" y="144"/>
                    <a:pt x="0" y="322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2"/>
                  </a:lnTo>
                  <a:cubicBezTo>
                    <a:pt x="642" y="144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9;p15">
              <a:extLst>
                <a:ext uri="{FF2B5EF4-FFF2-40B4-BE49-F238E27FC236}">
                  <a16:creationId xmlns:a16="http://schemas.microsoft.com/office/drawing/2014/main" id="{481DA11A-A3C3-7DB4-E275-200EDA1890EB}"/>
                </a:ext>
              </a:extLst>
            </p:cNvPr>
            <p:cNvSpPr/>
            <p:nvPr/>
          </p:nvSpPr>
          <p:spPr>
            <a:xfrm>
              <a:off x="4049880" y="2635945"/>
              <a:ext cx="37687" cy="57584"/>
            </a:xfrm>
            <a:custGeom>
              <a:avLst/>
              <a:gdLst/>
              <a:ahLst/>
              <a:cxnLst/>
              <a:rect l="l" t="t" r="r" b="b"/>
              <a:pathLst>
                <a:path w="644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3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0;p15">
              <a:extLst>
                <a:ext uri="{FF2B5EF4-FFF2-40B4-BE49-F238E27FC236}">
                  <a16:creationId xmlns:a16="http://schemas.microsoft.com/office/drawing/2014/main" id="{883947F0-5539-5D38-F14E-60EB349B06EC}"/>
                </a:ext>
              </a:extLst>
            </p:cNvPr>
            <p:cNvSpPr/>
            <p:nvPr/>
          </p:nvSpPr>
          <p:spPr>
            <a:xfrm>
              <a:off x="3930323" y="2713366"/>
              <a:ext cx="37511" cy="57584"/>
            </a:xfrm>
            <a:custGeom>
              <a:avLst/>
              <a:gdLst/>
              <a:ahLst/>
              <a:cxnLst/>
              <a:rect l="l" t="t" r="r" b="b"/>
              <a:pathLst>
                <a:path w="641" h="984" extrusionOk="0">
                  <a:moveTo>
                    <a:pt x="321" y="1"/>
                  </a:moveTo>
                  <a:cubicBezTo>
                    <a:pt x="145" y="1"/>
                    <a:pt x="0" y="144"/>
                    <a:pt x="0" y="321"/>
                  </a:cubicBezTo>
                  <a:lnTo>
                    <a:pt x="0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1" y="145"/>
                    <a:pt x="498" y="1"/>
                    <a:pt x="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1;p15">
              <a:extLst>
                <a:ext uri="{FF2B5EF4-FFF2-40B4-BE49-F238E27FC236}">
                  <a16:creationId xmlns:a16="http://schemas.microsoft.com/office/drawing/2014/main" id="{846359BB-3514-BA5D-819A-91EC943A5535}"/>
                </a:ext>
              </a:extLst>
            </p:cNvPr>
            <p:cNvSpPr/>
            <p:nvPr/>
          </p:nvSpPr>
          <p:spPr>
            <a:xfrm>
              <a:off x="3990072" y="2713366"/>
              <a:ext cx="37570" cy="57584"/>
            </a:xfrm>
            <a:custGeom>
              <a:avLst/>
              <a:gdLst/>
              <a:ahLst/>
              <a:cxnLst/>
              <a:rect l="l" t="t" r="r" b="b"/>
              <a:pathLst>
                <a:path w="642" h="984" extrusionOk="0">
                  <a:moveTo>
                    <a:pt x="322" y="1"/>
                  </a:moveTo>
                  <a:cubicBezTo>
                    <a:pt x="146" y="1"/>
                    <a:pt x="0" y="144"/>
                    <a:pt x="0" y="321"/>
                  </a:cubicBezTo>
                  <a:lnTo>
                    <a:pt x="0" y="983"/>
                  </a:lnTo>
                  <a:lnTo>
                    <a:pt x="642" y="983"/>
                  </a:lnTo>
                  <a:lnTo>
                    <a:pt x="642" y="321"/>
                  </a:lnTo>
                  <a:cubicBezTo>
                    <a:pt x="642" y="145"/>
                    <a:pt x="499" y="1"/>
                    <a:pt x="3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2;p15">
              <a:extLst>
                <a:ext uri="{FF2B5EF4-FFF2-40B4-BE49-F238E27FC236}">
                  <a16:creationId xmlns:a16="http://schemas.microsoft.com/office/drawing/2014/main" id="{C3B991F0-0C80-2DAC-EAEC-ED783B90EFEB}"/>
                </a:ext>
              </a:extLst>
            </p:cNvPr>
            <p:cNvSpPr/>
            <p:nvPr/>
          </p:nvSpPr>
          <p:spPr>
            <a:xfrm>
              <a:off x="4049880" y="2713366"/>
              <a:ext cx="37687" cy="57584"/>
            </a:xfrm>
            <a:custGeom>
              <a:avLst/>
              <a:gdLst/>
              <a:ahLst/>
              <a:cxnLst/>
              <a:rect l="l" t="t" r="r" b="b"/>
              <a:pathLst>
                <a:path w="644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1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3" y="145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3;p15">
              <a:extLst>
                <a:ext uri="{FF2B5EF4-FFF2-40B4-BE49-F238E27FC236}">
                  <a16:creationId xmlns:a16="http://schemas.microsoft.com/office/drawing/2014/main" id="{D2093C19-7516-6DB8-A31F-31933CF67BAF}"/>
                </a:ext>
              </a:extLst>
            </p:cNvPr>
            <p:cNvSpPr/>
            <p:nvPr/>
          </p:nvSpPr>
          <p:spPr>
            <a:xfrm>
              <a:off x="4109687" y="2554134"/>
              <a:ext cx="37628" cy="57467"/>
            </a:xfrm>
            <a:custGeom>
              <a:avLst/>
              <a:gdLst/>
              <a:ahLst/>
              <a:cxnLst/>
              <a:rect l="l" t="t" r="r" b="b"/>
              <a:pathLst>
                <a:path w="643" h="982" extrusionOk="0">
                  <a:moveTo>
                    <a:pt x="322" y="0"/>
                  </a:moveTo>
                  <a:cubicBezTo>
                    <a:pt x="145" y="0"/>
                    <a:pt x="1" y="143"/>
                    <a:pt x="1" y="321"/>
                  </a:cubicBezTo>
                  <a:lnTo>
                    <a:pt x="1" y="981"/>
                  </a:lnTo>
                  <a:lnTo>
                    <a:pt x="641" y="981"/>
                  </a:lnTo>
                  <a:lnTo>
                    <a:pt x="641" y="321"/>
                  </a:lnTo>
                  <a:cubicBezTo>
                    <a:pt x="642" y="143"/>
                    <a:pt x="498" y="0"/>
                    <a:pt x="322" y="0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14;p15">
              <a:extLst>
                <a:ext uri="{FF2B5EF4-FFF2-40B4-BE49-F238E27FC236}">
                  <a16:creationId xmlns:a16="http://schemas.microsoft.com/office/drawing/2014/main" id="{F58A576E-DFF6-556F-904B-9FA0E00A19E5}"/>
                </a:ext>
              </a:extLst>
            </p:cNvPr>
            <p:cNvSpPr/>
            <p:nvPr/>
          </p:nvSpPr>
          <p:spPr>
            <a:xfrm>
              <a:off x="4109687" y="2635945"/>
              <a:ext cx="37628" cy="57584"/>
            </a:xfrm>
            <a:custGeom>
              <a:avLst/>
              <a:gdLst/>
              <a:ahLst/>
              <a:cxnLst/>
              <a:rect l="l" t="t" r="r" b="b"/>
              <a:pathLst>
                <a:path w="643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2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2"/>
                  </a:lnTo>
                  <a:cubicBezTo>
                    <a:pt x="642" y="144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15;p15">
              <a:extLst>
                <a:ext uri="{FF2B5EF4-FFF2-40B4-BE49-F238E27FC236}">
                  <a16:creationId xmlns:a16="http://schemas.microsoft.com/office/drawing/2014/main" id="{7BC2E397-3C53-6DCE-0AD3-18992E517207}"/>
                </a:ext>
              </a:extLst>
            </p:cNvPr>
            <p:cNvSpPr/>
            <p:nvPr/>
          </p:nvSpPr>
          <p:spPr>
            <a:xfrm>
              <a:off x="4109687" y="2713366"/>
              <a:ext cx="37628" cy="57584"/>
            </a:xfrm>
            <a:custGeom>
              <a:avLst/>
              <a:gdLst/>
              <a:ahLst/>
              <a:cxnLst/>
              <a:rect l="l" t="t" r="r" b="b"/>
              <a:pathLst>
                <a:path w="643" h="984" extrusionOk="0">
                  <a:moveTo>
                    <a:pt x="322" y="1"/>
                  </a:moveTo>
                  <a:cubicBezTo>
                    <a:pt x="145" y="1"/>
                    <a:pt x="1" y="144"/>
                    <a:pt x="1" y="321"/>
                  </a:cubicBezTo>
                  <a:lnTo>
                    <a:pt x="1" y="983"/>
                  </a:lnTo>
                  <a:lnTo>
                    <a:pt x="641" y="983"/>
                  </a:lnTo>
                  <a:lnTo>
                    <a:pt x="641" y="321"/>
                  </a:lnTo>
                  <a:cubicBezTo>
                    <a:pt x="642" y="145"/>
                    <a:pt x="498" y="1"/>
                    <a:pt x="322" y="1"/>
                  </a:cubicBezTo>
                  <a:close/>
                </a:path>
              </a:pathLst>
            </a:custGeom>
            <a:solidFill>
              <a:srgbClr val="6DD3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6;p15">
              <a:extLst>
                <a:ext uri="{FF2B5EF4-FFF2-40B4-BE49-F238E27FC236}">
                  <a16:creationId xmlns:a16="http://schemas.microsoft.com/office/drawing/2014/main" id="{020249A8-CA7F-3FA1-D135-A165BF8CCC9E}"/>
                </a:ext>
              </a:extLst>
            </p:cNvPr>
            <p:cNvSpPr/>
            <p:nvPr/>
          </p:nvSpPr>
          <p:spPr>
            <a:xfrm>
              <a:off x="3886140" y="2023709"/>
              <a:ext cx="310507" cy="14454"/>
            </a:xfrm>
            <a:custGeom>
              <a:avLst/>
              <a:gdLst/>
              <a:ahLst/>
              <a:cxnLst/>
              <a:rect l="l" t="t" r="r" b="b"/>
              <a:pathLst>
                <a:path w="5306" h="247" extrusionOk="0">
                  <a:moveTo>
                    <a:pt x="0" y="1"/>
                  </a:moveTo>
                  <a:lnTo>
                    <a:pt x="0" y="246"/>
                  </a:lnTo>
                  <a:lnTo>
                    <a:pt x="5305" y="246"/>
                  </a:lnTo>
                  <a:lnTo>
                    <a:pt x="53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7;p15">
              <a:extLst>
                <a:ext uri="{FF2B5EF4-FFF2-40B4-BE49-F238E27FC236}">
                  <a16:creationId xmlns:a16="http://schemas.microsoft.com/office/drawing/2014/main" id="{23374C02-646C-3C4C-8417-61D7001854B7}"/>
                </a:ext>
              </a:extLst>
            </p:cNvPr>
            <p:cNvSpPr/>
            <p:nvPr/>
          </p:nvSpPr>
          <p:spPr>
            <a:xfrm>
              <a:off x="3938457" y="1799286"/>
              <a:ext cx="208858" cy="11119"/>
            </a:xfrm>
            <a:custGeom>
              <a:avLst/>
              <a:gdLst/>
              <a:ahLst/>
              <a:cxnLst/>
              <a:rect l="l" t="t" r="r" b="b"/>
              <a:pathLst>
                <a:path w="3569" h="190" extrusionOk="0">
                  <a:moveTo>
                    <a:pt x="0" y="1"/>
                  </a:moveTo>
                  <a:lnTo>
                    <a:pt x="0" y="189"/>
                  </a:lnTo>
                  <a:lnTo>
                    <a:pt x="3568" y="189"/>
                  </a:lnTo>
                  <a:lnTo>
                    <a:pt x="35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8;p15">
              <a:extLst>
                <a:ext uri="{FF2B5EF4-FFF2-40B4-BE49-F238E27FC236}">
                  <a16:creationId xmlns:a16="http://schemas.microsoft.com/office/drawing/2014/main" id="{04F6B5FA-FBA7-084F-AF4B-AB6EC7106D84}"/>
                </a:ext>
              </a:extLst>
            </p:cNvPr>
            <p:cNvSpPr/>
            <p:nvPr/>
          </p:nvSpPr>
          <p:spPr>
            <a:xfrm>
              <a:off x="3894508" y="2791607"/>
              <a:ext cx="293712" cy="220152"/>
            </a:xfrm>
            <a:custGeom>
              <a:avLst/>
              <a:gdLst/>
              <a:ahLst/>
              <a:cxnLst/>
              <a:rect l="l" t="t" r="r" b="b"/>
              <a:pathLst>
                <a:path w="5019" h="3762" extrusionOk="0">
                  <a:moveTo>
                    <a:pt x="0" y="0"/>
                  </a:moveTo>
                  <a:lnTo>
                    <a:pt x="0" y="3761"/>
                  </a:lnTo>
                  <a:lnTo>
                    <a:pt x="5018" y="3761"/>
                  </a:lnTo>
                  <a:lnTo>
                    <a:pt x="5018" y="0"/>
                  </a:lnTo>
                  <a:close/>
                </a:path>
              </a:pathLst>
            </a:custGeom>
            <a:solidFill>
              <a:srgbClr val="FFE9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9;p15">
              <a:extLst>
                <a:ext uri="{FF2B5EF4-FFF2-40B4-BE49-F238E27FC236}">
                  <a16:creationId xmlns:a16="http://schemas.microsoft.com/office/drawing/2014/main" id="{A390A8FC-3473-AA3E-0588-77F3F44D0A96}"/>
                </a:ext>
              </a:extLst>
            </p:cNvPr>
            <p:cNvSpPr/>
            <p:nvPr/>
          </p:nvSpPr>
          <p:spPr>
            <a:xfrm>
              <a:off x="4007160" y="2921990"/>
              <a:ext cx="68410" cy="87312"/>
            </a:xfrm>
            <a:custGeom>
              <a:avLst/>
              <a:gdLst/>
              <a:ahLst/>
              <a:cxnLst/>
              <a:rect l="l" t="t" r="r" b="b"/>
              <a:pathLst>
                <a:path w="1169" h="1492" extrusionOk="0">
                  <a:moveTo>
                    <a:pt x="0" y="1"/>
                  </a:moveTo>
                  <a:lnTo>
                    <a:pt x="0" y="1491"/>
                  </a:lnTo>
                  <a:lnTo>
                    <a:pt x="1169" y="149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rgbClr val="DDB2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0;p15">
              <a:extLst>
                <a:ext uri="{FF2B5EF4-FFF2-40B4-BE49-F238E27FC236}">
                  <a16:creationId xmlns:a16="http://schemas.microsoft.com/office/drawing/2014/main" id="{3820BFB7-E8A3-9F69-122E-019AA7D05386}"/>
                </a:ext>
              </a:extLst>
            </p:cNvPr>
            <p:cNvSpPr/>
            <p:nvPr/>
          </p:nvSpPr>
          <p:spPr>
            <a:xfrm>
              <a:off x="4041453" y="1601898"/>
              <a:ext cx="155254" cy="1409864"/>
            </a:xfrm>
            <a:custGeom>
              <a:avLst/>
              <a:gdLst/>
              <a:ahLst/>
              <a:cxnLst/>
              <a:rect l="l" t="t" r="r" b="b"/>
              <a:pathLst>
                <a:path w="2653" h="24092" extrusionOk="0">
                  <a:moveTo>
                    <a:pt x="0" y="0"/>
                  </a:moveTo>
                  <a:lnTo>
                    <a:pt x="0" y="24091"/>
                  </a:lnTo>
                  <a:lnTo>
                    <a:pt x="2508" y="24091"/>
                  </a:lnTo>
                  <a:lnTo>
                    <a:pt x="2508" y="20330"/>
                  </a:lnTo>
                  <a:lnTo>
                    <a:pt x="2508" y="7859"/>
                  </a:lnTo>
                  <a:lnTo>
                    <a:pt x="2508" y="7454"/>
                  </a:lnTo>
                  <a:lnTo>
                    <a:pt x="2652" y="7454"/>
                  </a:lnTo>
                  <a:lnTo>
                    <a:pt x="2652" y="7209"/>
                  </a:lnTo>
                  <a:lnTo>
                    <a:pt x="2507" y="7209"/>
                  </a:lnTo>
                  <a:lnTo>
                    <a:pt x="2507" y="6748"/>
                  </a:lnTo>
                  <a:cubicBezTo>
                    <a:pt x="2507" y="6652"/>
                    <a:pt x="2429" y="6575"/>
                    <a:pt x="2334" y="6575"/>
                  </a:cubicBezTo>
                  <a:cubicBezTo>
                    <a:pt x="2238" y="6575"/>
                    <a:pt x="2161" y="6654"/>
                    <a:pt x="2161" y="6748"/>
                  </a:cubicBezTo>
                  <a:lnTo>
                    <a:pt x="2161" y="7210"/>
                  </a:lnTo>
                  <a:lnTo>
                    <a:pt x="1618" y="7210"/>
                  </a:lnTo>
                  <a:lnTo>
                    <a:pt x="1618" y="4197"/>
                  </a:lnTo>
                  <a:lnTo>
                    <a:pt x="1618" y="3562"/>
                  </a:lnTo>
                  <a:lnTo>
                    <a:pt x="1808" y="3562"/>
                  </a:lnTo>
                  <a:lnTo>
                    <a:pt x="1808" y="3375"/>
                  </a:lnTo>
                  <a:lnTo>
                    <a:pt x="1618" y="3375"/>
                  </a:lnTo>
                  <a:lnTo>
                    <a:pt x="1618" y="3086"/>
                  </a:lnTo>
                  <a:cubicBezTo>
                    <a:pt x="1618" y="2991"/>
                    <a:pt x="1540" y="2915"/>
                    <a:pt x="1445" y="2915"/>
                  </a:cubicBezTo>
                  <a:cubicBezTo>
                    <a:pt x="1351" y="2915"/>
                    <a:pt x="1273" y="2992"/>
                    <a:pt x="1273" y="3086"/>
                  </a:cubicBezTo>
                  <a:lnTo>
                    <a:pt x="1273" y="3375"/>
                  </a:lnTo>
                  <a:lnTo>
                    <a:pt x="1096" y="3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21;p15">
              <a:extLst>
                <a:ext uri="{FF2B5EF4-FFF2-40B4-BE49-F238E27FC236}">
                  <a16:creationId xmlns:a16="http://schemas.microsoft.com/office/drawing/2014/main" id="{5BE04BF6-D12D-3610-2C9F-305312E31E3B}"/>
                </a:ext>
              </a:extLst>
            </p:cNvPr>
            <p:cNvSpPr/>
            <p:nvPr/>
          </p:nvSpPr>
          <p:spPr>
            <a:xfrm>
              <a:off x="3563868" y="2155379"/>
              <a:ext cx="10943" cy="58286"/>
            </a:xfrm>
            <a:custGeom>
              <a:avLst/>
              <a:gdLst/>
              <a:ahLst/>
              <a:cxnLst/>
              <a:rect l="l" t="t" r="r" b="b"/>
              <a:pathLst>
                <a:path w="187" h="996" fill="none" extrusionOk="0">
                  <a:moveTo>
                    <a:pt x="187" y="1"/>
                  </a:moveTo>
                  <a:lnTo>
                    <a:pt x="0" y="995"/>
                  </a:lnTo>
                </a:path>
              </a:pathLst>
            </a:custGeom>
            <a:noFill/>
            <a:ln w="100" cap="flat" cmpd="sng">
              <a:solidFill>
                <a:srgbClr val="AB5306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22;p15">
              <a:extLst>
                <a:ext uri="{FF2B5EF4-FFF2-40B4-BE49-F238E27FC236}">
                  <a16:creationId xmlns:a16="http://schemas.microsoft.com/office/drawing/2014/main" id="{035F0687-1844-C8D2-EE6D-09646B4361FF}"/>
                </a:ext>
              </a:extLst>
            </p:cNvPr>
            <p:cNvSpPr/>
            <p:nvPr/>
          </p:nvSpPr>
          <p:spPr>
            <a:xfrm>
              <a:off x="3603486" y="2155379"/>
              <a:ext cx="12699" cy="58286"/>
            </a:xfrm>
            <a:custGeom>
              <a:avLst/>
              <a:gdLst/>
              <a:ahLst/>
              <a:cxnLst/>
              <a:rect l="l" t="t" r="r" b="b"/>
              <a:pathLst>
                <a:path w="217" h="996" fill="none" extrusionOk="0">
                  <a:moveTo>
                    <a:pt x="1" y="1"/>
                  </a:moveTo>
                  <a:lnTo>
                    <a:pt x="217" y="995"/>
                  </a:lnTo>
                </a:path>
              </a:pathLst>
            </a:custGeom>
            <a:noFill/>
            <a:ln w="100" cap="flat" cmpd="sng">
              <a:solidFill>
                <a:srgbClr val="AB5306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23;p15">
              <a:extLst>
                <a:ext uri="{FF2B5EF4-FFF2-40B4-BE49-F238E27FC236}">
                  <a16:creationId xmlns:a16="http://schemas.microsoft.com/office/drawing/2014/main" id="{5CC7BAE0-9FE7-A465-74DE-149AB5B85BBD}"/>
                </a:ext>
              </a:extLst>
            </p:cNvPr>
            <p:cNvSpPr/>
            <p:nvPr/>
          </p:nvSpPr>
          <p:spPr>
            <a:xfrm>
              <a:off x="3378242" y="2209218"/>
              <a:ext cx="484253" cy="804299"/>
            </a:xfrm>
            <a:custGeom>
              <a:avLst/>
              <a:gdLst/>
              <a:ahLst/>
              <a:cxnLst/>
              <a:rect l="l" t="t" r="r" b="b"/>
              <a:pathLst>
                <a:path w="8275" h="13744" extrusionOk="0">
                  <a:moveTo>
                    <a:pt x="2188" y="1"/>
                  </a:moveTo>
                  <a:lnTo>
                    <a:pt x="2188" y="3196"/>
                  </a:lnTo>
                  <a:lnTo>
                    <a:pt x="0" y="3196"/>
                  </a:lnTo>
                  <a:lnTo>
                    <a:pt x="0" y="13743"/>
                  </a:lnTo>
                  <a:lnTo>
                    <a:pt x="8275" y="13743"/>
                  </a:lnTo>
                  <a:lnTo>
                    <a:pt x="8275" y="3196"/>
                  </a:lnTo>
                  <a:lnTo>
                    <a:pt x="6086" y="3196"/>
                  </a:lnTo>
                  <a:lnTo>
                    <a:pt x="60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24;p15">
              <a:extLst>
                <a:ext uri="{FF2B5EF4-FFF2-40B4-BE49-F238E27FC236}">
                  <a16:creationId xmlns:a16="http://schemas.microsoft.com/office/drawing/2014/main" id="{EF7B22D4-DE8C-22B6-A027-5F5C2A46F044}"/>
                </a:ext>
              </a:extLst>
            </p:cNvPr>
            <p:cNvSpPr/>
            <p:nvPr/>
          </p:nvSpPr>
          <p:spPr>
            <a:xfrm>
              <a:off x="3523314" y="2232157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1" y="1"/>
                  </a:moveTo>
                  <a:lnTo>
                    <a:pt x="1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25;p15">
              <a:extLst>
                <a:ext uri="{FF2B5EF4-FFF2-40B4-BE49-F238E27FC236}">
                  <a16:creationId xmlns:a16="http://schemas.microsoft.com/office/drawing/2014/main" id="{F3613DBD-7D46-F397-99B8-1CF4969E6733}"/>
                </a:ext>
              </a:extLst>
            </p:cNvPr>
            <p:cNvSpPr/>
            <p:nvPr/>
          </p:nvSpPr>
          <p:spPr>
            <a:xfrm>
              <a:off x="3597576" y="2232157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1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26;p15">
              <a:extLst>
                <a:ext uri="{FF2B5EF4-FFF2-40B4-BE49-F238E27FC236}">
                  <a16:creationId xmlns:a16="http://schemas.microsoft.com/office/drawing/2014/main" id="{A3775080-7380-BAC4-5D9E-2930D3C29A4E}"/>
                </a:ext>
              </a:extLst>
            </p:cNvPr>
            <p:cNvSpPr/>
            <p:nvPr/>
          </p:nvSpPr>
          <p:spPr>
            <a:xfrm>
              <a:off x="3671838" y="2232157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1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27;p15">
              <a:extLst>
                <a:ext uri="{FF2B5EF4-FFF2-40B4-BE49-F238E27FC236}">
                  <a16:creationId xmlns:a16="http://schemas.microsoft.com/office/drawing/2014/main" id="{D7EF0F05-7199-DB6E-03E5-308C76FAA2A0}"/>
                </a:ext>
              </a:extLst>
            </p:cNvPr>
            <p:cNvSpPr/>
            <p:nvPr/>
          </p:nvSpPr>
          <p:spPr>
            <a:xfrm>
              <a:off x="3523314" y="230132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1" y="0"/>
                  </a:moveTo>
                  <a:lnTo>
                    <a:pt x="1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28;p15">
              <a:extLst>
                <a:ext uri="{FF2B5EF4-FFF2-40B4-BE49-F238E27FC236}">
                  <a16:creationId xmlns:a16="http://schemas.microsoft.com/office/drawing/2014/main" id="{DB88978A-1465-9611-5CD5-6F28A4CB6BD0}"/>
                </a:ext>
              </a:extLst>
            </p:cNvPr>
            <p:cNvSpPr/>
            <p:nvPr/>
          </p:nvSpPr>
          <p:spPr>
            <a:xfrm>
              <a:off x="3597576" y="230132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29;p15">
              <a:extLst>
                <a:ext uri="{FF2B5EF4-FFF2-40B4-BE49-F238E27FC236}">
                  <a16:creationId xmlns:a16="http://schemas.microsoft.com/office/drawing/2014/main" id="{0151D957-64D2-60C4-BD31-586619E8D7FE}"/>
                </a:ext>
              </a:extLst>
            </p:cNvPr>
            <p:cNvSpPr/>
            <p:nvPr/>
          </p:nvSpPr>
          <p:spPr>
            <a:xfrm>
              <a:off x="3671838" y="230132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30;p15">
              <a:extLst>
                <a:ext uri="{FF2B5EF4-FFF2-40B4-BE49-F238E27FC236}">
                  <a16:creationId xmlns:a16="http://schemas.microsoft.com/office/drawing/2014/main" id="{8517F7A6-B149-0A99-EE1E-B53D9AF21F66}"/>
                </a:ext>
              </a:extLst>
            </p:cNvPr>
            <p:cNvSpPr/>
            <p:nvPr/>
          </p:nvSpPr>
          <p:spPr>
            <a:xfrm>
              <a:off x="3523314" y="237049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1" y="0"/>
                  </a:moveTo>
                  <a:lnTo>
                    <a:pt x="1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31;p15">
              <a:extLst>
                <a:ext uri="{FF2B5EF4-FFF2-40B4-BE49-F238E27FC236}">
                  <a16:creationId xmlns:a16="http://schemas.microsoft.com/office/drawing/2014/main" id="{6579AE96-EC76-C185-B0FB-2EC68DBA7E00}"/>
                </a:ext>
              </a:extLst>
            </p:cNvPr>
            <p:cNvSpPr/>
            <p:nvPr/>
          </p:nvSpPr>
          <p:spPr>
            <a:xfrm>
              <a:off x="3597576" y="237049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32;p15">
              <a:extLst>
                <a:ext uri="{FF2B5EF4-FFF2-40B4-BE49-F238E27FC236}">
                  <a16:creationId xmlns:a16="http://schemas.microsoft.com/office/drawing/2014/main" id="{C4BB8EB7-7E88-8159-60AA-66DDAC6DAC1E}"/>
                </a:ext>
              </a:extLst>
            </p:cNvPr>
            <p:cNvSpPr/>
            <p:nvPr/>
          </p:nvSpPr>
          <p:spPr>
            <a:xfrm>
              <a:off x="3671838" y="2370498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33;p15">
              <a:extLst>
                <a:ext uri="{FF2B5EF4-FFF2-40B4-BE49-F238E27FC236}">
                  <a16:creationId xmlns:a16="http://schemas.microsoft.com/office/drawing/2014/main" id="{CB272292-EB3F-B2AF-5D61-226C1A204E00}"/>
                </a:ext>
              </a:extLst>
            </p:cNvPr>
            <p:cNvSpPr/>
            <p:nvPr/>
          </p:nvSpPr>
          <p:spPr>
            <a:xfrm>
              <a:off x="3641876" y="2479345"/>
              <a:ext cx="45704" cy="47226"/>
            </a:xfrm>
            <a:custGeom>
              <a:avLst/>
              <a:gdLst/>
              <a:ahLst/>
              <a:cxnLst/>
              <a:rect l="l" t="t" r="r" b="b"/>
              <a:pathLst>
                <a:path w="781" h="807" extrusionOk="0">
                  <a:moveTo>
                    <a:pt x="1" y="0"/>
                  </a:moveTo>
                  <a:lnTo>
                    <a:pt x="1" y="807"/>
                  </a:lnTo>
                  <a:lnTo>
                    <a:pt x="780" y="807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34;p15">
              <a:extLst>
                <a:ext uri="{FF2B5EF4-FFF2-40B4-BE49-F238E27FC236}">
                  <a16:creationId xmlns:a16="http://schemas.microsoft.com/office/drawing/2014/main" id="{BA67C3A1-9C63-6DA7-7465-57A76E4DD098}"/>
                </a:ext>
              </a:extLst>
            </p:cNvPr>
            <p:cNvSpPr/>
            <p:nvPr/>
          </p:nvSpPr>
          <p:spPr>
            <a:xfrm>
              <a:off x="3716138" y="2479345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35;p15">
              <a:extLst>
                <a:ext uri="{FF2B5EF4-FFF2-40B4-BE49-F238E27FC236}">
                  <a16:creationId xmlns:a16="http://schemas.microsoft.com/office/drawing/2014/main" id="{A55661C3-ED73-E9C9-68AC-AAF6D287AC6D}"/>
                </a:ext>
              </a:extLst>
            </p:cNvPr>
            <p:cNvSpPr/>
            <p:nvPr/>
          </p:nvSpPr>
          <p:spPr>
            <a:xfrm>
              <a:off x="3790400" y="2479345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36;p15">
              <a:extLst>
                <a:ext uri="{FF2B5EF4-FFF2-40B4-BE49-F238E27FC236}">
                  <a16:creationId xmlns:a16="http://schemas.microsoft.com/office/drawing/2014/main" id="{56A232B9-A84C-72AF-E898-555CE0F1CDC3}"/>
                </a:ext>
              </a:extLst>
            </p:cNvPr>
            <p:cNvSpPr/>
            <p:nvPr/>
          </p:nvSpPr>
          <p:spPr>
            <a:xfrm>
              <a:off x="3404693" y="2479345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1" y="0"/>
                  </a:moveTo>
                  <a:lnTo>
                    <a:pt x="1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37;p15">
              <a:extLst>
                <a:ext uri="{FF2B5EF4-FFF2-40B4-BE49-F238E27FC236}">
                  <a16:creationId xmlns:a16="http://schemas.microsoft.com/office/drawing/2014/main" id="{6F872E1A-2E16-B802-D25D-BD05563FFB6D}"/>
                </a:ext>
              </a:extLst>
            </p:cNvPr>
            <p:cNvSpPr/>
            <p:nvPr/>
          </p:nvSpPr>
          <p:spPr>
            <a:xfrm>
              <a:off x="3478955" y="2479345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38;p15">
              <a:extLst>
                <a:ext uri="{FF2B5EF4-FFF2-40B4-BE49-F238E27FC236}">
                  <a16:creationId xmlns:a16="http://schemas.microsoft.com/office/drawing/2014/main" id="{8350EE3C-47C4-3A18-6BBF-41741ECDC1C3}"/>
                </a:ext>
              </a:extLst>
            </p:cNvPr>
            <p:cNvSpPr/>
            <p:nvPr/>
          </p:nvSpPr>
          <p:spPr>
            <a:xfrm>
              <a:off x="3553218" y="2479345"/>
              <a:ext cx="45587" cy="47226"/>
            </a:xfrm>
            <a:custGeom>
              <a:avLst/>
              <a:gdLst/>
              <a:ahLst/>
              <a:cxnLst/>
              <a:rect l="l" t="t" r="r" b="b"/>
              <a:pathLst>
                <a:path w="779" h="807" extrusionOk="0">
                  <a:moveTo>
                    <a:pt x="0" y="0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39;p15">
              <a:extLst>
                <a:ext uri="{FF2B5EF4-FFF2-40B4-BE49-F238E27FC236}">
                  <a16:creationId xmlns:a16="http://schemas.microsoft.com/office/drawing/2014/main" id="{029A8379-CC88-EBBB-17E7-FA90F1DD8FD8}"/>
                </a:ext>
              </a:extLst>
            </p:cNvPr>
            <p:cNvSpPr/>
            <p:nvPr/>
          </p:nvSpPr>
          <p:spPr>
            <a:xfrm>
              <a:off x="3641876" y="2546058"/>
              <a:ext cx="45704" cy="47226"/>
            </a:xfrm>
            <a:custGeom>
              <a:avLst/>
              <a:gdLst/>
              <a:ahLst/>
              <a:cxnLst/>
              <a:rect l="l" t="t" r="r" b="b"/>
              <a:pathLst>
                <a:path w="781" h="807" extrusionOk="0">
                  <a:moveTo>
                    <a:pt x="1" y="0"/>
                  </a:moveTo>
                  <a:lnTo>
                    <a:pt x="1" y="806"/>
                  </a:lnTo>
                  <a:lnTo>
                    <a:pt x="780" y="806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40;p15">
              <a:extLst>
                <a:ext uri="{FF2B5EF4-FFF2-40B4-BE49-F238E27FC236}">
                  <a16:creationId xmlns:a16="http://schemas.microsoft.com/office/drawing/2014/main" id="{8096BA55-FBF9-D5E9-7C35-6A025D71DB32}"/>
                </a:ext>
              </a:extLst>
            </p:cNvPr>
            <p:cNvSpPr/>
            <p:nvPr/>
          </p:nvSpPr>
          <p:spPr>
            <a:xfrm>
              <a:off x="3716138" y="254605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6"/>
                  </a:lnTo>
                  <a:lnTo>
                    <a:pt x="780" y="806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41;p15">
              <a:extLst>
                <a:ext uri="{FF2B5EF4-FFF2-40B4-BE49-F238E27FC236}">
                  <a16:creationId xmlns:a16="http://schemas.microsoft.com/office/drawing/2014/main" id="{00087B67-D7CD-0E3E-E370-024E265FAEFB}"/>
                </a:ext>
              </a:extLst>
            </p:cNvPr>
            <p:cNvSpPr/>
            <p:nvPr/>
          </p:nvSpPr>
          <p:spPr>
            <a:xfrm>
              <a:off x="3790400" y="254605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6"/>
                  </a:lnTo>
                  <a:lnTo>
                    <a:pt x="780" y="806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42;p15">
              <a:extLst>
                <a:ext uri="{FF2B5EF4-FFF2-40B4-BE49-F238E27FC236}">
                  <a16:creationId xmlns:a16="http://schemas.microsoft.com/office/drawing/2014/main" id="{387125AA-A7F8-D8A3-F861-C31D242FF2AD}"/>
                </a:ext>
              </a:extLst>
            </p:cNvPr>
            <p:cNvSpPr/>
            <p:nvPr/>
          </p:nvSpPr>
          <p:spPr>
            <a:xfrm>
              <a:off x="3404693" y="254605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1" y="0"/>
                  </a:moveTo>
                  <a:lnTo>
                    <a:pt x="1" y="806"/>
                  </a:lnTo>
                  <a:lnTo>
                    <a:pt x="779" y="80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43;p15">
              <a:extLst>
                <a:ext uri="{FF2B5EF4-FFF2-40B4-BE49-F238E27FC236}">
                  <a16:creationId xmlns:a16="http://schemas.microsoft.com/office/drawing/2014/main" id="{4792B28A-FA44-4486-66BC-B4F865C7867F}"/>
                </a:ext>
              </a:extLst>
            </p:cNvPr>
            <p:cNvSpPr/>
            <p:nvPr/>
          </p:nvSpPr>
          <p:spPr>
            <a:xfrm>
              <a:off x="3478955" y="254605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0"/>
                  </a:moveTo>
                  <a:lnTo>
                    <a:pt x="0" y="806"/>
                  </a:lnTo>
                  <a:lnTo>
                    <a:pt x="779" y="80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44;p15">
              <a:extLst>
                <a:ext uri="{FF2B5EF4-FFF2-40B4-BE49-F238E27FC236}">
                  <a16:creationId xmlns:a16="http://schemas.microsoft.com/office/drawing/2014/main" id="{657D2D43-17CC-F200-9F1A-36FC1EB7073A}"/>
                </a:ext>
              </a:extLst>
            </p:cNvPr>
            <p:cNvSpPr/>
            <p:nvPr/>
          </p:nvSpPr>
          <p:spPr>
            <a:xfrm>
              <a:off x="3553218" y="2546058"/>
              <a:ext cx="45587" cy="47226"/>
            </a:xfrm>
            <a:custGeom>
              <a:avLst/>
              <a:gdLst/>
              <a:ahLst/>
              <a:cxnLst/>
              <a:rect l="l" t="t" r="r" b="b"/>
              <a:pathLst>
                <a:path w="779" h="807" extrusionOk="0">
                  <a:moveTo>
                    <a:pt x="0" y="0"/>
                  </a:moveTo>
                  <a:lnTo>
                    <a:pt x="0" y="806"/>
                  </a:lnTo>
                  <a:lnTo>
                    <a:pt x="779" y="806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45;p15">
              <a:extLst>
                <a:ext uri="{FF2B5EF4-FFF2-40B4-BE49-F238E27FC236}">
                  <a16:creationId xmlns:a16="http://schemas.microsoft.com/office/drawing/2014/main" id="{D3E09E1C-8C9F-13D5-081F-C141FA208BB4}"/>
                </a:ext>
              </a:extLst>
            </p:cNvPr>
            <p:cNvSpPr/>
            <p:nvPr/>
          </p:nvSpPr>
          <p:spPr>
            <a:xfrm>
              <a:off x="3641876" y="2612654"/>
              <a:ext cx="45704" cy="47343"/>
            </a:xfrm>
            <a:custGeom>
              <a:avLst/>
              <a:gdLst/>
              <a:ahLst/>
              <a:cxnLst/>
              <a:rect l="l" t="t" r="r" b="b"/>
              <a:pathLst>
                <a:path w="781" h="809" extrusionOk="0">
                  <a:moveTo>
                    <a:pt x="1" y="1"/>
                  </a:moveTo>
                  <a:lnTo>
                    <a:pt x="1" y="808"/>
                  </a:lnTo>
                  <a:lnTo>
                    <a:pt x="780" y="808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46;p15">
              <a:extLst>
                <a:ext uri="{FF2B5EF4-FFF2-40B4-BE49-F238E27FC236}">
                  <a16:creationId xmlns:a16="http://schemas.microsoft.com/office/drawing/2014/main" id="{3FBC998B-11FE-9619-3682-B2AE66B6E4AD}"/>
                </a:ext>
              </a:extLst>
            </p:cNvPr>
            <p:cNvSpPr/>
            <p:nvPr/>
          </p:nvSpPr>
          <p:spPr>
            <a:xfrm>
              <a:off x="3716138" y="2612654"/>
              <a:ext cx="45646" cy="47343"/>
            </a:xfrm>
            <a:custGeom>
              <a:avLst/>
              <a:gdLst/>
              <a:ahLst/>
              <a:cxnLst/>
              <a:rect l="l" t="t" r="r" b="b"/>
              <a:pathLst>
                <a:path w="780" h="809" extrusionOk="0">
                  <a:moveTo>
                    <a:pt x="0" y="1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47;p15">
              <a:extLst>
                <a:ext uri="{FF2B5EF4-FFF2-40B4-BE49-F238E27FC236}">
                  <a16:creationId xmlns:a16="http://schemas.microsoft.com/office/drawing/2014/main" id="{170C0B81-1107-841B-6E64-F25E6FB610D1}"/>
                </a:ext>
              </a:extLst>
            </p:cNvPr>
            <p:cNvSpPr/>
            <p:nvPr/>
          </p:nvSpPr>
          <p:spPr>
            <a:xfrm>
              <a:off x="3790400" y="2612654"/>
              <a:ext cx="45646" cy="47343"/>
            </a:xfrm>
            <a:custGeom>
              <a:avLst/>
              <a:gdLst/>
              <a:ahLst/>
              <a:cxnLst/>
              <a:rect l="l" t="t" r="r" b="b"/>
              <a:pathLst>
                <a:path w="780" h="809" extrusionOk="0">
                  <a:moveTo>
                    <a:pt x="0" y="1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48;p15">
              <a:extLst>
                <a:ext uri="{FF2B5EF4-FFF2-40B4-BE49-F238E27FC236}">
                  <a16:creationId xmlns:a16="http://schemas.microsoft.com/office/drawing/2014/main" id="{3728B91B-D63C-D85F-FF3A-A54799579729}"/>
                </a:ext>
              </a:extLst>
            </p:cNvPr>
            <p:cNvSpPr/>
            <p:nvPr/>
          </p:nvSpPr>
          <p:spPr>
            <a:xfrm>
              <a:off x="3404693" y="2612654"/>
              <a:ext cx="45646" cy="47343"/>
            </a:xfrm>
            <a:custGeom>
              <a:avLst/>
              <a:gdLst/>
              <a:ahLst/>
              <a:cxnLst/>
              <a:rect l="l" t="t" r="r" b="b"/>
              <a:pathLst>
                <a:path w="780" h="809" extrusionOk="0">
                  <a:moveTo>
                    <a:pt x="1" y="1"/>
                  </a:moveTo>
                  <a:lnTo>
                    <a:pt x="1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49;p15">
              <a:extLst>
                <a:ext uri="{FF2B5EF4-FFF2-40B4-BE49-F238E27FC236}">
                  <a16:creationId xmlns:a16="http://schemas.microsoft.com/office/drawing/2014/main" id="{9B951C4C-F570-DD16-7E70-39100CD3062C}"/>
                </a:ext>
              </a:extLst>
            </p:cNvPr>
            <p:cNvSpPr/>
            <p:nvPr/>
          </p:nvSpPr>
          <p:spPr>
            <a:xfrm>
              <a:off x="3478955" y="2612654"/>
              <a:ext cx="45646" cy="47343"/>
            </a:xfrm>
            <a:custGeom>
              <a:avLst/>
              <a:gdLst/>
              <a:ahLst/>
              <a:cxnLst/>
              <a:rect l="l" t="t" r="r" b="b"/>
              <a:pathLst>
                <a:path w="780" h="809" extrusionOk="0">
                  <a:moveTo>
                    <a:pt x="0" y="1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50;p15">
              <a:extLst>
                <a:ext uri="{FF2B5EF4-FFF2-40B4-BE49-F238E27FC236}">
                  <a16:creationId xmlns:a16="http://schemas.microsoft.com/office/drawing/2014/main" id="{568283C1-5A95-53AF-D3AD-705FD4B59348}"/>
                </a:ext>
              </a:extLst>
            </p:cNvPr>
            <p:cNvSpPr/>
            <p:nvPr/>
          </p:nvSpPr>
          <p:spPr>
            <a:xfrm>
              <a:off x="3553218" y="2612654"/>
              <a:ext cx="45587" cy="47343"/>
            </a:xfrm>
            <a:custGeom>
              <a:avLst/>
              <a:gdLst/>
              <a:ahLst/>
              <a:cxnLst/>
              <a:rect l="l" t="t" r="r" b="b"/>
              <a:pathLst>
                <a:path w="779" h="809" extrusionOk="0">
                  <a:moveTo>
                    <a:pt x="0" y="1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51;p15">
              <a:extLst>
                <a:ext uri="{FF2B5EF4-FFF2-40B4-BE49-F238E27FC236}">
                  <a16:creationId xmlns:a16="http://schemas.microsoft.com/office/drawing/2014/main" id="{728D5318-B64E-53F7-82AF-279263660CE2}"/>
                </a:ext>
              </a:extLst>
            </p:cNvPr>
            <p:cNvSpPr/>
            <p:nvPr/>
          </p:nvSpPr>
          <p:spPr>
            <a:xfrm>
              <a:off x="3641876" y="2679308"/>
              <a:ext cx="45704" cy="47226"/>
            </a:xfrm>
            <a:custGeom>
              <a:avLst/>
              <a:gdLst/>
              <a:ahLst/>
              <a:cxnLst/>
              <a:rect l="l" t="t" r="r" b="b"/>
              <a:pathLst>
                <a:path w="781" h="807" extrusionOk="0">
                  <a:moveTo>
                    <a:pt x="1" y="1"/>
                  </a:moveTo>
                  <a:lnTo>
                    <a:pt x="1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52;p15">
              <a:extLst>
                <a:ext uri="{FF2B5EF4-FFF2-40B4-BE49-F238E27FC236}">
                  <a16:creationId xmlns:a16="http://schemas.microsoft.com/office/drawing/2014/main" id="{8FB20E93-B7E5-8700-7F59-BDFB4529CD7D}"/>
                </a:ext>
              </a:extLst>
            </p:cNvPr>
            <p:cNvSpPr/>
            <p:nvPr/>
          </p:nvSpPr>
          <p:spPr>
            <a:xfrm>
              <a:off x="3716138" y="267930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53;p15">
              <a:extLst>
                <a:ext uri="{FF2B5EF4-FFF2-40B4-BE49-F238E27FC236}">
                  <a16:creationId xmlns:a16="http://schemas.microsoft.com/office/drawing/2014/main" id="{4881EE43-1711-154F-AF9F-23FDA981A763}"/>
                </a:ext>
              </a:extLst>
            </p:cNvPr>
            <p:cNvSpPr/>
            <p:nvPr/>
          </p:nvSpPr>
          <p:spPr>
            <a:xfrm>
              <a:off x="3790400" y="267930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54;p15">
              <a:extLst>
                <a:ext uri="{FF2B5EF4-FFF2-40B4-BE49-F238E27FC236}">
                  <a16:creationId xmlns:a16="http://schemas.microsoft.com/office/drawing/2014/main" id="{B1887823-218B-BEE4-BC02-5B55D7DEF5D3}"/>
                </a:ext>
              </a:extLst>
            </p:cNvPr>
            <p:cNvSpPr/>
            <p:nvPr/>
          </p:nvSpPr>
          <p:spPr>
            <a:xfrm>
              <a:off x="3404693" y="267930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1" y="1"/>
                  </a:moveTo>
                  <a:lnTo>
                    <a:pt x="1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55;p15">
              <a:extLst>
                <a:ext uri="{FF2B5EF4-FFF2-40B4-BE49-F238E27FC236}">
                  <a16:creationId xmlns:a16="http://schemas.microsoft.com/office/drawing/2014/main" id="{5FAD354C-0E56-33E3-6216-B54BC8D4DAB9}"/>
                </a:ext>
              </a:extLst>
            </p:cNvPr>
            <p:cNvSpPr/>
            <p:nvPr/>
          </p:nvSpPr>
          <p:spPr>
            <a:xfrm>
              <a:off x="3478955" y="2679308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56;p15">
              <a:extLst>
                <a:ext uri="{FF2B5EF4-FFF2-40B4-BE49-F238E27FC236}">
                  <a16:creationId xmlns:a16="http://schemas.microsoft.com/office/drawing/2014/main" id="{EE1371B7-2BEC-145C-D891-B4A5166F5BE0}"/>
                </a:ext>
              </a:extLst>
            </p:cNvPr>
            <p:cNvSpPr/>
            <p:nvPr/>
          </p:nvSpPr>
          <p:spPr>
            <a:xfrm>
              <a:off x="3553218" y="2679308"/>
              <a:ext cx="45587" cy="47226"/>
            </a:xfrm>
            <a:custGeom>
              <a:avLst/>
              <a:gdLst/>
              <a:ahLst/>
              <a:cxnLst/>
              <a:rect l="l" t="t" r="r" b="b"/>
              <a:pathLst>
                <a:path w="779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57;p15">
              <a:extLst>
                <a:ext uri="{FF2B5EF4-FFF2-40B4-BE49-F238E27FC236}">
                  <a16:creationId xmlns:a16="http://schemas.microsoft.com/office/drawing/2014/main" id="{E461D9E1-6830-6BD4-C6C2-711C1F031C81}"/>
                </a:ext>
              </a:extLst>
            </p:cNvPr>
            <p:cNvSpPr/>
            <p:nvPr/>
          </p:nvSpPr>
          <p:spPr>
            <a:xfrm>
              <a:off x="3641876" y="2746020"/>
              <a:ext cx="45704" cy="47226"/>
            </a:xfrm>
            <a:custGeom>
              <a:avLst/>
              <a:gdLst/>
              <a:ahLst/>
              <a:cxnLst/>
              <a:rect l="l" t="t" r="r" b="b"/>
              <a:pathLst>
                <a:path w="781" h="807" extrusionOk="0">
                  <a:moveTo>
                    <a:pt x="1" y="1"/>
                  </a:moveTo>
                  <a:lnTo>
                    <a:pt x="1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58;p15">
              <a:extLst>
                <a:ext uri="{FF2B5EF4-FFF2-40B4-BE49-F238E27FC236}">
                  <a16:creationId xmlns:a16="http://schemas.microsoft.com/office/drawing/2014/main" id="{A18B8718-C624-540E-6729-ACB1F2C41A37}"/>
                </a:ext>
              </a:extLst>
            </p:cNvPr>
            <p:cNvSpPr/>
            <p:nvPr/>
          </p:nvSpPr>
          <p:spPr>
            <a:xfrm>
              <a:off x="3716138" y="2746020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59;p15">
              <a:extLst>
                <a:ext uri="{FF2B5EF4-FFF2-40B4-BE49-F238E27FC236}">
                  <a16:creationId xmlns:a16="http://schemas.microsoft.com/office/drawing/2014/main" id="{F4B7880F-8E98-AC89-69C1-80309BC1D127}"/>
                </a:ext>
              </a:extLst>
            </p:cNvPr>
            <p:cNvSpPr/>
            <p:nvPr/>
          </p:nvSpPr>
          <p:spPr>
            <a:xfrm>
              <a:off x="3790400" y="2746020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80" y="807"/>
                  </a:lnTo>
                  <a:lnTo>
                    <a:pt x="780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60;p15">
              <a:extLst>
                <a:ext uri="{FF2B5EF4-FFF2-40B4-BE49-F238E27FC236}">
                  <a16:creationId xmlns:a16="http://schemas.microsoft.com/office/drawing/2014/main" id="{DE853C8A-9760-977F-01F5-43B106F1D0B3}"/>
                </a:ext>
              </a:extLst>
            </p:cNvPr>
            <p:cNvSpPr/>
            <p:nvPr/>
          </p:nvSpPr>
          <p:spPr>
            <a:xfrm>
              <a:off x="3404693" y="2746020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1" y="1"/>
                  </a:moveTo>
                  <a:lnTo>
                    <a:pt x="1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61;p15">
              <a:extLst>
                <a:ext uri="{FF2B5EF4-FFF2-40B4-BE49-F238E27FC236}">
                  <a16:creationId xmlns:a16="http://schemas.microsoft.com/office/drawing/2014/main" id="{D1F02246-BA77-C67D-504C-F547D5072656}"/>
                </a:ext>
              </a:extLst>
            </p:cNvPr>
            <p:cNvSpPr/>
            <p:nvPr/>
          </p:nvSpPr>
          <p:spPr>
            <a:xfrm>
              <a:off x="3478955" y="2746020"/>
              <a:ext cx="45646" cy="47226"/>
            </a:xfrm>
            <a:custGeom>
              <a:avLst/>
              <a:gdLst/>
              <a:ahLst/>
              <a:cxnLst/>
              <a:rect l="l" t="t" r="r" b="b"/>
              <a:pathLst>
                <a:path w="780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62;p15">
              <a:extLst>
                <a:ext uri="{FF2B5EF4-FFF2-40B4-BE49-F238E27FC236}">
                  <a16:creationId xmlns:a16="http://schemas.microsoft.com/office/drawing/2014/main" id="{731EEC5D-0DA9-66CD-5668-3602A18AB404}"/>
                </a:ext>
              </a:extLst>
            </p:cNvPr>
            <p:cNvSpPr/>
            <p:nvPr/>
          </p:nvSpPr>
          <p:spPr>
            <a:xfrm>
              <a:off x="3553218" y="2746020"/>
              <a:ext cx="45587" cy="47226"/>
            </a:xfrm>
            <a:custGeom>
              <a:avLst/>
              <a:gdLst/>
              <a:ahLst/>
              <a:cxnLst/>
              <a:rect l="l" t="t" r="r" b="b"/>
              <a:pathLst>
                <a:path w="779" h="807" extrusionOk="0">
                  <a:moveTo>
                    <a:pt x="0" y="1"/>
                  </a:moveTo>
                  <a:lnTo>
                    <a:pt x="0" y="807"/>
                  </a:lnTo>
                  <a:lnTo>
                    <a:pt x="779" y="807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163;p15">
              <a:extLst>
                <a:ext uri="{FF2B5EF4-FFF2-40B4-BE49-F238E27FC236}">
                  <a16:creationId xmlns:a16="http://schemas.microsoft.com/office/drawing/2014/main" id="{AC5E08CB-A5BC-42A9-7348-F748A7BAE0CD}"/>
                </a:ext>
              </a:extLst>
            </p:cNvPr>
            <p:cNvSpPr/>
            <p:nvPr/>
          </p:nvSpPr>
          <p:spPr>
            <a:xfrm>
              <a:off x="3641876" y="2812616"/>
              <a:ext cx="45704" cy="47284"/>
            </a:xfrm>
            <a:custGeom>
              <a:avLst/>
              <a:gdLst/>
              <a:ahLst/>
              <a:cxnLst/>
              <a:rect l="l" t="t" r="r" b="b"/>
              <a:pathLst>
                <a:path w="781" h="808" extrusionOk="0">
                  <a:moveTo>
                    <a:pt x="1" y="0"/>
                  </a:moveTo>
                  <a:lnTo>
                    <a:pt x="1" y="808"/>
                  </a:lnTo>
                  <a:lnTo>
                    <a:pt x="780" y="80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64;p15">
              <a:extLst>
                <a:ext uri="{FF2B5EF4-FFF2-40B4-BE49-F238E27FC236}">
                  <a16:creationId xmlns:a16="http://schemas.microsoft.com/office/drawing/2014/main" id="{A2A44CF2-068B-E3BF-2415-2D522E74523B}"/>
                </a:ext>
              </a:extLst>
            </p:cNvPr>
            <p:cNvSpPr/>
            <p:nvPr/>
          </p:nvSpPr>
          <p:spPr>
            <a:xfrm>
              <a:off x="3716138" y="2812616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65;p15">
              <a:extLst>
                <a:ext uri="{FF2B5EF4-FFF2-40B4-BE49-F238E27FC236}">
                  <a16:creationId xmlns:a16="http://schemas.microsoft.com/office/drawing/2014/main" id="{F147655F-6E5A-C1B8-171A-F6F1DDF61A98}"/>
                </a:ext>
              </a:extLst>
            </p:cNvPr>
            <p:cNvSpPr/>
            <p:nvPr/>
          </p:nvSpPr>
          <p:spPr>
            <a:xfrm>
              <a:off x="3790400" y="2812616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80" y="80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66;p15">
              <a:extLst>
                <a:ext uri="{FF2B5EF4-FFF2-40B4-BE49-F238E27FC236}">
                  <a16:creationId xmlns:a16="http://schemas.microsoft.com/office/drawing/2014/main" id="{7020F045-62E7-C736-7937-9B045974B76E}"/>
                </a:ext>
              </a:extLst>
            </p:cNvPr>
            <p:cNvSpPr/>
            <p:nvPr/>
          </p:nvSpPr>
          <p:spPr>
            <a:xfrm>
              <a:off x="3404693" y="2812616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1" y="0"/>
                  </a:moveTo>
                  <a:lnTo>
                    <a:pt x="1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167;p15">
              <a:extLst>
                <a:ext uri="{FF2B5EF4-FFF2-40B4-BE49-F238E27FC236}">
                  <a16:creationId xmlns:a16="http://schemas.microsoft.com/office/drawing/2014/main" id="{E7A9F99B-CD09-458F-EA16-828F5557BB70}"/>
                </a:ext>
              </a:extLst>
            </p:cNvPr>
            <p:cNvSpPr/>
            <p:nvPr/>
          </p:nvSpPr>
          <p:spPr>
            <a:xfrm>
              <a:off x="3478955" y="2812616"/>
              <a:ext cx="45646" cy="47284"/>
            </a:xfrm>
            <a:custGeom>
              <a:avLst/>
              <a:gdLst/>
              <a:ahLst/>
              <a:cxnLst/>
              <a:rect l="l" t="t" r="r" b="b"/>
              <a:pathLst>
                <a:path w="780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rgbClr val="A4F4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168;p15">
              <a:extLst>
                <a:ext uri="{FF2B5EF4-FFF2-40B4-BE49-F238E27FC236}">
                  <a16:creationId xmlns:a16="http://schemas.microsoft.com/office/drawing/2014/main" id="{3268254F-AB66-BA03-A4CB-2FFF43DB0FAF}"/>
                </a:ext>
              </a:extLst>
            </p:cNvPr>
            <p:cNvSpPr/>
            <p:nvPr/>
          </p:nvSpPr>
          <p:spPr>
            <a:xfrm>
              <a:off x="3553218" y="2812616"/>
              <a:ext cx="45587" cy="47284"/>
            </a:xfrm>
            <a:custGeom>
              <a:avLst/>
              <a:gdLst/>
              <a:ahLst/>
              <a:cxnLst/>
              <a:rect l="l" t="t" r="r" b="b"/>
              <a:pathLst>
                <a:path w="779" h="808" extrusionOk="0">
                  <a:moveTo>
                    <a:pt x="0" y="0"/>
                  </a:moveTo>
                  <a:lnTo>
                    <a:pt x="0" y="808"/>
                  </a:lnTo>
                  <a:lnTo>
                    <a:pt x="779" y="808"/>
                  </a:lnTo>
                  <a:lnTo>
                    <a:pt x="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69;p15">
              <a:extLst>
                <a:ext uri="{FF2B5EF4-FFF2-40B4-BE49-F238E27FC236}">
                  <a16:creationId xmlns:a16="http://schemas.microsoft.com/office/drawing/2014/main" id="{F71CECC9-965D-7D8A-9079-A82DCD394B9A}"/>
                </a:ext>
              </a:extLst>
            </p:cNvPr>
            <p:cNvSpPr/>
            <p:nvPr/>
          </p:nvSpPr>
          <p:spPr>
            <a:xfrm>
              <a:off x="3372331" y="2430423"/>
              <a:ext cx="497771" cy="23057"/>
            </a:xfrm>
            <a:custGeom>
              <a:avLst/>
              <a:gdLst/>
              <a:ahLst/>
              <a:cxnLst/>
              <a:rect l="l" t="t" r="r" b="b"/>
              <a:pathLst>
                <a:path w="8506" h="394" extrusionOk="0">
                  <a:moveTo>
                    <a:pt x="0" y="0"/>
                  </a:moveTo>
                  <a:lnTo>
                    <a:pt x="0" y="393"/>
                  </a:lnTo>
                  <a:lnTo>
                    <a:pt x="8506" y="393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70;p15">
              <a:extLst>
                <a:ext uri="{FF2B5EF4-FFF2-40B4-BE49-F238E27FC236}">
                  <a16:creationId xmlns:a16="http://schemas.microsoft.com/office/drawing/2014/main" id="{5F020C4A-1727-7B0B-27B3-3A2AA2799935}"/>
                </a:ext>
              </a:extLst>
            </p:cNvPr>
            <p:cNvSpPr/>
            <p:nvPr/>
          </p:nvSpPr>
          <p:spPr>
            <a:xfrm>
              <a:off x="3372331" y="2878393"/>
              <a:ext cx="497771" cy="15215"/>
            </a:xfrm>
            <a:custGeom>
              <a:avLst/>
              <a:gdLst/>
              <a:ahLst/>
              <a:cxnLst/>
              <a:rect l="l" t="t" r="r" b="b"/>
              <a:pathLst>
                <a:path w="8506" h="260" extrusionOk="0">
                  <a:moveTo>
                    <a:pt x="0" y="1"/>
                  </a:moveTo>
                  <a:lnTo>
                    <a:pt x="0" y="260"/>
                  </a:lnTo>
                  <a:lnTo>
                    <a:pt x="8506" y="260"/>
                  </a:lnTo>
                  <a:lnTo>
                    <a:pt x="85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71;p15">
              <a:extLst>
                <a:ext uri="{FF2B5EF4-FFF2-40B4-BE49-F238E27FC236}">
                  <a16:creationId xmlns:a16="http://schemas.microsoft.com/office/drawing/2014/main" id="{0BD63E7A-4481-E2C8-A734-FB30329B261E}"/>
                </a:ext>
              </a:extLst>
            </p:cNvPr>
            <p:cNvSpPr/>
            <p:nvPr/>
          </p:nvSpPr>
          <p:spPr>
            <a:xfrm>
              <a:off x="3567262" y="2939195"/>
              <a:ext cx="106272" cy="74320"/>
            </a:xfrm>
            <a:custGeom>
              <a:avLst/>
              <a:gdLst/>
              <a:ahLst/>
              <a:cxnLst/>
              <a:rect l="l" t="t" r="r" b="b"/>
              <a:pathLst>
                <a:path w="1816" h="1270" extrusionOk="0">
                  <a:moveTo>
                    <a:pt x="1" y="0"/>
                  </a:moveTo>
                  <a:lnTo>
                    <a:pt x="1" y="1269"/>
                  </a:lnTo>
                  <a:lnTo>
                    <a:pt x="1816" y="1269"/>
                  </a:lnTo>
                  <a:lnTo>
                    <a:pt x="1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72;p15">
              <a:extLst>
                <a:ext uri="{FF2B5EF4-FFF2-40B4-BE49-F238E27FC236}">
                  <a16:creationId xmlns:a16="http://schemas.microsoft.com/office/drawing/2014/main" id="{D4165E5C-6EBD-46E3-B30E-2A23308256C4}"/>
                </a:ext>
              </a:extLst>
            </p:cNvPr>
            <p:cNvSpPr/>
            <p:nvPr/>
          </p:nvSpPr>
          <p:spPr>
            <a:xfrm>
              <a:off x="3620340" y="2209218"/>
              <a:ext cx="249822" cy="804299"/>
            </a:xfrm>
            <a:custGeom>
              <a:avLst/>
              <a:gdLst/>
              <a:ahLst/>
              <a:cxnLst/>
              <a:rect l="l" t="t" r="r" b="b"/>
              <a:pathLst>
                <a:path w="4269" h="13744" extrusionOk="0">
                  <a:moveTo>
                    <a:pt x="15" y="1"/>
                  </a:moveTo>
                  <a:lnTo>
                    <a:pt x="0" y="13743"/>
                  </a:lnTo>
                  <a:lnTo>
                    <a:pt x="4138" y="13743"/>
                  </a:lnTo>
                  <a:lnTo>
                    <a:pt x="4138" y="11698"/>
                  </a:lnTo>
                  <a:lnTo>
                    <a:pt x="4269" y="11698"/>
                  </a:lnTo>
                  <a:lnTo>
                    <a:pt x="4269" y="11436"/>
                  </a:lnTo>
                  <a:lnTo>
                    <a:pt x="4138" y="11436"/>
                  </a:lnTo>
                  <a:lnTo>
                    <a:pt x="4138" y="4173"/>
                  </a:lnTo>
                  <a:lnTo>
                    <a:pt x="4269" y="4173"/>
                  </a:lnTo>
                  <a:lnTo>
                    <a:pt x="4269" y="3781"/>
                  </a:lnTo>
                  <a:lnTo>
                    <a:pt x="4138" y="3781"/>
                  </a:lnTo>
                  <a:lnTo>
                    <a:pt x="4138" y="3196"/>
                  </a:lnTo>
                  <a:lnTo>
                    <a:pt x="1949" y="3196"/>
                  </a:lnTo>
                  <a:lnTo>
                    <a:pt x="19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73;p15">
              <a:extLst>
                <a:ext uri="{FF2B5EF4-FFF2-40B4-BE49-F238E27FC236}">
                  <a16:creationId xmlns:a16="http://schemas.microsoft.com/office/drawing/2014/main" id="{EDDC33F7-7263-D46E-8A0C-10BFC81FD926}"/>
                </a:ext>
              </a:extLst>
            </p:cNvPr>
            <p:cNvSpPr/>
            <p:nvPr/>
          </p:nvSpPr>
          <p:spPr>
            <a:xfrm>
              <a:off x="3172309" y="970059"/>
              <a:ext cx="30430" cy="384769"/>
            </a:xfrm>
            <a:custGeom>
              <a:avLst/>
              <a:gdLst/>
              <a:ahLst/>
              <a:cxnLst/>
              <a:rect l="l" t="t" r="r" b="b"/>
              <a:pathLst>
                <a:path w="520" h="6575" extrusionOk="0">
                  <a:moveTo>
                    <a:pt x="88" y="1"/>
                  </a:moveTo>
                  <a:lnTo>
                    <a:pt x="1" y="6575"/>
                  </a:lnTo>
                  <a:lnTo>
                    <a:pt x="519" y="6575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74;p15">
              <a:extLst>
                <a:ext uri="{FF2B5EF4-FFF2-40B4-BE49-F238E27FC236}">
                  <a16:creationId xmlns:a16="http://schemas.microsoft.com/office/drawing/2014/main" id="{C1D5117B-3217-6971-61CF-99C617EF43E3}"/>
                </a:ext>
              </a:extLst>
            </p:cNvPr>
            <p:cNvSpPr/>
            <p:nvPr/>
          </p:nvSpPr>
          <p:spPr>
            <a:xfrm>
              <a:off x="2964737" y="1349677"/>
              <a:ext cx="349364" cy="1660388"/>
            </a:xfrm>
            <a:custGeom>
              <a:avLst/>
              <a:gdLst/>
              <a:ahLst/>
              <a:cxnLst/>
              <a:rect l="l" t="t" r="r" b="b"/>
              <a:pathLst>
                <a:path w="5970" h="28373" extrusionOk="0">
                  <a:moveTo>
                    <a:pt x="0" y="1"/>
                  </a:moveTo>
                  <a:lnTo>
                    <a:pt x="0" y="28373"/>
                  </a:lnTo>
                  <a:lnTo>
                    <a:pt x="5970" y="28373"/>
                  </a:lnTo>
                  <a:lnTo>
                    <a:pt x="59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75;p15">
              <a:extLst>
                <a:ext uri="{FF2B5EF4-FFF2-40B4-BE49-F238E27FC236}">
                  <a16:creationId xmlns:a16="http://schemas.microsoft.com/office/drawing/2014/main" id="{2D99C020-118C-8FB0-ABE5-1449D1A89FD0}"/>
                </a:ext>
              </a:extLst>
            </p:cNvPr>
            <p:cNvSpPr/>
            <p:nvPr/>
          </p:nvSpPr>
          <p:spPr>
            <a:xfrm>
              <a:off x="2964737" y="1349677"/>
              <a:ext cx="349364" cy="139278"/>
            </a:xfrm>
            <a:custGeom>
              <a:avLst/>
              <a:gdLst/>
              <a:ahLst/>
              <a:cxnLst/>
              <a:rect l="l" t="t" r="r" b="b"/>
              <a:pathLst>
                <a:path w="5970" h="2380" extrusionOk="0">
                  <a:moveTo>
                    <a:pt x="0" y="1"/>
                  </a:moveTo>
                  <a:lnTo>
                    <a:pt x="0" y="2380"/>
                  </a:lnTo>
                  <a:lnTo>
                    <a:pt x="5970" y="2380"/>
                  </a:lnTo>
                  <a:lnTo>
                    <a:pt x="59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76;p15">
              <a:extLst>
                <a:ext uri="{FF2B5EF4-FFF2-40B4-BE49-F238E27FC236}">
                  <a16:creationId xmlns:a16="http://schemas.microsoft.com/office/drawing/2014/main" id="{64F9EFC0-D53D-578C-92FA-22108AAF9E0E}"/>
                </a:ext>
              </a:extLst>
            </p:cNvPr>
            <p:cNvSpPr/>
            <p:nvPr/>
          </p:nvSpPr>
          <p:spPr>
            <a:xfrm>
              <a:off x="3000259" y="151926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77;p15">
              <a:extLst>
                <a:ext uri="{FF2B5EF4-FFF2-40B4-BE49-F238E27FC236}">
                  <a16:creationId xmlns:a16="http://schemas.microsoft.com/office/drawing/2014/main" id="{523881F9-A43B-2D71-2697-B410BBC073CA}"/>
                </a:ext>
              </a:extLst>
            </p:cNvPr>
            <p:cNvSpPr/>
            <p:nvPr/>
          </p:nvSpPr>
          <p:spPr>
            <a:xfrm>
              <a:off x="3105244" y="151926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78;p15">
              <a:extLst>
                <a:ext uri="{FF2B5EF4-FFF2-40B4-BE49-F238E27FC236}">
                  <a16:creationId xmlns:a16="http://schemas.microsoft.com/office/drawing/2014/main" id="{67DD0116-020A-C822-80BA-1C751A67E88F}"/>
                </a:ext>
              </a:extLst>
            </p:cNvPr>
            <p:cNvSpPr/>
            <p:nvPr/>
          </p:nvSpPr>
          <p:spPr>
            <a:xfrm>
              <a:off x="3210347" y="151926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79;p15">
              <a:extLst>
                <a:ext uri="{FF2B5EF4-FFF2-40B4-BE49-F238E27FC236}">
                  <a16:creationId xmlns:a16="http://schemas.microsoft.com/office/drawing/2014/main" id="{974AB9EE-FEE2-0C2F-AE8F-9BBDDE875F1D}"/>
                </a:ext>
              </a:extLst>
            </p:cNvPr>
            <p:cNvSpPr/>
            <p:nvPr/>
          </p:nvSpPr>
          <p:spPr>
            <a:xfrm>
              <a:off x="3000259" y="157737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80;p15">
              <a:extLst>
                <a:ext uri="{FF2B5EF4-FFF2-40B4-BE49-F238E27FC236}">
                  <a16:creationId xmlns:a16="http://schemas.microsoft.com/office/drawing/2014/main" id="{B9452F4A-6002-108E-0ADA-66608FA7233D}"/>
                </a:ext>
              </a:extLst>
            </p:cNvPr>
            <p:cNvSpPr/>
            <p:nvPr/>
          </p:nvSpPr>
          <p:spPr>
            <a:xfrm>
              <a:off x="3105244" y="157737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81;p15">
              <a:extLst>
                <a:ext uri="{FF2B5EF4-FFF2-40B4-BE49-F238E27FC236}">
                  <a16:creationId xmlns:a16="http://schemas.microsoft.com/office/drawing/2014/main" id="{E3C06913-9692-99F0-10DB-E7A5A72F8922}"/>
                </a:ext>
              </a:extLst>
            </p:cNvPr>
            <p:cNvSpPr/>
            <p:nvPr/>
          </p:nvSpPr>
          <p:spPr>
            <a:xfrm>
              <a:off x="3210347" y="157737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82;p15">
              <a:extLst>
                <a:ext uri="{FF2B5EF4-FFF2-40B4-BE49-F238E27FC236}">
                  <a16:creationId xmlns:a16="http://schemas.microsoft.com/office/drawing/2014/main" id="{761D7E6E-868F-D981-CBF1-FCCFFBD51984}"/>
                </a:ext>
              </a:extLst>
            </p:cNvPr>
            <p:cNvSpPr/>
            <p:nvPr/>
          </p:nvSpPr>
          <p:spPr>
            <a:xfrm>
              <a:off x="3000259" y="16356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83;p15">
              <a:extLst>
                <a:ext uri="{FF2B5EF4-FFF2-40B4-BE49-F238E27FC236}">
                  <a16:creationId xmlns:a16="http://schemas.microsoft.com/office/drawing/2014/main" id="{67D62300-1A79-F449-04FA-21567B6DD9DB}"/>
                </a:ext>
              </a:extLst>
            </p:cNvPr>
            <p:cNvSpPr/>
            <p:nvPr/>
          </p:nvSpPr>
          <p:spPr>
            <a:xfrm>
              <a:off x="3105244" y="16356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84;p15">
              <a:extLst>
                <a:ext uri="{FF2B5EF4-FFF2-40B4-BE49-F238E27FC236}">
                  <a16:creationId xmlns:a16="http://schemas.microsoft.com/office/drawing/2014/main" id="{D53A181F-F17D-37EB-A71F-9464EC549361}"/>
                </a:ext>
              </a:extLst>
            </p:cNvPr>
            <p:cNvSpPr/>
            <p:nvPr/>
          </p:nvSpPr>
          <p:spPr>
            <a:xfrm>
              <a:off x="3210347" y="16356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85;p15">
              <a:extLst>
                <a:ext uri="{FF2B5EF4-FFF2-40B4-BE49-F238E27FC236}">
                  <a16:creationId xmlns:a16="http://schemas.microsoft.com/office/drawing/2014/main" id="{825A6729-954C-15EC-895F-10B9DAB774D1}"/>
                </a:ext>
              </a:extLst>
            </p:cNvPr>
            <p:cNvSpPr/>
            <p:nvPr/>
          </p:nvSpPr>
          <p:spPr>
            <a:xfrm>
              <a:off x="3000259" y="169389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86;p15">
              <a:extLst>
                <a:ext uri="{FF2B5EF4-FFF2-40B4-BE49-F238E27FC236}">
                  <a16:creationId xmlns:a16="http://schemas.microsoft.com/office/drawing/2014/main" id="{9114164A-22FA-426C-8C7B-4521D0EF9556}"/>
                </a:ext>
              </a:extLst>
            </p:cNvPr>
            <p:cNvSpPr/>
            <p:nvPr/>
          </p:nvSpPr>
          <p:spPr>
            <a:xfrm>
              <a:off x="3105244" y="169389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87;p15">
              <a:extLst>
                <a:ext uri="{FF2B5EF4-FFF2-40B4-BE49-F238E27FC236}">
                  <a16:creationId xmlns:a16="http://schemas.microsoft.com/office/drawing/2014/main" id="{AAC16099-C2C1-09D7-6523-A14DA8C3657C}"/>
                </a:ext>
              </a:extLst>
            </p:cNvPr>
            <p:cNvSpPr/>
            <p:nvPr/>
          </p:nvSpPr>
          <p:spPr>
            <a:xfrm>
              <a:off x="3210347" y="169389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88;p15">
              <a:extLst>
                <a:ext uri="{FF2B5EF4-FFF2-40B4-BE49-F238E27FC236}">
                  <a16:creationId xmlns:a16="http://schemas.microsoft.com/office/drawing/2014/main" id="{56919481-4ABE-228A-4DC0-B1A0367E4E06}"/>
                </a:ext>
              </a:extLst>
            </p:cNvPr>
            <p:cNvSpPr/>
            <p:nvPr/>
          </p:nvSpPr>
          <p:spPr>
            <a:xfrm>
              <a:off x="3000259" y="1752119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89;p15">
              <a:extLst>
                <a:ext uri="{FF2B5EF4-FFF2-40B4-BE49-F238E27FC236}">
                  <a16:creationId xmlns:a16="http://schemas.microsoft.com/office/drawing/2014/main" id="{00101097-F59F-607E-2551-24FF4980C999}"/>
                </a:ext>
              </a:extLst>
            </p:cNvPr>
            <p:cNvSpPr/>
            <p:nvPr/>
          </p:nvSpPr>
          <p:spPr>
            <a:xfrm>
              <a:off x="3105244" y="1752119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90;p15">
              <a:extLst>
                <a:ext uri="{FF2B5EF4-FFF2-40B4-BE49-F238E27FC236}">
                  <a16:creationId xmlns:a16="http://schemas.microsoft.com/office/drawing/2014/main" id="{80AAFDDE-C0BF-D872-382A-2284A1DD8B95}"/>
                </a:ext>
              </a:extLst>
            </p:cNvPr>
            <p:cNvSpPr/>
            <p:nvPr/>
          </p:nvSpPr>
          <p:spPr>
            <a:xfrm>
              <a:off x="3210347" y="1752119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91;p15">
              <a:extLst>
                <a:ext uri="{FF2B5EF4-FFF2-40B4-BE49-F238E27FC236}">
                  <a16:creationId xmlns:a16="http://schemas.microsoft.com/office/drawing/2014/main" id="{FB7A6E51-1C15-28F8-D2E1-0BC855C71A7F}"/>
                </a:ext>
              </a:extLst>
            </p:cNvPr>
            <p:cNvSpPr/>
            <p:nvPr/>
          </p:nvSpPr>
          <p:spPr>
            <a:xfrm>
              <a:off x="3000259" y="1810346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92;p15">
              <a:extLst>
                <a:ext uri="{FF2B5EF4-FFF2-40B4-BE49-F238E27FC236}">
                  <a16:creationId xmlns:a16="http://schemas.microsoft.com/office/drawing/2014/main" id="{B65276EB-3B24-538E-4E87-91F0E94478D9}"/>
                </a:ext>
              </a:extLst>
            </p:cNvPr>
            <p:cNvSpPr/>
            <p:nvPr/>
          </p:nvSpPr>
          <p:spPr>
            <a:xfrm>
              <a:off x="3105244" y="1810346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93;p15">
              <a:extLst>
                <a:ext uri="{FF2B5EF4-FFF2-40B4-BE49-F238E27FC236}">
                  <a16:creationId xmlns:a16="http://schemas.microsoft.com/office/drawing/2014/main" id="{448B6E56-D21E-A9FB-9181-FC1460C3ED8F}"/>
                </a:ext>
              </a:extLst>
            </p:cNvPr>
            <p:cNvSpPr/>
            <p:nvPr/>
          </p:nvSpPr>
          <p:spPr>
            <a:xfrm>
              <a:off x="3210347" y="1810346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94;p15">
              <a:extLst>
                <a:ext uri="{FF2B5EF4-FFF2-40B4-BE49-F238E27FC236}">
                  <a16:creationId xmlns:a16="http://schemas.microsoft.com/office/drawing/2014/main" id="{DD1C1B58-338F-1C7B-E33C-7365E225EAB4}"/>
                </a:ext>
              </a:extLst>
            </p:cNvPr>
            <p:cNvSpPr/>
            <p:nvPr/>
          </p:nvSpPr>
          <p:spPr>
            <a:xfrm>
              <a:off x="3000259" y="2081995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95;p15">
              <a:extLst>
                <a:ext uri="{FF2B5EF4-FFF2-40B4-BE49-F238E27FC236}">
                  <a16:creationId xmlns:a16="http://schemas.microsoft.com/office/drawing/2014/main" id="{D937E1ED-29E9-EF77-8B51-FA0E43F48740}"/>
                </a:ext>
              </a:extLst>
            </p:cNvPr>
            <p:cNvSpPr/>
            <p:nvPr/>
          </p:nvSpPr>
          <p:spPr>
            <a:xfrm>
              <a:off x="3105244" y="2081995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96;p15">
              <a:extLst>
                <a:ext uri="{FF2B5EF4-FFF2-40B4-BE49-F238E27FC236}">
                  <a16:creationId xmlns:a16="http://schemas.microsoft.com/office/drawing/2014/main" id="{FFFEA00D-F3F2-5338-C495-DA9ECC577A54}"/>
                </a:ext>
              </a:extLst>
            </p:cNvPr>
            <p:cNvSpPr/>
            <p:nvPr/>
          </p:nvSpPr>
          <p:spPr>
            <a:xfrm>
              <a:off x="3210347" y="2081995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97;p15">
              <a:extLst>
                <a:ext uri="{FF2B5EF4-FFF2-40B4-BE49-F238E27FC236}">
                  <a16:creationId xmlns:a16="http://schemas.microsoft.com/office/drawing/2014/main" id="{9FDED269-7122-4772-3615-1998FDC4BD2B}"/>
                </a:ext>
              </a:extLst>
            </p:cNvPr>
            <p:cNvSpPr/>
            <p:nvPr/>
          </p:nvSpPr>
          <p:spPr>
            <a:xfrm>
              <a:off x="3000259" y="21401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98;p15">
              <a:extLst>
                <a:ext uri="{FF2B5EF4-FFF2-40B4-BE49-F238E27FC236}">
                  <a16:creationId xmlns:a16="http://schemas.microsoft.com/office/drawing/2014/main" id="{BFA7E402-85FF-C7FC-88CB-9A5BA1BF3477}"/>
                </a:ext>
              </a:extLst>
            </p:cNvPr>
            <p:cNvSpPr/>
            <p:nvPr/>
          </p:nvSpPr>
          <p:spPr>
            <a:xfrm>
              <a:off x="3105244" y="21401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99;p15">
              <a:extLst>
                <a:ext uri="{FF2B5EF4-FFF2-40B4-BE49-F238E27FC236}">
                  <a16:creationId xmlns:a16="http://schemas.microsoft.com/office/drawing/2014/main" id="{1A217CFC-403C-0F4A-EE64-05A89751E401}"/>
                </a:ext>
              </a:extLst>
            </p:cNvPr>
            <p:cNvSpPr/>
            <p:nvPr/>
          </p:nvSpPr>
          <p:spPr>
            <a:xfrm>
              <a:off x="3210347" y="214016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200;p15">
              <a:extLst>
                <a:ext uri="{FF2B5EF4-FFF2-40B4-BE49-F238E27FC236}">
                  <a16:creationId xmlns:a16="http://schemas.microsoft.com/office/drawing/2014/main" id="{8B8487DB-B955-FE73-9732-786895A17E8A}"/>
                </a:ext>
              </a:extLst>
            </p:cNvPr>
            <p:cNvSpPr/>
            <p:nvPr/>
          </p:nvSpPr>
          <p:spPr>
            <a:xfrm>
              <a:off x="3000259" y="220342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201;p15">
              <a:extLst>
                <a:ext uri="{FF2B5EF4-FFF2-40B4-BE49-F238E27FC236}">
                  <a16:creationId xmlns:a16="http://schemas.microsoft.com/office/drawing/2014/main" id="{A5C6FC5E-EE0C-1A1F-2657-B81EAF811744}"/>
                </a:ext>
              </a:extLst>
            </p:cNvPr>
            <p:cNvSpPr/>
            <p:nvPr/>
          </p:nvSpPr>
          <p:spPr>
            <a:xfrm>
              <a:off x="3105244" y="220342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202;p15">
              <a:extLst>
                <a:ext uri="{FF2B5EF4-FFF2-40B4-BE49-F238E27FC236}">
                  <a16:creationId xmlns:a16="http://schemas.microsoft.com/office/drawing/2014/main" id="{9942B833-A17F-2E61-B521-F73A5D1DB2E3}"/>
                </a:ext>
              </a:extLst>
            </p:cNvPr>
            <p:cNvSpPr/>
            <p:nvPr/>
          </p:nvSpPr>
          <p:spPr>
            <a:xfrm>
              <a:off x="3210347" y="2203424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203;p15">
              <a:extLst>
                <a:ext uri="{FF2B5EF4-FFF2-40B4-BE49-F238E27FC236}">
                  <a16:creationId xmlns:a16="http://schemas.microsoft.com/office/drawing/2014/main" id="{A871B841-D0C9-DA58-D814-C78FD957BAF4}"/>
                </a:ext>
              </a:extLst>
            </p:cNvPr>
            <p:cNvSpPr/>
            <p:nvPr/>
          </p:nvSpPr>
          <p:spPr>
            <a:xfrm>
              <a:off x="3000259" y="226674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204;p15">
              <a:extLst>
                <a:ext uri="{FF2B5EF4-FFF2-40B4-BE49-F238E27FC236}">
                  <a16:creationId xmlns:a16="http://schemas.microsoft.com/office/drawing/2014/main" id="{F31E62C7-AB7F-6A5A-523C-7D6AF0893226}"/>
                </a:ext>
              </a:extLst>
            </p:cNvPr>
            <p:cNvSpPr/>
            <p:nvPr/>
          </p:nvSpPr>
          <p:spPr>
            <a:xfrm>
              <a:off x="3105244" y="226674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205;p15">
              <a:extLst>
                <a:ext uri="{FF2B5EF4-FFF2-40B4-BE49-F238E27FC236}">
                  <a16:creationId xmlns:a16="http://schemas.microsoft.com/office/drawing/2014/main" id="{77B7709D-5F74-C892-B033-3B425DA2ABAC}"/>
                </a:ext>
              </a:extLst>
            </p:cNvPr>
            <p:cNvSpPr/>
            <p:nvPr/>
          </p:nvSpPr>
          <p:spPr>
            <a:xfrm>
              <a:off x="3210347" y="226674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206;p15">
              <a:extLst>
                <a:ext uri="{FF2B5EF4-FFF2-40B4-BE49-F238E27FC236}">
                  <a16:creationId xmlns:a16="http://schemas.microsoft.com/office/drawing/2014/main" id="{4EF65A1C-4DB9-1BCD-FCFE-C8A47FA9FB6B}"/>
                </a:ext>
              </a:extLst>
            </p:cNvPr>
            <p:cNvSpPr/>
            <p:nvPr/>
          </p:nvSpPr>
          <p:spPr>
            <a:xfrm>
              <a:off x="3000259" y="233000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207;p15">
              <a:extLst>
                <a:ext uri="{FF2B5EF4-FFF2-40B4-BE49-F238E27FC236}">
                  <a16:creationId xmlns:a16="http://schemas.microsoft.com/office/drawing/2014/main" id="{3D299744-4ECA-B046-094F-015CD9240420}"/>
                </a:ext>
              </a:extLst>
            </p:cNvPr>
            <p:cNvSpPr/>
            <p:nvPr/>
          </p:nvSpPr>
          <p:spPr>
            <a:xfrm>
              <a:off x="3105244" y="233000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208;p15">
              <a:extLst>
                <a:ext uri="{FF2B5EF4-FFF2-40B4-BE49-F238E27FC236}">
                  <a16:creationId xmlns:a16="http://schemas.microsoft.com/office/drawing/2014/main" id="{166B6721-6E9D-F059-15F9-2709C3A9A45B}"/>
                </a:ext>
              </a:extLst>
            </p:cNvPr>
            <p:cNvSpPr/>
            <p:nvPr/>
          </p:nvSpPr>
          <p:spPr>
            <a:xfrm>
              <a:off x="3210347" y="2330003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209;p15">
              <a:extLst>
                <a:ext uri="{FF2B5EF4-FFF2-40B4-BE49-F238E27FC236}">
                  <a16:creationId xmlns:a16="http://schemas.microsoft.com/office/drawing/2014/main" id="{F0E86164-D6A3-8F5E-A0DA-BEAB37C6466F}"/>
                </a:ext>
              </a:extLst>
            </p:cNvPr>
            <p:cNvSpPr/>
            <p:nvPr/>
          </p:nvSpPr>
          <p:spPr>
            <a:xfrm>
              <a:off x="3000259" y="239332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210;p15">
              <a:extLst>
                <a:ext uri="{FF2B5EF4-FFF2-40B4-BE49-F238E27FC236}">
                  <a16:creationId xmlns:a16="http://schemas.microsoft.com/office/drawing/2014/main" id="{E106751D-8703-BE87-789E-7319BC66E75B}"/>
                </a:ext>
              </a:extLst>
            </p:cNvPr>
            <p:cNvSpPr/>
            <p:nvPr/>
          </p:nvSpPr>
          <p:spPr>
            <a:xfrm>
              <a:off x="3105244" y="239332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211;p15">
              <a:extLst>
                <a:ext uri="{FF2B5EF4-FFF2-40B4-BE49-F238E27FC236}">
                  <a16:creationId xmlns:a16="http://schemas.microsoft.com/office/drawing/2014/main" id="{45C38A1C-C565-7769-69E9-CF21701CAE24}"/>
                </a:ext>
              </a:extLst>
            </p:cNvPr>
            <p:cNvSpPr/>
            <p:nvPr/>
          </p:nvSpPr>
          <p:spPr>
            <a:xfrm>
              <a:off x="3210347" y="239332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212;p15">
              <a:extLst>
                <a:ext uri="{FF2B5EF4-FFF2-40B4-BE49-F238E27FC236}">
                  <a16:creationId xmlns:a16="http://schemas.microsoft.com/office/drawing/2014/main" id="{412FCE34-9EAB-56E7-611E-0133B1E9141C}"/>
                </a:ext>
              </a:extLst>
            </p:cNvPr>
            <p:cNvSpPr/>
            <p:nvPr/>
          </p:nvSpPr>
          <p:spPr>
            <a:xfrm>
              <a:off x="3000259" y="245658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213;p15">
              <a:extLst>
                <a:ext uri="{FF2B5EF4-FFF2-40B4-BE49-F238E27FC236}">
                  <a16:creationId xmlns:a16="http://schemas.microsoft.com/office/drawing/2014/main" id="{3009A331-F838-F2FC-2A13-B24D6158827A}"/>
                </a:ext>
              </a:extLst>
            </p:cNvPr>
            <p:cNvSpPr/>
            <p:nvPr/>
          </p:nvSpPr>
          <p:spPr>
            <a:xfrm>
              <a:off x="3105244" y="245658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214;p15">
              <a:extLst>
                <a:ext uri="{FF2B5EF4-FFF2-40B4-BE49-F238E27FC236}">
                  <a16:creationId xmlns:a16="http://schemas.microsoft.com/office/drawing/2014/main" id="{71FA9A81-C397-1F1D-8E11-381E44E0155C}"/>
                </a:ext>
              </a:extLst>
            </p:cNvPr>
            <p:cNvSpPr/>
            <p:nvPr/>
          </p:nvSpPr>
          <p:spPr>
            <a:xfrm>
              <a:off x="3210347" y="245658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215;p15">
              <a:extLst>
                <a:ext uri="{FF2B5EF4-FFF2-40B4-BE49-F238E27FC236}">
                  <a16:creationId xmlns:a16="http://schemas.microsoft.com/office/drawing/2014/main" id="{B43EA325-62A2-BC13-1E09-838DED1A0163}"/>
                </a:ext>
              </a:extLst>
            </p:cNvPr>
            <p:cNvSpPr/>
            <p:nvPr/>
          </p:nvSpPr>
          <p:spPr>
            <a:xfrm>
              <a:off x="3000259" y="251984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216;p15">
              <a:extLst>
                <a:ext uri="{FF2B5EF4-FFF2-40B4-BE49-F238E27FC236}">
                  <a16:creationId xmlns:a16="http://schemas.microsoft.com/office/drawing/2014/main" id="{5F925443-307D-08A9-4C4C-BB337A25FDC1}"/>
                </a:ext>
              </a:extLst>
            </p:cNvPr>
            <p:cNvSpPr/>
            <p:nvPr/>
          </p:nvSpPr>
          <p:spPr>
            <a:xfrm>
              <a:off x="3105244" y="251984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217;p15">
              <a:extLst>
                <a:ext uri="{FF2B5EF4-FFF2-40B4-BE49-F238E27FC236}">
                  <a16:creationId xmlns:a16="http://schemas.microsoft.com/office/drawing/2014/main" id="{D0095C1A-AD2E-16B8-B91A-C158EAE25524}"/>
                </a:ext>
              </a:extLst>
            </p:cNvPr>
            <p:cNvSpPr/>
            <p:nvPr/>
          </p:nvSpPr>
          <p:spPr>
            <a:xfrm>
              <a:off x="3210347" y="251984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218;p15">
              <a:extLst>
                <a:ext uri="{FF2B5EF4-FFF2-40B4-BE49-F238E27FC236}">
                  <a16:creationId xmlns:a16="http://schemas.microsoft.com/office/drawing/2014/main" id="{E38EA5F2-571C-DFBD-CD5D-A20C2CCE0DFA}"/>
                </a:ext>
              </a:extLst>
            </p:cNvPr>
            <p:cNvSpPr/>
            <p:nvPr/>
          </p:nvSpPr>
          <p:spPr>
            <a:xfrm>
              <a:off x="3000259" y="258310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219;p15">
              <a:extLst>
                <a:ext uri="{FF2B5EF4-FFF2-40B4-BE49-F238E27FC236}">
                  <a16:creationId xmlns:a16="http://schemas.microsoft.com/office/drawing/2014/main" id="{4D2D9BE8-6B0B-1533-6A2E-232FB86BE56F}"/>
                </a:ext>
              </a:extLst>
            </p:cNvPr>
            <p:cNvSpPr/>
            <p:nvPr/>
          </p:nvSpPr>
          <p:spPr>
            <a:xfrm>
              <a:off x="3105244" y="258310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220;p15">
              <a:extLst>
                <a:ext uri="{FF2B5EF4-FFF2-40B4-BE49-F238E27FC236}">
                  <a16:creationId xmlns:a16="http://schemas.microsoft.com/office/drawing/2014/main" id="{2E75DA80-70C7-F4E0-ACAA-DD12000EF5EF}"/>
                </a:ext>
              </a:extLst>
            </p:cNvPr>
            <p:cNvSpPr/>
            <p:nvPr/>
          </p:nvSpPr>
          <p:spPr>
            <a:xfrm>
              <a:off x="3210347" y="258310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221;p15">
              <a:extLst>
                <a:ext uri="{FF2B5EF4-FFF2-40B4-BE49-F238E27FC236}">
                  <a16:creationId xmlns:a16="http://schemas.microsoft.com/office/drawing/2014/main" id="{BEC9EABC-857E-A2B9-E20F-03F36570472C}"/>
                </a:ext>
              </a:extLst>
            </p:cNvPr>
            <p:cNvSpPr/>
            <p:nvPr/>
          </p:nvSpPr>
          <p:spPr>
            <a:xfrm>
              <a:off x="3000259" y="264636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222;p15">
              <a:extLst>
                <a:ext uri="{FF2B5EF4-FFF2-40B4-BE49-F238E27FC236}">
                  <a16:creationId xmlns:a16="http://schemas.microsoft.com/office/drawing/2014/main" id="{208F3512-37BC-6B8D-33F9-51AD0AFC089B}"/>
                </a:ext>
              </a:extLst>
            </p:cNvPr>
            <p:cNvSpPr/>
            <p:nvPr/>
          </p:nvSpPr>
          <p:spPr>
            <a:xfrm>
              <a:off x="3105244" y="264636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223;p15">
              <a:extLst>
                <a:ext uri="{FF2B5EF4-FFF2-40B4-BE49-F238E27FC236}">
                  <a16:creationId xmlns:a16="http://schemas.microsoft.com/office/drawing/2014/main" id="{B4BD23E7-03E7-1E54-90F3-78CFCF3955C5}"/>
                </a:ext>
              </a:extLst>
            </p:cNvPr>
            <p:cNvSpPr/>
            <p:nvPr/>
          </p:nvSpPr>
          <p:spPr>
            <a:xfrm>
              <a:off x="3210347" y="2646361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224;p15">
              <a:extLst>
                <a:ext uri="{FF2B5EF4-FFF2-40B4-BE49-F238E27FC236}">
                  <a16:creationId xmlns:a16="http://schemas.microsoft.com/office/drawing/2014/main" id="{4984933F-AC19-C591-4A8B-BBD21379378D}"/>
                </a:ext>
              </a:extLst>
            </p:cNvPr>
            <p:cNvSpPr/>
            <p:nvPr/>
          </p:nvSpPr>
          <p:spPr>
            <a:xfrm>
              <a:off x="3000259" y="270968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225;p15">
              <a:extLst>
                <a:ext uri="{FF2B5EF4-FFF2-40B4-BE49-F238E27FC236}">
                  <a16:creationId xmlns:a16="http://schemas.microsoft.com/office/drawing/2014/main" id="{0A645826-9A3B-04D9-2FF8-BA2AD3E5028E}"/>
                </a:ext>
              </a:extLst>
            </p:cNvPr>
            <p:cNvSpPr/>
            <p:nvPr/>
          </p:nvSpPr>
          <p:spPr>
            <a:xfrm>
              <a:off x="3105244" y="270968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0"/>
                  </a:moveTo>
                  <a:lnTo>
                    <a:pt x="1147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226;p15">
              <a:extLst>
                <a:ext uri="{FF2B5EF4-FFF2-40B4-BE49-F238E27FC236}">
                  <a16:creationId xmlns:a16="http://schemas.microsoft.com/office/drawing/2014/main" id="{0DC68FB4-67A2-D2DD-2F10-2A9611B3D3C4}"/>
                </a:ext>
              </a:extLst>
            </p:cNvPr>
            <p:cNvSpPr/>
            <p:nvPr/>
          </p:nvSpPr>
          <p:spPr>
            <a:xfrm>
              <a:off x="3210347" y="270968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0"/>
                  </a:moveTo>
                  <a:lnTo>
                    <a:pt x="1146" y="0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227;p15">
              <a:extLst>
                <a:ext uri="{FF2B5EF4-FFF2-40B4-BE49-F238E27FC236}">
                  <a16:creationId xmlns:a16="http://schemas.microsoft.com/office/drawing/2014/main" id="{42297733-D315-341E-BBC5-876AED86E15D}"/>
                </a:ext>
              </a:extLst>
            </p:cNvPr>
            <p:cNvSpPr/>
            <p:nvPr/>
          </p:nvSpPr>
          <p:spPr>
            <a:xfrm>
              <a:off x="3000259" y="277294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228;p15">
              <a:extLst>
                <a:ext uri="{FF2B5EF4-FFF2-40B4-BE49-F238E27FC236}">
                  <a16:creationId xmlns:a16="http://schemas.microsoft.com/office/drawing/2014/main" id="{CC00165A-B4CF-DE1A-81CE-A915DDCEA2ED}"/>
                </a:ext>
              </a:extLst>
            </p:cNvPr>
            <p:cNvSpPr/>
            <p:nvPr/>
          </p:nvSpPr>
          <p:spPr>
            <a:xfrm>
              <a:off x="3105244" y="277294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229;p15">
              <a:extLst>
                <a:ext uri="{FF2B5EF4-FFF2-40B4-BE49-F238E27FC236}">
                  <a16:creationId xmlns:a16="http://schemas.microsoft.com/office/drawing/2014/main" id="{CC5DC0C7-45CA-8C6A-587C-DF9A548236EF}"/>
                </a:ext>
              </a:extLst>
            </p:cNvPr>
            <p:cNvSpPr/>
            <p:nvPr/>
          </p:nvSpPr>
          <p:spPr>
            <a:xfrm>
              <a:off x="3210347" y="277294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230;p15">
              <a:extLst>
                <a:ext uri="{FF2B5EF4-FFF2-40B4-BE49-F238E27FC236}">
                  <a16:creationId xmlns:a16="http://schemas.microsoft.com/office/drawing/2014/main" id="{F08ED23B-E12F-062B-E137-B68279C654A7}"/>
                </a:ext>
              </a:extLst>
            </p:cNvPr>
            <p:cNvSpPr/>
            <p:nvPr/>
          </p:nvSpPr>
          <p:spPr>
            <a:xfrm>
              <a:off x="3000259" y="283625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231;p15">
              <a:extLst>
                <a:ext uri="{FF2B5EF4-FFF2-40B4-BE49-F238E27FC236}">
                  <a16:creationId xmlns:a16="http://schemas.microsoft.com/office/drawing/2014/main" id="{FDBCBC69-9D01-AA0D-9404-95D9AB561E53}"/>
                </a:ext>
              </a:extLst>
            </p:cNvPr>
            <p:cNvSpPr/>
            <p:nvPr/>
          </p:nvSpPr>
          <p:spPr>
            <a:xfrm>
              <a:off x="3105244" y="283625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232;p15">
              <a:extLst>
                <a:ext uri="{FF2B5EF4-FFF2-40B4-BE49-F238E27FC236}">
                  <a16:creationId xmlns:a16="http://schemas.microsoft.com/office/drawing/2014/main" id="{7DAAA732-48A2-0D23-C8EB-ECD2AC337372}"/>
                </a:ext>
              </a:extLst>
            </p:cNvPr>
            <p:cNvSpPr/>
            <p:nvPr/>
          </p:nvSpPr>
          <p:spPr>
            <a:xfrm>
              <a:off x="3210347" y="2836258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233;p15">
              <a:extLst>
                <a:ext uri="{FF2B5EF4-FFF2-40B4-BE49-F238E27FC236}">
                  <a16:creationId xmlns:a16="http://schemas.microsoft.com/office/drawing/2014/main" id="{5BC912B1-4ED7-DB9E-B8D1-F60A903CA694}"/>
                </a:ext>
              </a:extLst>
            </p:cNvPr>
            <p:cNvSpPr/>
            <p:nvPr/>
          </p:nvSpPr>
          <p:spPr>
            <a:xfrm>
              <a:off x="3000259" y="289946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234;p15">
              <a:extLst>
                <a:ext uri="{FF2B5EF4-FFF2-40B4-BE49-F238E27FC236}">
                  <a16:creationId xmlns:a16="http://schemas.microsoft.com/office/drawing/2014/main" id="{AEED6EE4-7ECD-3DE8-2882-6DE2ABAFED4A}"/>
                </a:ext>
              </a:extLst>
            </p:cNvPr>
            <p:cNvSpPr/>
            <p:nvPr/>
          </p:nvSpPr>
          <p:spPr>
            <a:xfrm>
              <a:off x="3105244" y="289946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1" y="1"/>
                  </a:moveTo>
                  <a:lnTo>
                    <a:pt x="1147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235;p15">
              <a:extLst>
                <a:ext uri="{FF2B5EF4-FFF2-40B4-BE49-F238E27FC236}">
                  <a16:creationId xmlns:a16="http://schemas.microsoft.com/office/drawing/2014/main" id="{088EACEC-ACC5-3CD3-DA6C-4006A6C1A594}"/>
                </a:ext>
              </a:extLst>
            </p:cNvPr>
            <p:cNvSpPr/>
            <p:nvPr/>
          </p:nvSpPr>
          <p:spPr>
            <a:xfrm>
              <a:off x="3210347" y="2899460"/>
              <a:ext cx="67122" cy="59"/>
            </a:xfrm>
            <a:custGeom>
              <a:avLst/>
              <a:gdLst/>
              <a:ahLst/>
              <a:cxnLst/>
              <a:rect l="l" t="t" r="r" b="b"/>
              <a:pathLst>
                <a:path w="1147" h="1" fill="none" extrusionOk="0">
                  <a:moveTo>
                    <a:pt x="0" y="1"/>
                  </a:moveTo>
                  <a:lnTo>
                    <a:pt x="1146" y="1"/>
                  </a:lnTo>
                </a:path>
              </a:pathLst>
            </a:custGeom>
            <a:noFill/>
            <a:ln w="100" cap="rnd" cmpd="sng">
              <a:solidFill>
                <a:srgbClr val="A68B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236;p15">
              <a:extLst>
                <a:ext uri="{FF2B5EF4-FFF2-40B4-BE49-F238E27FC236}">
                  <a16:creationId xmlns:a16="http://schemas.microsoft.com/office/drawing/2014/main" id="{CCCEE26A-5A39-B329-79D9-CEC4215718ED}"/>
                </a:ext>
              </a:extLst>
            </p:cNvPr>
            <p:cNvSpPr/>
            <p:nvPr/>
          </p:nvSpPr>
          <p:spPr>
            <a:xfrm>
              <a:off x="2964737" y="1845692"/>
              <a:ext cx="349364" cy="25398"/>
            </a:xfrm>
            <a:custGeom>
              <a:avLst/>
              <a:gdLst/>
              <a:ahLst/>
              <a:cxnLst/>
              <a:rect l="l" t="t" r="r" b="b"/>
              <a:pathLst>
                <a:path w="5970" h="434" extrusionOk="0">
                  <a:moveTo>
                    <a:pt x="0" y="1"/>
                  </a:moveTo>
                  <a:lnTo>
                    <a:pt x="0" y="434"/>
                  </a:lnTo>
                  <a:lnTo>
                    <a:pt x="5970" y="434"/>
                  </a:lnTo>
                  <a:lnTo>
                    <a:pt x="59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237;p15">
              <a:extLst>
                <a:ext uri="{FF2B5EF4-FFF2-40B4-BE49-F238E27FC236}">
                  <a16:creationId xmlns:a16="http://schemas.microsoft.com/office/drawing/2014/main" id="{0482686F-7722-5AB7-64E8-120CF5F97BC6}"/>
                </a:ext>
              </a:extLst>
            </p:cNvPr>
            <p:cNvSpPr/>
            <p:nvPr/>
          </p:nvSpPr>
          <p:spPr>
            <a:xfrm>
              <a:off x="2964737" y="2021252"/>
              <a:ext cx="349364" cy="25339"/>
            </a:xfrm>
            <a:custGeom>
              <a:avLst/>
              <a:gdLst/>
              <a:ahLst/>
              <a:cxnLst/>
              <a:rect l="l" t="t" r="r" b="b"/>
              <a:pathLst>
                <a:path w="5970" h="433" extrusionOk="0">
                  <a:moveTo>
                    <a:pt x="0" y="1"/>
                  </a:moveTo>
                  <a:lnTo>
                    <a:pt x="0" y="433"/>
                  </a:lnTo>
                  <a:lnTo>
                    <a:pt x="5970" y="433"/>
                  </a:lnTo>
                  <a:lnTo>
                    <a:pt x="59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238;p15">
              <a:extLst>
                <a:ext uri="{FF2B5EF4-FFF2-40B4-BE49-F238E27FC236}">
                  <a16:creationId xmlns:a16="http://schemas.microsoft.com/office/drawing/2014/main" id="{AF30BB94-4DB6-0DD5-06D0-B69A70EB006A}"/>
                </a:ext>
              </a:extLst>
            </p:cNvPr>
            <p:cNvSpPr/>
            <p:nvPr/>
          </p:nvSpPr>
          <p:spPr>
            <a:xfrm>
              <a:off x="3105244" y="2961959"/>
              <a:ext cx="67122" cy="48162"/>
            </a:xfrm>
            <a:custGeom>
              <a:avLst/>
              <a:gdLst/>
              <a:ahLst/>
              <a:cxnLst/>
              <a:rect l="l" t="t" r="r" b="b"/>
              <a:pathLst>
                <a:path w="1147" h="823" extrusionOk="0">
                  <a:moveTo>
                    <a:pt x="1" y="0"/>
                  </a:moveTo>
                  <a:lnTo>
                    <a:pt x="1" y="823"/>
                  </a:lnTo>
                  <a:lnTo>
                    <a:pt x="1147" y="823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239;p15">
              <a:extLst>
                <a:ext uri="{FF2B5EF4-FFF2-40B4-BE49-F238E27FC236}">
                  <a16:creationId xmlns:a16="http://schemas.microsoft.com/office/drawing/2014/main" id="{D207F0C9-5895-0D87-CA1B-9D6B7265741B}"/>
                </a:ext>
              </a:extLst>
            </p:cNvPr>
            <p:cNvSpPr/>
            <p:nvPr/>
          </p:nvSpPr>
          <p:spPr>
            <a:xfrm>
              <a:off x="3138776" y="1349677"/>
              <a:ext cx="175326" cy="1660388"/>
            </a:xfrm>
            <a:custGeom>
              <a:avLst/>
              <a:gdLst/>
              <a:ahLst/>
              <a:cxnLst/>
              <a:rect l="l" t="t" r="r" b="b"/>
              <a:pathLst>
                <a:path w="2996" h="28373" extrusionOk="0">
                  <a:moveTo>
                    <a:pt x="1" y="1"/>
                  </a:moveTo>
                  <a:lnTo>
                    <a:pt x="1" y="28373"/>
                  </a:lnTo>
                  <a:lnTo>
                    <a:pt x="2996" y="28373"/>
                  </a:lnTo>
                  <a:lnTo>
                    <a:pt x="29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240;p15">
              <a:extLst>
                <a:ext uri="{FF2B5EF4-FFF2-40B4-BE49-F238E27FC236}">
                  <a16:creationId xmlns:a16="http://schemas.microsoft.com/office/drawing/2014/main" id="{5679D6B3-C973-79DD-3795-C8258DE7FB8C}"/>
                </a:ext>
              </a:extLst>
            </p:cNvPr>
            <p:cNvSpPr/>
            <p:nvPr/>
          </p:nvSpPr>
          <p:spPr>
            <a:xfrm>
              <a:off x="1438117" y="2391273"/>
              <a:ext cx="194696" cy="618030"/>
            </a:xfrm>
            <a:custGeom>
              <a:avLst/>
              <a:gdLst/>
              <a:ahLst/>
              <a:cxnLst/>
              <a:rect l="l" t="t" r="r" b="b"/>
              <a:pathLst>
                <a:path w="3327" h="10561" extrusionOk="0">
                  <a:moveTo>
                    <a:pt x="0" y="0"/>
                  </a:moveTo>
                  <a:lnTo>
                    <a:pt x="0" y="10560"/>
                  </a:lnTo>
                  <a:lnTo>
                    <a:pt x="3327" y="10560"/>
                  </a:lnTo>
                  <a:lnTo>
                    <a:pt x="33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241;p15">
              <a:extLst>
                <a:ext uri="{FF2B5EF4-FFF2-40B4-BE49-F238E27FC236}">
                  <a16:creationId xmlns:a16="http://schemas.microsoft.com/office/drawing/2014/main" id="{B13A2E4A-D7B8-6C3A-954A-ACCB1F5D2353}"/>
                </a:ext>
              </a:extLst>
            </p:cNvPr>
            <p:cNvSpPr/>
            <p:nvPr/>
          </p:nvSpPr>
          <p:spPr>
            <a:xfrm>
              <a:off x="2404639" y="1888060"/>
              <a:ext cx="86083" cy="102878"/>
            </a:xfrm>
            <a:custGeom>
              <a:avLst/>
              <a:gdLst/>
              <a:ahLst/>
              <a:cxnLst/>
              <a:rect l="l" t="t" r="r" b="b"/>
              <a:pathLst>
                <a:path w="1471" h="1758" extrusionOk="0">
                  <a:moveTo>
                    <a:pt x="0" y="0"/>
                  </a:moveTo>
                  <a:lnTo>
                    <a:pt x="0" y="1757"/>
                  </a:lnTo>
                  <a:lnTo>
                    <a:pt x="1471" y="1757"/>
                  </a:lnTo>
                  <a:lnTo>
                    <a:pt x="14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242;p15">
              <a:extLst>
                <a:ext uri="{FF2B5EF4-FFF2-40B4-BE49-F238E27FC236}">
                  <a16:creationId xmlns:a16="http://schemas.microsoft.com/office/drawing/2014/main" id="{B6AA5EF2-5214-A05D-67E7-1A2B1AD2357A}"/>
                </a:ext>
              </a:extLst>
            </p:cNvPr>
            <p:cNvSpPr/>
            <p:nvPr/>
          </p:nvSpPr>
          <p:spPr>
            <a:xfrm>
              <a:off x="2382635" y="1975723"/>
              <a:ext cx="128276" cy="963532"/>
            </a:xfrm>
            <a:custGeom>
              <a:avLst/>
              <a:gdLst/>
              <a:ahLst/>
              <a:cxnLst/>
              <a:rect l="l" t="t" r="r" b="b"/>
              <a:pathLst>
                <a:path w="2192" h="16465" extrusionOk="0">
                  <a:moveTo>
                    <a:pt x="1" y="0"/>
                  </a:moveTo>
                  <a:lnTo>
                    <a:pt x="1" y="16464"/>
                  </a:lnTo>
                  <a:lnTo>
                    <a:pt x="2192" y="16464"/>
                  </a:lnTo>
                  <a:lnTo>
                    <a:pt x="21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243;p15">
              <a:extLst>
                <a:ext uri="{FF2B5EF4-FFF2-40B4-BE49-F238E27FC236}">
                  <a16:creationId xmlns:a16="http://schemas.microsoft.com/office/drawing/2014/main" id="{035B6392-C852-FF30-A309-851BB4553C06}"/>
                </a:ext>
              </a:extLst>
            </p:cNvPr>
            <p:cNvSpPr/>
            <p:nvPr/>
          </p:nvSpPr>
          <p:spPr>
            <a:xfrm>
              <a:off x="2454732" y="2149469"/>
              <a:ext cx="358201" cy="859717"/>
            </a:xfrm>
            <a:custGeom>
              <a:avLst/>
              <a:gdLst/>
              <a:ahLst/>
              <a:cxnLst/>
              <a:rect l="l" t="t" r="r" b="b"/>
              <a:pathLst>
                <a:path w="6121" h="14691" extrusionOk="0">
                  <a:moveTo>
                    <a:pt x="1" y="1"/>
                  </a:moveTo>
                  <a:lnTo>
                    <a:pt x="1" y="14690"/>
                  </a:lnTo>
                  <a:lnTo>
                    <a:pt x="6121" y="14690"/>
                  </a:lnTo>
                  <a:lnTo>
                    <a:pt x="61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244;p15">
              <a:extLst>
                <a:ext uri="{FF2B5EF4-FFF2-40B4-BE49-F238E27FC236}">
                  <a16:creationId xmlns:a16="http://schemas.microsoft.com/office/drawing/2014/main" id="{953EF2DA-BC12-15C0-11A9-E323BEE93AD2}"/>
                </a:ext>
              </a:extLst>
            </p:cNvPr>
            <p:cNvSpPr/>
            <p:nvPr/>
          </p:nvSpPr>
          <p:spPr>
            <a:xfrm>
              <a:off x="2454732" y="2211851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245;p15">
              <a:extLst>
                <a:ext uri="{FF2B5EF4-FFF2-40B4-BE49-F238E27FC236}">
                  <a16:creationId xmlns:a16="http://schemas.microsoft.com/office/drawing/2014/main" id="{7630633A-4C94-347E-E571-F2E415133B66}"/>
                </a:ext>
              </a:extLst>
            </p:cNvPr>
            <p:cNvSpPr/>
            <p:nvPr/>
          </p:nvSpPr>
          <p:spPr>
            <a:xfrm>
              <a:off x="2454732" y="2274292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246;p15">
              <a:extLst>
                <a:ext uri="{FF2B5EF4-FFF2-40B4-BE49-F238E27FC236}">
                  <a16:creationId xmlns:a16="http://schemas.microsoft.com/office/drawing/2014/main" id="{7C10728C-A0F1-79D9-CA4F-42491B48870E}"/>
                </a:ext>
              </a:extLst>
            </p:cNvPr>
            <p:cNvSpPr/>
            <p:nvPr/>
          </p:nvSpPr>
          <p:spPr>
            <a:xfrm>
              <a:off x="2454732" y="2336732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247;p15">
              <a:extLst>
                <a:ext uri="{FF2B5EF4-FFF2-40B4-BE49-F238E27FC236}">
                  <a16:creationId xmlns:a16="http://schemas.microsoft.com/office/drawing/2014/main" id="{192D56B9-7ED2-0835-4482-0B177AC0BF78}"/>
                </a:ext>
              </a:extLst>
            </p:cNvPr>
            <p:cNvSpPr/>
            <p:nvPr/>
          </p:nvSpPr>
          <p:spPr>
            <a:xfrm>
              <a:off x="2454732" y="2399232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248;p15">
              <a:extLst>
                <a:ext uri="{FF2B5EF4-FFF2-40B4-BE49-F238E27FC236}">
                  <a16:creationId xmlns:a16="http://schemas.microsoft.com/office/drawing/2014/main" id="{C1CBA886-7435-10B0-0355-D6EF889CD16F}"/>
                </a:ext>
              </a:extLst>
            </p:cNvPr>
            <p:cNvSpPr/>
            <p:nvPr/>
          </p:nvSpPr>
          <p:spPr>
            <a:xfrm>
              <a:off x="2454732" y="2461672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249;p15">
              <a:extLst>
                <a:ext uri="{FF2B5EF4-FFF2-40B4-BE49-F238E27FC236}">
                  <a16:creationId xmlns:a16="http://schemas.microsoft.com/office/drawing/2014/main" id="{986F751D-C10E-C546-AA67-323E28ACD581}"/>
                </a:ext>
              </a:extLst>
            </p:cNvPr>
            <p:cNvSpPr/>
            <p:nvPr/>
          </p:nvSpPr>
          <p:spPr>
            <a:xfrm>
              <a:off x="2454732" y="2524055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250;p15">
              <a:extLst>
                <a:ext uri="{FF2B5EF4-FFF2-40B4-BE49-F238E27FC236}">
                  <a16:creationId xmlns:a16="http://schemas.microsoft.com/office/drawing/2014/main" id="{7577FEA4-D7AA-F01A-3A58-B4A86CC36847}"/>
                </a:ext>
              </a:extLst>
            </p:cNvPr>
            <p:cNvSpPr/>
            <p:nvPr/>
          </p:nvSpPr>
          <p:spPr>
            <a:xfrm>
              <a:off x="2454732" y="2586495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251;p15">
              <a:extLst>
                <a:ext uri="{FF2B5EF4-FFF2-40B4-BE49-F238E27FC236}">
                  <a16:creationId xmlns:a16="http://schemas.microsoft.com/office/drawing/2014/main" id="{063B5DDE-E856-A163-41BC-F20144DD30A6}"/>
                </a:ext>
              </a:extLst>
            </p:cNvPr>
            <p:cNvSpPr/>
            <p:nvPr/>
          </p:nvSpPr>
          <p:spPr>
            <a:xfrm>
              <a:off x="2454732" y="2648877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252;p15">
              <a:extLst>
                <a:ext uri="{FF2B5EF4-FFF2-40B4-BE49-F238E27FC236}">
                  <a16:creationId xmlns:a16="http://schemas.microsoft.com/office/drawing/2014/main" id="{2628C071-52D3-5C98-AEC6-DC3D91F2807A}"/>
                </a:ext>
              </a:extLst>
            </p:cNvPr>
            <p:cNvSpPr/>
            <p:nvPr/>
          </p:nvSpPr>
          <p:spPr>
            <a:xfrm>
              <a:off x="2454732" y="2711377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253;p15">
              <a:extLst>
                <a:ext uri="{FF2B5EF4-FFF2-40B4-BE49-F238E27FC236}">
                  <a16:creationId xmlns:a16="http://schemas.microsoft.com/office/drawing/2014/main" id="{81A33820-2195-FACC-B958-E22BF4271C20}"/>
                </a:ext>
              </a:extLst>
            </p:cNvPr>
            <p:cNvSpPr/>
            <p:nvPr/>
          </p:nvSpPr>
          <p:spPr>
            <a:xfrm>
              <a:off x="2454732" y="2773759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0"/>
                  </a:moveTo>
                  <a:lnTo>
                    <a:pt x="6123" y="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254;p15">
              <a:extLst>
                <a:ext uri="{FF2B5EF4-FFF2-40B4-BE49-F238E27FC236}">
                  <a16:creationId xmlns:a16="http://schemas.microsoft.com/office/drawing/2014/main" id="{0FD917F5-104D-B16F-6098-309AF44BF55B}"/>
                </a:ext>
              </a:extLst>
            </p:cNvPr>
            <p:cNvSpPr/>
            <p:nvPr/>
          </p:nvSpPr>
          <p:spPr>
            <a:xfrm>
              <a:off x="2454732" y="2836258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255;p15">
              <a:extLst>
                <a:ext uri="{FF2B5EF4-FFF2-40B4-BE49-F238E27FC236}">
                  <a16:creationId xmlns:a16="http://schemas.microsoft.com/office/drawing/2014/main" id="{4344E8E2-01BD-49B4-8794-C22C10CD4B4B}"/>
                </a:ext>
              </a:extLst>
            </p:cNvPr>
            <p:cNvSpPr/>
            <p:nvPr/>
          </p:nvSpPr>
          <p:spPr>
            <a:xfrm>
              <a:off x="2454732" y="2898699"/>
              <a:ext cx="358318" cy="59"/>
            </a:xfrm>
            <a:custGeom>
              <a:avLst/>
              <a:gdLst/>
              <a:ahLst/>
              <a:cxnLst/>
              <a:rect l="l" t="t" r="r" b="b"/>
              <a:pathLst>
                <a:path w="6123" h="1" fill="none" extrusionOk="0">
                  <a:moveTo>
                    <a:pt x="1" y="1"/>
                  </a:moveTo>
                  <a:lnTo>
                    <a:pt x="6123" y="1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256;p15">
              <a:extLst>
                <a:ext uri="{FF2B5EF4-FFF2-40B4-BE49-F238E27FC236}">
                  <a16:creationId xmlns:a16="http://schemas.microsoft.com/office/drawing/2014/main" id="{9D1CC604-EE73-81AF-897D-FAAF6BFCCA90}"/>
                </a:ext>
              </a:extLst>
            </p:cNvPr>
            <p:cNvSpPr/>
            <p:nvPr/>
          </p:nvSpPr>
          <p:spPr>
            <a:xfrm>
              <a:off x="2630761" y="2150112"/>
              <a:ext cx="0" cy="747944"/>
            </a:xfrm>
            <a:custGeom>
              <a:avLst/>
              <a:gdLst/>
              <a:ahLst/>
              <a:cxnLst/>
              <a:rect l="l" t="t" r="r" b="b"/>
              <a:pathLst>
                <a:path h="12781" fill="none" extrusionOk="0">
                  <a:moveTo>
                    <a:pt x="0" y="1"/>
                  </a:moveTo>
                  <a:lnTo>
                    <a:pt x="0" y="1278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257;p15">
              <a:extLst>
                <a:ext uri="{FF2B5EF4-FFF2-40B4-BE49-F238E27FC236}">
                  <a16:creationId xmlns:a16="http://schemas.microsoft.com/office/drawing/2014/main" id="{E89B702E-5E12-A9E9-81FD-AA9DA432FB21}"/>
                </a:ext>
              </a:extLst>
            </p:cNvPr>
            <p:cNvSpPr/>
            <p:nvPr/>
          </p:nvSpPr>
          <p:spPr>
            <a:xfrm>
              <a:off x="2699055" y="2150112"/>
              <a:ext cx="59" cy="747944"/>
            </a:xfrm>
            <a:custGeom>
              <a:avLst/>
              <a:gdLst/>
              <a:ahLst/>
              <a:cxnLst/>
              <a:rect l="l" t="t" r="r" b="b"/>
              <a:pathLst>
                <a:path w="1" h="12781" fill="none" extrusionOk="0">
                  <a:moveTo>
                    <a:pt x="0" y="1"/>
                  </a:moveTo>
                  <a:lnTo>
                    <a:pt x="0" y="1278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258;p15">
              <a:extLst>
                <a:ext uri="{FF2B5EF4-FFF2-40B4-BE49-F238E27FC236}">
                  <a16:creationId xmlns:a16="http://schemas.microsoft.com/office/drawing/2014/main" id="{CE24FD09-EA7A-87ED-57E8-D6040D4FC781}"/>
                </a:ext>
              </a:extLst>
            </p:cNvPr>
            <p:cNvSpPr/>
            <p:nvPr/>
          </p:nvSpPr>
          <p:spPr>
            <a:xfrm>
              <a:off x="2767348" y="2150112"/>
              <a:ext cx="59" cy="747944"/>
            </a:xfrm>
            <a:custGeom>
              <a:avLst/>
              <a:gdLst/>
              <a:ahLst/>
              <a:cxnLst/>
              <a:rect l="l" t="t" r="r" b="b"/>
              <a:pathLst>
                <a:path w="1" h="12781" fill="none" extrusionOk="0">
                  <a:moveTo>
                    <a:pt x="1" y="1"/>
                  </a:moveTo>
                  <a:lnTo>
                    <a:pt x="1" y="1278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259;p15">
              <a:extLst>
                <a:ext uri="{FF2B5EF4-FFF2-40B4-BE49-F238E27FC236}">
                  <a16:creationId xmlns:a16="http://schemas.microsoft.com/office/drawing/2014/main" id="{4FD2B417-B92B-6D38-F11B-5B07AC8458C3}"/>
                </a:ext>
              </a:extLst>
            </p:cNvPr>
            <p:cNvSpPr/>
            <p:nvPr/>
          </p:nvSpPr>
          <p:spPr>
            <a:xfrm>
              <a:off x="2499968" y="2150112"/>
              <a:ext cx="59" cy="747944"/>
            </a:xfrm>
            <a:custGeom>
              <a:avLst/>
              <a:gdLst/>
              <a:ahLst/>
              <a:cxnLst/>
              <a:rect l="l" t="t" r="r" b="b"/>
              <a:pathLst>
                <a:path w="1" h="12781" fill="none" extrusionOk="0">
                  <a:moveTo>
                    <a:pt x="0" y="1"/>
                  </a:moveTo>
                  <a:lnTo>
                    <a:pt x="0" y="12780"/>
                  </a:lnTo>
                </a:path>
              </a:pathLst>
            </a:custGeom>
            <a:noFill/>
            <a:ln w="25" cap="flat" cmpd="sng">
              <a:solidFill>
                <a:srgbClr val="61ADDB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260;p15">
              <a:extLst>
                <a:ext uri="{FF2B5EF4-FFF2-40B4-BE49-F238E27FC236}">
                  <a16:creationId xmlns:a16="http://schemas.microsoft.com/office/drawing/2014/main" id="{4BCF908B-CA32-5FFC-5727-0EE5D7FC3B7B}"/>
                </a:ext>
              </a:extLst>
            </p:cNvPr>
            <p:cNvSpPr/>
            <p:nvPr/>
          </p:nvSpPr>
          <p:spPr>
            <a:xfrm>
              <a:off x="2605422" y="2149469"/>
              <a:ext cx="207629" cy="859717"/>
            </a:xfrm>
            <a:custGeom>
              <a:avLst/>
              <a:gdLst/>
              <a:ahLst/>
              <a:cxnLst/>
              <a:rect l="l" t="t" r="r" b="b"/>
              <a:pathLst>
                <a:path w="3548" h="14691" extrusionOk="0">
                  <a:moveTo>
                    <a:pt x="0" y="1"/>
                  </a:moveTo>
                  <a:lnTo>
                    <a:pt x="0" y="14690"/>
                  </a:lnTo>
                  <a:lnTo>
                    <a:pt x="3548" y="14690"/>
                  </a:lnTo>
                  <a:lnTo>
                    <a:pt x="35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261;p15">
              <a:extLst>
                <a:ext uri="{FF2B5EF4-FFF2-40B4-BE49-F238E27FC236}">
                  <a16:creationId xmlns:a16="http://schemas.microsoft.com/office/drawing/2014/main" id="{FE1E9082-46F9-83E6-A888-EF48C784D34F}"/>
                </a:ext>
              </a:extLst>
            </p:cNvPr>
            <p:cNvSpPr/>
            <p:nvPr/>
          </p:nvSpPr>
          <p:spPr>
            <a:xfrm>
              <a:off x="1960820" y="1975723"/>
              <a:ext cx="376342" cy="1033522"/>
            </a:xfrm>
            <a:custGeom>
              <a:avLst/>
              <a:gdLst/>
              <a:ahLst/>
              <a:cxnLst/>
              <a:rect l="l" t="t" r="r" b="b"/>
              <a:pathLst>
                <a:path w="6431" h="17661" extrusionOk="0">
                  <a:moveTo>
                    <a:pt x="1" y="0"/>
                  </a:moveTo>
                  <a:lnTo>
                    <a:pt x="1" y="17660"/>
                  </a:lnTo>
                  <a:lnTo>
                    <a:pt x="6430" y="17660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262;p15">
              <a:extLst>
                <a:ext uri="{FF2B5EF4-FFF2-40B4-BE49-F238E27FC236}">
                  <a16:creationId xmlns:a16="http://schemas.microsoft.com/office/drawing/2014/main" id="{A02DF947-DE85-1CF6-4CF3-2DA677DF5253}"/>
                </a:ext>
              </a:extLst>
            </p:cNvPr>
            <p:cNvSpPr/>
            <p:nvPr/>
          </p:nvSpPr>
          <p:spPr>
            <a:xfrm>
              <a:off x="1998800" y="1815379"/>
              <a:ext cx="300383" cy="165378"/>
            </a:xfrm>
            <a:custGeom>
              <a:avLst/>
              <a:gdLst/>
              <a:ahLst/>
              <a:cxnLst/>
              <a:rect l="l" t="t" r="r" b="b"/>
              <a:pathLst>
                <a:path w="5133" h="2826" extrusionOk="0">
                  <a:moveTo>
                    <a:pt x="0" y="0"/>
                  </a:moveTo>
                  <a:lnTo>
                    <a:pt x="0" y="2825"/>
                  </a:lnTo>
                  <a:lnTo>
                    <a:pt x="5133" y="2825"/>
                  </a:lnTo>
                  <a:lnTo>
                    <a:pt x="51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263;p15">
              <a:extLst>
                <a:ext uri="{FF2B5EF4-FFF2-40B4-BE49-F238E27FC236}">
                  <a16:creationId xmlns:a16="http://schemas.microsoft.com/office/drawing/2014/main" id="{46ADE32B-30AD-676D-8F22-8DC0510BE782}"/>
                </a:ext>
              </a:extLst>
            </p:cNvPr>
            <p:cNvSpPr/>
            <p:nvPr/>
          </p:nvSpPr>
          <p:spPr>
            <a:xfrm>
              <a:off x="2036721" y="1710804"/>
              <a:ext cx="224424" cy="109725"/>
            </a:xfrm>
            <a:custGeom>
              <a:avLst/>
              <a:gdLst/>
              <a:ahLst/>
              <a:cxnLst/>
              <a:rect l="l" t="t" r="r" b="b"/>
              <a:pathLst>
                <a:path w="3835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3835" y="1874"/>
                  </a:lnTo>
                  <a:lnTo>
                    <a:pt x="38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264;p15">
              <a:extLst>
                <a:ext uri="{FF2B5EF4-FFF2-40B4-BE49-F238E27FC236}">
                  <a16:creationId xmlns:a16="http://schemas.microsoft.com/office/drawing/2014/main" id="{CE20629D-4678-EE85-FEC9-A20003A210AE}"/>
                </a:ext>
              </a:extLst>
            </p:cNvPr>
            <p:cNvSpPr/>
            <p:nvPr/>
          </p:nvSpPr>
          <p:spPr>
            <a:xfrm>
              <a:off x="2080553" y="1632972"/>
              <a:ext cx="136761" cy="80992"/>
            </a:xfrm>
            <a:custGeom>
              <a:avLst/>
              <a:gdLst/>
              <a:ahLst/>
              <a:cxnLst/>
              <a:rect l="l" t="t" r="r" b="b"/>
              <a:pathLst>
                <a:path w="2337" h="1384" extrusionOk="0">
                  <a:moveTo>
                    <a:pt x="1" y="1"/>
                  </a:moveTo>
                  <a:lnTo>
                    <a:pt x="1" y="1384"/>
                  </a:lnTo>
                  <a:lnTo>
                    <a:pt x="2337" y="1384"/>
                  </a:lnTo>
                  <a:lnTo>
                    <a:pt x="23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265;p15">
              <a:extLst>
                <a:ext uri="{FF2B5EF4-FFF2-40B4-BE49-F238E27FC236}">
                  <a16:creationId xmlns:a16="http://schemas.microsoft.com/office/drawing/2014/main" id="{DE9616AE-E657-405F-5260-58B8090B390A}"/>
                </a:ext>
              </a:extLst>
            </p:cNvPr>
            <p:cNvSpPr/>
            <p:nvPr/>
          </p:nvSpPr>
          <p:spPr>
            <a:xfrm>
              <a:off x="1991192" y="2009431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266;p15">
              <a:extLst>
                <a:ext uri="{FF2B5EF4-FFF2-40B4-BE49-F238E27FC236}">
                  <a16:creationId xmlns:a16="http://schemas.microsoft.com/office/drawing/2014/main" id="{618B0809-720F-6F90-2C54-76FF3E17F1B1}"/>
                </a:ext>
              </a:extLst>
            </p:cNvPr>
            <p:cNvSpPr/>
            <p:nvPr/>
          </p:nvSpPr>
          <p:spPr>
            <a:xfrm>
              <a:off x="2106829" y="2009431"/>
              <a:ext cx="79353" cy="55711"/>
            </a:xfrm>
            <a:custGeom>
              <a:avLst/>
              <a:gdLst/>
              <a:ahLst/>
              <a:cxnLst/>
              <a:rect l="l" t="t" r="r" b="b"/>
              <a:pathLst>
                <a:path w="1356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267;p15">
              <a:extLst>
                <a:ext uri="{FF2B5EF4-FFF2-40B4-BE49-F238E27FC236}">
                  <a16:creationId xmlns:a16="http://schemas.microsoft.com/office/drawing/2014/main" id="{6DFBC286-5D68-1B92-E440-9DC43E62E9D3}"/>
                </a:ext>
              </a:extLst>
            </p:cNvPr>
            <p:cNvSpPr/>
            <p:nvPr/>
          </p:nvSpPr>
          <p:spPr>
            <a:xfrm>
              <a:off x="2222289" y="2009314"/>
              <a:ext cx="79529" cy="55887"/>
            </a:xfrm>
            <a:custGeom>
              <a:avLst/>
              <a:gdLst/>
              <a:ahLst/>
              <a:cxnLst/>
              <a:rect l="l" t="t" r="r" b="b"/>
              <a:pathLst>
                <a:path w="1359" h="955" extrusionOk="0">
                  <a:moveTo>
                    <a:pt x="3" y="0"/>
                  </a:moveTo>
                  <a:lnTo>
                    <a:pt x="1" y="952"/>
                  </a:lnTo>
                  <a:lnTo>
                    <a:pt x="1357" y="955"/>
                  </a:lnTo>
                  <a:lnTo>
                    <a:pt x="1359" y="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268;p15">
              <a:extLst>
                <a:ext uri="{FF2B5EF4-FFF2-40B4-BE49-F238E27FC236}">
                  <a16:creationId xmlns:a16="http://schemas.microsoft.com/office/drawing/2014/main" id="{30074502-2EF8-B31F-C39C-70C1488E84BD}"/>
                </a:ext>
              </a:extLst>
            </p:cNvPr>
            <p:cNvSpPr/>
            <p:nvPr/>
          </p:nvSpPr>
          <p:spPr>
            <a:xfrm>
              <a:off x="2026656" y="1847389"/>
              <a:ext cx="65191" cy="45821"/>
            </a:xfrm>
            <a:custGeom>
              <a:avLst/>
              <a:gdLst/>
              <a:ahLst/>
              <a:cxnLst/>
              <a:rect l="l" t="t" r="r" b="b"/>
              <a:pathLst>
                <a:path w="1114" h="783" extrusionOk="0">
                  <a:moveTo>
                    <a:pt x="0" y="1"/>
                  </a:moveTo>
                  <a:lnTo>
                    <a:pt x="0" y="782"/>
                  </a:lnTo>
                  <a:lnTo>
                    <a:pt x="1113" y="782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269;p15">
              <a:extLst>
                <a:ext uri="{FF2B5EF4-FFF2-40B4-BE49-F238E27FC236}">
                  <a16:creationId xmlns:a16="http://schemas.microsoft.com/office/drawing/2014/main" id="{E92D88C8-BB2C-FE2A-AB6F-6BD39920762C}"/>
                </a:ext>
              </a:extLst>
            </p:cNvPr>
            <p:cNvSpPr/>
            <p:nvPr/>
          </p:nvSpPr>
          <p:spPr>
            <a:xfrm>
              <a:off x="2121459" y="1847389"/>
              <a:ext cx="65133" cy="45821"/>
            </a:xfrm>
            <a:custGeom>
              <a:avLst/>
              <a:gdLst/>
              <a:ahLst/>
              <a:cxnLst/>
              <a:rect l="l" t="t" r="r" b="b"/>
              <a:pathLst>
                <a:path w="1113" h="783" extrusionOk="0">
                  <a:moveTo>
                    <a:pt x="1" y="1"/>
                  </a:moveTo>
                  <a:lnTo>
                    <a:pt x="1" y="782"/>
                  </a:lnTo>
                  <a:lnTo>
                    <a:pt x="1113" y="782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270;p15">
              <a:extLst>
                <a:ext uri="{FF2B5EF4-FFF2-40B4-BE49-F238E27FC236}">
                  <a16:creationId xmlns:a16="http://schemas.microsoft.com/office/drawing/2014/main" id="{6995A350-E55B-0B62-900E-1A0CA26154D1}"/>
                </a:ext>
              </a:extLst>
            </p:cNvPr>
            <p:cNvSpPr/>
            <p:nvPr/>
          </p:nvSpPr>
          <p:spPr>
            <a:xfrm>
              <a:off x="2216262" y="1847389"/>
              <a:ext cx="65191" cy="45821"/>
            </a:xfrm>
            <a:custGeom>
              <a:avLst/>
              <a:gdLst/>
              <a:ahLst/>
              <a:cxnLst/>
              <a:rect l="l" t="t" r="r" b="b"/>
              <a:pathLst>
                <a:path w="1114" h="783" extrusionOk="0">
                  <a:moveTo>
                    <a:pt x="1" y="1"/>
                  </a:moveTo>
                  <a:lnTo>
                    <a:pt x="1" y="782"/>
                  </a:lnTo>
                  <a:lnTo>
                    <a:pt x="1114" y="782"/>
                  </a:lnTo>
                  <a:lnTo>
                    <a:pt x="1114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271;p15">
              <a:extLst>
                <a:ext uri="{FF2B5EF4-FFF2-40B4-BE49-F238E27FC236}">
                  <a16:creationId xmlns:a16="http://schemas.microsoft.com/office/drawing/2014/main" id="{C4011F3A-A5E8-CB4D-7028-DC7D3710EE43}"/>
                </a:ext>
              </a:extLst>
            </p:cNvPr>
            <p:cNvSpPr/>
            <p:nvPr/>
          </p:nvSpPr>
          <p:spPr>
            <a:xfrm>
              <a:off x="2055623" y="1720167"/>
              <a:ext cx="48689" cy="34176"/>
            </a:xfrm>
            <a:custGeom>
              <a:avLst/>
              <a:gdLst/>
              <a:ahLst/>
              <a:cxnLst/>
              <a:rect l="l" t="t" r="r" b="b"/>
              <a:pathLst>
                <a:path w="832" h="584" extrusionOk="0">
                  <a:moveTo>
                    <a:pt x="0" y="0"/>
                  </a:moveTo>
                  <a:lnTo>
                    <a:pt x="0" y="583"/>
                  </a:lnTo>
                  <a:lnTo>
                    <a:pt x="831" y="583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272;p15">
              <a:extLst>
                <a:ext uri="{FF2B5EF4-FFF2-40B4-BE49-F238E27FC236}">
                  <a16:creationId xmlns:a16="http://schemas.microsoft.com/office/drawing/2014/main" id="{7C5A7400-8167-DB84-1484-04C1D602BCF1}"/>
                </a:ext>
              </a:extLst>
            </p:cNvPr>
            <p:cNvSpPr/>
            <p:nvPr/>
          </p:nvSpPr>
          <p:spPr>
            <a:xfrm>
              <a:off x="2126433" y="1720167"/>
              <a:ext cx="48747" cy="34176"/>
            </a:xfrm>
            <a:custGeom>
              <a:avLst/>
              <a:gdLst/>
              <a:ahLst/>
              <a:cxnLst/>
              <a:rect l="l" t="t" r="r" b="b"/>
              <a:pathLst>
                <a:path w="833" h="584" extrusionOk="0">
                  <a:moveTo>
                    <a:pt x="1" y="0"/>
                  </a:moveTo>
                  <a:lnTo>
                    <a:pt x="1" y="583"/>
                  </a:lnTo>
                  <a:lnTo>
                    <a:pt x="833" y="583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273;p15">
              <a:extLst>
                <a:ext uri="{FF2B5EF4-FFF2-40B4-BE49-F238E27FC236}">
                  <a16:creationId xmlns:a16="http://schemas.microsoft.com/office/drawing/2014/main" id="{D89D453D-2BD5-F3D9-652E-D849454F9580}"/>
                </a:ext>
              </a:extLst>
            </p:cNvPr>
            <p:cNvSpPr/>
            <p:nvPr/>
          </p:nvSpPr>
          <p:spPr>
            <a:xfrm>
              <a:off x="2197360" y="1720167"/>
              <a:ext cx="48747" cy="34176"/>
            </a:xfrm>
            <a:custGeom>
              <a:avLst/>
              <a:gdLst/>
              <a:ahLst/>
              <a:cxnLst/>
              <a:rect l="l" t="t" r="r" b="b"/>
              <a:pathLst>
                <a:path w="833" h="584" extrusionOk="0">
                  <a:moveTo>
                    <a:pt x="0" y="0"/>
                  </a:moveTo>
                  <a:lnTo>
                    <a:pt x="0" y="583"/>
                  </a:lnTo>
                  <a:lnTo>
                    <a:pt x="832" y="583"/>
                  </a:lnTo>
                  <a:lnTo>
                    <a:pt x="832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274;p15">
              <a:extLst>
                <a:ext uri="{FF2B5EF4-FFF2-40B4-BE49-F238E27FC236}">
                  <a16:creationId xmlns:a16="http://schemas.microsoft.com/office/drawing/2014/main" id="{7EE123C9-DD7A-7B97-7AC7-866616ED51B7}"/>
                </a:ext>
              </a:extLst>
            </p:cNvPr>
            <p:cNvSpPr/>
            <p:nvPr/>
          </p:nvSpPr>
          <p:spPr>
            <a:xfrm>
              <a:off x="2055623" y="1769382"/>
              <a:ext cx="48689" cy="34176"/>
            </a:xfrm>
            <a:custGeom>
              <a:avLst/>
              <a:gdLst/>
              <a:ahLst/>
              <a:cxnLst/>
              <a:rect l="l" t="t" r="r" b="b"/>
              <a:pathLst>
                <a:path w="832" h="584" extrusionOk="0">
                  <a:moveTo>
                    <a:pt x="0" y="0"/>
                  </a:moveTo>
                  <a:lnTo>
                    <a:pt x="0" y="584"/>
                  </a:lnTo>
                  <a:lnTo>
                    <a:pt x="831" y="584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275;p15">
              <a:extLst>
                <a:ext uri="{FF2B5EF4-FFF2-40B4-BE49-F238E27FC236}">
                  <a16:creationId xmlns:a16="http://schemas.microsoft.com/office/drawing/2014/main" id="{CE1672FA-3155-C783-8B62-51311DCF0845}"/>
                </a:ext>
              </a:extLst>
            </p:cNvPr>
            <p:cNvSpPr/>
            <p:nvPr/>
          </p:nvSpPr>
          <p:spPr>
            <a:xfrm>
              <a:off x="2126433" y="1769382"/>
              <a:ext cx="48747" cy="34176"/>
            </a:xfrm>
            <a:custGeom>
              <a:avLst/>
              <a:gdLst/>
              <a:ahLst/>
              <a:cxnLst/>
              <a:rect l="l" t="t" r="r" b="b"/>
              <a:pathLst>
                <a:path w="833" h="584" extrusionOk="0">
                  <a:moveTo>
                    <a:pt x="1" y="0"/>
                  </a:moveTo>
                  <a:lnTo>
                    <a:pt x="1" y="584"/>
                  </a:lnTo>
                  <a:lnTo>
                    <a:pt x="833" y="584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276;p15">
              <a:extLst>
                <a:ext uri="{FF2B5EF4-FFF2-40B4-BE49-F238E27FC236}">
                  <a16:creationId xmlns:a16="http://schemas.microsoft.com/office/drawing/2014/main" id="{15F43496-D042-E159-56F3-F90A6479802E}"/>
                </a:ext>
              </a:extLst>
            </p:cNvPr>
            <p:cNvSpPr/>
            <p:nvPr/>
          </p:nvSpPr>
          <p:spPr>
            <a:xfrm>
              <a:off x="2197360" y="1769382"/>
              <a:ext cx="48747" cy="34176"/>
            </a:xfrm>
            <a:custGeom>
              <a:avLst/>
              <a:gdLst/>
              <a:ahLst/>
              <a:cxnLst/>
              <a:rect l="l" t="t" r="r" b="b"/>
              <a:pathLst>
                <a:path w="833" h="584" extrusionOk="0">
                  <a:moveTo>
                    <a:pt x="0" y="0"/>
                  </a:moveTo>
                  <a:lnTo>
                    <a:pt x="0" y="584"/>
                  </a:lnTo>
                  <a:lnTo>
                    <a:pt x="832" y="584"/>
                  </a:lnTo>
                  <a:lnTo>
                    <a:pt x="832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277;p15">
              <a:extLst>
                <a:ext uri="{FF2B5EF4-FFF2-40B4-BE49-F238E27FC236}">
                  <a16:creationId xmlns:a16="http://schemas.microsoft.com/office/drawing/2014/main" id="{870F61FC-0200-60EE-E6CC-7659C54156A3}"/>
                </a:ext>
              </a:extLst>
            </p:cNvPr>
            <p:cNvSpPr/>
            <p:nvPr/>
          </p:nvSpPr>
          <p:spPr>
            <a:xfrm>
              <a:off x="2026656" y="1911410"/>
              <a:ext cx="65191" cy="45763"/>
            </a:xfrm>
            <a:custGeom>
              <a:avLst/>
              <a:gdLst/>
              <a:ahLst/>
              <a:cxnLst/>
              <a:rect l="l" t="t" r="r" b="b"/>
              <a:pathLst>
                <a:path w="1114" h="782" extrusionOk="0">
                  <a:moveTo>
                    <a:pt x="0" y="0"/>
                  </a:moveTo>
                  <a:lnTo>
                    <a:pt x="0" y="781"/>
                  </a:lnTo>
                  <a:lnTo>
                    <a:pt x="1113" y="781"/>
                  </a:lnTo>
                  <a:lnTo>
                    <a:pt x="111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278;p15">
              <a:extLst>
                <a:ext uri="{FF2B5EF4-FFF2-40B4-BE49-F238E27FC236}">
                  <a16:creationId xmlns:a16="http://schemas.microsoft.com/office/drawing/2014/main" id="{53A5E615-2CD1-B261-CA4A-02A041B6D68A}"/>
                </a:ext>
              </a:extLst>
            </p:cNvPr>
            <p:cNvSpPr/>
            <p:nvPr/>
          </p:nvSpPr>
          <p:spPr>
            <a:xfrm>
              <a:off x="2121459" y="1911410"/>
              <a:ext cx="65133" cy="45763"/>
            </a:xfrm>
            <a:custGeom>
              <a:avLst/>
              <a:gdLst/>
              <a:ahLst/>
              <a:cxnLst/>
              <a:rect l="l" t="t" r="r" b="b"/>
              <a:pathLst>
                <a:path w="1113" h="782" extrusionOk="0">
                  <a:moveTo>
                    <a:pt x="1" y="0"/>
                  </a:moveTo>
                  <a:lnTo>
                    <a:pt x="1" y="781"/>
                  </a:lnTo>
                  <a:lnTo>
                    <a:pt x="1113" y="781"/>
                  </a:lnTo>
                  <a:lnTo>
                    <a:pt x="1113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279;p15">
              <a:extLst>
                <a:ext uri="{FF2B5EF4-FFF2-40B4-BE49-F238E27FC236}">
                  <a16:creationId xmlns:a16="http://schemas.microsoft.com/office/drawing/2014/main" id="{5CE8BB49-6A24-9732-A84C-090FF1B6781D}"/>
                </a:ext>
              </a:extLst>
            </p:cNvPr>
            <p:cNvSpPr/>
            <p:nvPr/>
          </p:nvSpPr>
          <p:spPr>
            <a:xfrm>
              <a:off x="2216262" y="1911410"/>
              <a:ext cx="65191" cy="45763"/>
            </a:xfrm>
            <a:custGeom>
              <a:avLst/>
              <a:gdLst/>
              <a:ahLst/>
              <a:cxnLst/>
              <a:rect l="l" t="t" r="r" b="b"/>
              <a:pathLst>
                <a:path w="1114" h="782" extrusionOk="0">
                  <a:moveTo>
                    <a:pt x="1" y="0"/>
                  </a:moveTo>
                  <a:lnTo>
                    <a:pt x="1" y="781"/>
                  </a:lnTo>
                  <a:lnTo>
                    <a:pt x="1114" y="781"/>
                  </a:lnTo>
                  <a:lnTo>
                    <a:pt x="1114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280;p15">
              <a:extLst>
                <a:ext uri="{FF2B5EF4-FFF2-40B4-BE49-F238E27FC236}">
                  <a16:creationId xmlns:a16="http://schemas.microsoft.com/office/drawing/2014/main" id="{89FC75C1-5C12-0F27-F3ED-C3BD61C40F37}"/>
                </a:ext>
              </a:extLst>
            </p:cNvPr>
            <p:cNvSpPr/>
            <p:nvPr/>
          </p:nvSpPr>
          <p:spPr>
            <a:xfrm>
              <a:off x="1991192" y="2103062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281;p15">
              <a:extLst>
                <a:ext uri="{FF2B5EF4-FFF2-40B4-BE49-F238E27FC236}">
                  <a16:creationId xmlns:a16="http://schemas.microsoft.com/office/drawing/2014/main" id="{4186AC15-5B70-8B02-C9DC-B1357748006D}"/>
                </a:ext>
              </a:extLst>
            </p:cNvPr>
            <p:cNvSpPr/>
            <p:nvPr/>
          </p:nvSpPr>
          <p:spPr>
            <a:xfrm>
              <a:off x="2106829" y="2103062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282;p15">
              <a:extLst>
                <a:ext uri="{FF2B5EF4-FFF2-40B4-BE49-F238E27FC236}">
                  <a16:creationId xmlns:a16="http://schemas.microsoft.com/office/drawing/2014/main" id="{43C6DED1-2874-3BE1-40DD-A0956E2D5BEE}"/>
                </a:ext>
              </a:extLst>
            </p:cNvPr>
            <p:cNvSpPr/>
            <p:nvPr/>
          </p:nvSpPr>
          <p:spPr>
            <a:xfrm>
              <a:off x="2222348" y="2103062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283;p15">
              <a:extLst>
                <a:ext uri="{FF2B5EF4-FFF2-40B4-BE49-F238E27FC236}">
                  <a16:creationId xmlns:a16="http://schemas.microsoft.com/office/drawing/2014/main" id="{0C0F6D11-2F8F-7F3B-9F83-32F52EE12793}"/>
                </a:ext>
              </a:extLst>
            </p:cNvPr>
            <p:cNvSpPr/>
            <p:nvPr/>
          </p:nvSpPr>
          <p:spPr>
            <a:xfrm>
              <a:off x="1991192" y="2196694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284;p15">
              <a:extLst>
                <a:ext uri="{FF2B5EF4-FFF2-40B4-BE49-F238E27FC236}">
                  <a16:creationId xmlns:a16="http://schemas.microsoft.com/office/drawing/2014/main" id="{FB08AF0D-7582-3641-AE33-11E963CCC8BD}"/>
                </a:ext>
              </a:extLst>
            </p:cNvPr>
            <p:cNvSpPr/>
            <p:nvPr/>
          </p:nvSpPr>
          <p:spPr>
            <a:xfrm>
              <a:off x="2106829" y="2196694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285;p15">
              <a:extLst>
                <a:ext uri="{FF2B5EF4-FFF2-40B4-BE49-F238E27FC236}">
                  <a16:creationId xmlns:a16="http://schemas.microsoft.com/office/drawing/2014/main" id="{223374EC-057F-D91E-CDF7-E08EE7C46DA2}"/>
                </a:ext>
              </a:extLst>
            </p:cNvPr>
            <p:cNvSpPr/>
            <p:nvPr/>
          </p:nvSpPr>
          <p:spPr>
            <a:xfrm>
              <a:off x="2222348" y="2196694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286;p15">
              <a:extLst>
                <a:ext uri="{FF2B5EF4-FFF2-40B4-BE49-F238E27FC236}">
                  <a16:creationId xmlns:a16="http://schemas.microsoft.com/office/drawing/2014/main" id="{906AD20D-30E4-1566-0F25-01EB2738BE19}"/>
                </a:ext>
              </a:extLst>
            </p:cNvPr>
            <p:cNvSpPr/>
            <p:nvPr/>
          </p:nvSpPr>
          <p:spPr>
            <a:xfrm>
              <a:off x="1991192" y="2290443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287;p15">
              <a:extLst>
                <a:ext uri="{FF2B5EF4-FFF2-40B4-BE49-F238E27FC236}">
                  <a16:creationId xmlns:a16="http://schemas.microsoft.com/office/drawing/2014/main" id="{5CF39E98-35E9-5D8F-3C7B-E041C1ECD371}"/>
                </a:ext>
              </a:extLst>
            </p:cNvPr>
            <p:cNvSpPr/>
            <p:nvPr/>
          </p:nvSpPr>
          <p:spPr>
            <a:xfrm>
              <a:off x="2106829" y="2290443"/>
              <a:ext cx="79353" cy="55711"/>
            </a:xfrm>
            <a:custGeom>
              <a:avLst/>
              <a:gdLst/>
              <a:ahLst/>
              <a:cxnLst/>
              <a:rect l="l" t="t" r="r" b="b"/>
              <a:pathLst>
                <a:path w="1356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288;p15">
              <a:extLst>
                <a:ext uri="{FF2B5EF4-FFF2-40B4-BE49-F238E27FC236}">
                  <a16:creationId xmlns:a16="http://schemas.microsoft.com/office/drawing/2014/main" id="{1EBFE454-7F25-0D79-5BC1-9C5C13C6BAA9}"/>
                </a:ext>
              </a:extLst>
            </p:cNvPr>
            <p:cNvSpPr/>
            <p:nvPr/>
          </p:nvSpPr>
          <p:spPr>
            <a:xfrm>
              <a:off x="2222348" y="2290443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1" y="0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289;p15">
              <a:extLst>
                <a:ext uri="{FF2B5EF4-FFF2-40B4-BE49-F238E27FC236}">
                  <a16:creationId xmlns:a16="http://schemas.microsoft.com/office/drawing/2014/main" id="{5ACAE468-36CA-E8D9-0361-F551F325CB01}"/>
                </a:ext>
              </a:extLst>
            </p:cNvPr>
            <p:cNvSpPr/>
            <p:nvPr/>
          </p:nvSpPr>
          <p:spPr>
            <a:xfrm>
              <a:off x="1991192" y="2384016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290;p15">
              <a:extLst>
                <a:ext uri="{FF2B5EF4-FFF2-40B4-BE49-F238E27FC236}">
                  <a16:creationId xmlns:a16="http://schemas.microsoft.com/office/drawing/2014/main" id="{364F235A-4375-E259-7B1E-E395DE0FFF35}"/>
                </a:ext>
              </a:extLst>
            </p:cNvPr>
            <p:cNvSpPr/>
            <p:nvPr/>
          </p:nvSpPr>
          <p:spPr>
            <a:xfrm>
              <a:off x="2106829" y="2384016"/>
              <a:ext cx="79353" cy="55711"/>
            </a:xfrm>
            <a:custGeom>
              <a:avLst/>
              <a:gdLst/>
              <a:ahLst/>
              <a:cxnLst/>
              <a:rect l="l" t="t" r="r" b="b"/>
              <a:pathLst>
                <a:path w="1356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291;p15">
              <a:extLst>
                <a:ext uri="{FF2B5EF4-FFF2-40B4-BE49-F238E27FC236}">
                  <a16:creationId xmlns:a16="http://schemas.microsoft.com/office/drawing/2014/main" id="{8C148428-04BA-E0C4-89D5-72B472A3626B}"/>
                </a:ext>
              </a:extLst>
            </p:cNvPr>
            <p:cNvSpPr/>
            <p:nvPr/>
          </p:nvSpPr>
          <p:spPr>
            <a:xfrm>
              <a:off x="2222348" y="2384016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1" y="0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292;p15">
              <a:extLst>
                <a:ext uri="{FF2B5EF4-FFF2-40B4-BE49-F238E27FC236}">
                  <a16:creationId xmlns:a16="http://schemas.microsoft.com/office/drawing/2014/main" id="{96B9A6AF-8D32-6BCE-22E3-75044BF4C42C}"/>
                </a:ext>
              </a:extLst>
            </p:cNvPr>
            <p:cNvSpPr/>
            <p:nvPr/>
          </p:nvSpPr>
          <p:spPr>
            <a:xfrm>
              <a:off x="1991192" y="2477648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293;p15">
              <a:extLst>
                <a:ext uri="{FF2B5EF4-FFF2-40B4-BE49-F238E27FC236}">
                  <a16:creationId xmlns:a16="http://schemas.microsoft.com/office/drawing/2014/main" id="{500C88E8-E6AA-5F66-FEE1-B1B7180E0D50}"/>
                </a:ext>
              </a:extLst>
            </p:cNvPr>
            <p:cNvSpPr/>
            <p:nvPr/>
          </p:nvSpPr>
          <p:spPr>
            <a:xfrm>
              <a:off x="2106829" y="2477648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294;p15">
              <a:extLst>
                <a:ext uri="{FF2B5EF4-FFF2-40B4-BE49-F238E27FC236}">
                  <a16:creationId xmlns:a16="http://schemas.microsoft.com/office/drawing/2014/main" id="{AD97A619-4037-64CF-0003-099564B81880}"/>
                </a:ext>
              </a:extLst>
            </p:cNvPr>
            <p:cNvSpPr/>
            <p:nvPr/>
          </p:nvSpPr>
          <p:spPr>
            <a:xfrm>
              <a:off x="2222348" y="2477648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295;p15">
              <a:extLst>
                <a:ext uri="{FF2B5EF4-FFF2-40B4-BE49-F238E27FC236}">
                  <a16:creationId xmlns:a16="http://schemas.microsoft.com/office/drawing/2014/main" id="{FC332ED2-7758-0E2E-8C20-83DA45EE71C0}"/>
                </a:ext>
              </a:extLst>
            </p:cNvPr>
            <p:cNvSpPr/>
            <p:nvPr/>
          </p:nvSpPr>
          <p:spPr>
            <a:xfrm>
              <a:off x="1991192" y="2571280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296;p15">
              <a:extLst>
                <a:ext uri="{FF2B5EF4-FFF2-40B4-BE49-F238E27FC236}">
                  <a16:creationId xmlns:a16="http://schemas.microsoft.com/office/drawing/2014/main" id="{562F1CF4-C1F6-9364-0C1D-022F9BB0DCDD}"/>
                </a:ext>
              </a:extLst>
            </p:cNvPr>
            <p:cNvSpPr/>
            <p:nvPr/>
          </p:nvSpPr>
          <p:spPr>
            <a:xfrm>
              <a:off x="2106829" y="2571280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297;p15">
              <a:extLst>
                <a:ext uri="{FF2B5EF4-FFF2-40B4-BE49-F238E27FC236}">
                  <a16:creationId xmlns:a16="http://schemas.microsoft.com/office/drawing/2014/main" id="{EDF1E445-81A6-8DF5-8DD4-DEBE8F6F392D}"/>
                </a:ext>
              </a:extLst>
            </p:cNvPr>
            <p:cNvSpPr/>
            <p:nvPr/>
          </p:nvSpPr>
          <p:spPr>
            <a:xfrm>
              <a:off x="2222348" y="2571280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298;p15">
              <a:extLst>
                <a:ext uri="{FF2B5EF4-FFF2-40B4-BE49-F238E27FC236}">
                  <a16:creationId xmlns:a16="http://schemas.microsoft.com/office/drawing/2014/main" id="{7F0E93AB-48C3-EBBF-215B-ECF7111D6899}"/>
                </a:ext>
              </a:extLst>
            </p:cNvPr>
            <p:cNvSpPr/>
            <p:nvPr/>
          </p:nvSpPr>
          <p:spPr>
            <a:xfrm>
              <a:off x="1991192" y="2664970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299;p15">
              <a:extLst>
                <a:ext uri="{FF2B5EF4-FFF2-40B4-BE49-F238E27FC236}">
                  <a16:creationId xmlns:a16="http://schemas.microsoft.com/office/drawing/2014/main" id="{BBBD5F8C-EA40-D242-185F-AEE1ADAFA407}"/>
                </a:ext>
              </a:extLst>
            </p:cNvPr>
            <p:cNvSpPr/>
            <p:nvPr/>
          </p:nvSpPr>
          <p:spPr>
            <a:xfrm>
              <a:off x="2106829" y="2664970"/>
              <a:ext cx="79353" cy="55711"/>
            </a:xfrm>
            <a:custGeom>
              <a:avLst/>
              <a:gdLst/>
              <a:ahLst/>
              <a:cxnLst/>
              <a:rect l="l" t="t" r="r" b="b"/>
              <a:pathLst>
                <a:path w="1356" h="952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300;p15">
              <a:extLst>
                <a:ext uri="{FF2B5EF4-FFF2-40B4-BE49-F238E27FC236}">
                  <a16:creationId xmlns:a16="http://schemas.microsoft.com/office/drawing/2014/main" id="{F48E9810-EA25-7FB4-ECDB-585E2EDED8BE}"/>
                </a:ext>
              </a:extLst>
            </p:cNvPr>
            <p:cNvSpPr/>
            <p:nvPr/>
          </p:nvSpPr>
          <p:spPr>
            <a:xfrm>
              <a:off x="2222348" y="2664970"/>
              <a:ext cx="79412" cy="55711"/>
            </a:xfrm>
            <a:custGeom>
              <a:avLst/>
              <a:gdLst/>
              <a:ahLst/>
              <a:cxnLst/>
              <a:rect l="l" t="t" r="r" b="b"/>
              <a:pathLst>
                <a:path w="1357" h="952" extrusionOk="0">
                  <a:moveTo>
                    <a:pt x="1" y="0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301;p15">
              <a:extLst>
                <a:ext uri="{FF2B5EF4-FFF2-40B4-BE49-F238E27FC236}">
                  <a16:creationId xmlns:a16="http://schemas.microsoft.com/office/drawing/2014/main" id="{4E29C6D4-8C9D-24D2-3048-3B7D97DFF7D1}"/>
                </a:ext>
              </a:extLst>
            </p:cNvPr>
            <p:cNvSpPr/>
            <p:nvPr/>
          </p:nvSpPr>
          <p:spPr>
            <a:xfrm>
              <a:off x="1991192" y="2758661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302;p15">
              <a:extLst>
                <a:ext uri="{FF2B5EF4-FFF2-40B4-BE49-F238E27FC236}">
                  <a16:creationId xmlns:a16="http://schemas.microsoft.com/office/drawing/2014/main" id="{9656C911-7DF6-2211-2D78-E3BAE63C6813}"/>
                </a:ext>
              </a:extLst>
            </p:cNvPr>
            <p:cNvSpPr/>
            <p:nvPr/>
          </p:nvSpPr>
          <p:spPr>
            <a:xfrm>
              <a:off x="2106829" y="2758661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0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303;p15">
              <a:extLst>
                <a:ext uri="{FF2B5EF4-FFF2-40B4-BE49-F238E27FC236}">
                  <a16:creationId xmlns:a16="http://schemas.microsoft.com/office/drawing/2014/main" id="{1F9B9DEF-D134-C7FD-6F04-603D8D11B4DE}"/>
                </a:ext>
              </a:extLst>
            </p:cNvPr>
            <p:cNvSpPr/>
            <p:nvPr/>
          </p:nvSpPr>
          <p:spPr>
            <a:xfrm>
              <a:off x="2222348" y="2758661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0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0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304;p15">
              <a:extLst>
                <a:ext uri="{FF2B5EF4-FFF2-40B4-BE49-F238E27FC236}">
                  <a16:creationId xmlns:a16="http://schemas.microsoft.com/office/drawing/2014/main" id="{C3DA2FAD-2D13-0C2E-E027-74E21BF76564}"/>
                </a:ext>
              </a:extLst>
            </p:cNvPr>
            <p:cNvSpPr/>
            <p:nvPr/>
          </p:nvSpPr>
          <p:spPr>
            <a:xfrm>
              <a:off x="1991192" y="2852293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305;p15">
              <a:extLst>
                <a:ext uri="{FF2B5EF4-FFF2-40B4-BE49-F238E27FC236}">
                  <a16:creationId xmlns:a16="http://schemas.microsoft.com/office/drawing/2014/main" id="{37D66641-D792-7DF1-88E4-38B76CB97272}"/>
                </a:ext>
              </a:extLst>
            </p:cNvPr>
            <p:cNvSpPr/>
            <p:nvPr/>
          </p:nvSpPr>
          <p:spPr>
            <a:xfrm>
              <a:off x="2106829" y="2852293"/>
              <a:ext cx="79353" cy="55770"/>
            </a:xfrm>
            <a:custGeom>
              <a:avLst/>
              <a:gdLst/>
              <a:ahLst/>
              <a:cxnLst/>
              <a:rect l="l" t="t" r="r" b="b"/>
              <a:pathLst>
                <a:path w="1356" h="953" extrusionOk="0">
                  <a:moveTo>
                    <a:pt x="0" y="1"/>
                  </a:moveTo>
                  <a:lnTo>
                    <a:pt x="0" y="952"/>
                  </a:lnTo>
                  <a:lnTo>
                    <a:pt x="1356" y="952"/>
                  </a:lnTo>
                  <a:lnTo>
                    <a:pt x="1356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306;p15">
              <a:extLst>
                <a:ext uri="{FF2B5EF4-FFF2-40B4-BE49-F238E27FC236}">
                  <a16:creationId xmlns:a16="http://schemas.microsoft.com/office/drawing/2014/main" id="{26DEC59B-7E3F-1CE1-4A92-FBFE73BDBD8B}"/>
                </a:ext>
              </a:extLst>
            </p:cNvPr>
            <p:cNvSpPr/>
            <p:nvPr/>
          </p:nvSpPr>
          <p:spPr>
            <a:xfrm>
              <a:off x="2222348" y="2852293"/>
              <a:ext cx="79412" cy="55770"/>
            </a:xfrm>
            <a:custGeom>
              <a:avLst/>
              <a:gdLst/>
              <a:ahLst/>
              <a:cxnLst/>
              <a:rect l="l" t="t" r="r" b="b"/>
              <a:pathLst>
                <a:path w="135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357" y="952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rgbClr val="94DE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307;p15">
              <a:extLst>
                <a:ext uri="{FF2B5EF4-FFF2-40B4-BE49-F238E27FC236}">
                  <a16:creationId xmlns:a16="http://schemas.microsoft.com/office/drawing/2014/main" id="{CFAC41C3-EA92-2137-7030-0E8B0631E39A}"/>
                </a:ext>
              </a:extLst>
            </p:cNvPr>
            <p:cNvSpPr/>
            <p:nvPr/>
          </p:nvSpPr>
          <p:spPr>
            <a:xfrm>
              <a:off x="2073062" y="2942530"/>
              <a:ext cx="151859" cy="66771"/>
            </a:xfrm>
            <a:custGeom>
              <a:avLst/>
              <a:gdLst/>
              <a:ahLst/>
              <a:cxnLst/>
              <a:rect l="l" t="t" r="r" b="b"/>
              <a:pathLst>
                <a:path w="2595" h="1141" extrusionOk="0">
                  <a:moveTo>
                    <a:pt x="0" y="1"/>
                  </a:moveTo>
                  <a:lnTo>
                    <a:pt x="0" y="1140"/>
                  </a:lnTo>
                  <a:lnTo>
                    <a:pt x="2595" y="1140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308;p15">
              <a:extLst>
                <a:ext uri="{FF2B5EF4-FFF2-40B4-BE49-F238E27FC236}">
                  <a16:creationId xmlns:a16="http://schemas.microsoft.com/office/drawing/2014/main" id="{B2C9A0F4-38B1-4B3A-9DF2-43466A4ACFD2}"/>
                </a:ext>
              </a:extLst>
            </p:cNvPr>
            <p:cNvSpPr/>
            <p:nvPr/>
          </p:nvSpPr>
          <p:spPr>
            <a:xfrm>
              <a:off x="2154055" y="1632972"/>
              <a:ext cx="183109" cy="1376273"/>
            </a:xfrm>
            <a:custGeom>
              <a:avLst/>
              <a:gdLst/>
              <a:ahLst/>
              <a:cxnLst/>
              <a:rect l="l" t="t" r="r" b="b"/>
              <a:pathLst>
                <a:path w="3129" h="23518" extrusionOk="0">
                  <a:moveTo>
                    <a:pt x="0" y="1"/>
                  </a:moveTo>
                  <a:lnTo>
                    <a:pt x="0" y="11421"/>
                  </a:lnTo>
                  <a:lnTo>
                    <a:pt x="0" y="23517"/>
                  </a:lnTo>
                  <a:lnTo>
                    <a:pt x="3128" y="23517"/>
                  </a:lnTo>
                  <a:lnTo>
                    <a:pt x="3128" y="5857"/>
                  </a:lnTo>
                  <a:lnTo>
                    <a:pt x="2480" y="5857"/>
                  </a:lnTo>
                  <a:lnTo>
                    <a:pt x="2480" y="3117"/>
                  </a:lnTo>
                  <a:lnTo>
                    <a:pt x="1830" y="3117"/>
                  </a:lnTo>
                  <a:lnTo>
                    <a:pt x="1830" y="1331"/>
                  </a:lnTo>
                  <a:lnTo>
                    <a:pt x="1081" y="1331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309;p15">
              <a:extLst>
                <a:ext uri="{FF2B5EF4-FFF2-40B4-BE49-F238E27FC236}">
                  <a16:creationId xmlns:a16="http://schemas.microsoft.com/office/drawing/2014/main" id="{9DD6314C-9103-D03E-328C-A07DC604DDFD}"/>
                </a:ext>
              </a:extLst>
            </p:cNvPr>
            <p:cNvSpPr/>
            <p:nvPr/>
          </p:nvSpPr>
          <p:spPr>
            <a:xfrm>
              <a:off x="1314580" y="2615111"/>
              <a:ext cx="168713" cy="74320"/>
            </a:xfrm>
            <a:custGeom>
              <a:avLst/>
              <a:gdLst/>
              <a:ahLst/>
              <a:cxnLst/>
              <a:rect l="l" t="t" r="r" b="b"/>
              <a:pathLst>
                <a:path w="2883" h="1270" extrusionOk="0">
                  <a:moveTo>
                    <a:pt x="0" y="1"/>
                  </a:moveTo>
                  <a:lnTo>
                    <a:pt x="0" y="1270"/>
                  </a:lnTo>
                  <a:lnTo>
                    <a:pt x="2883" y="1270"/>
                  </a:lnTo>
                  <a:lnTo>
                    <a:pt x="28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310;p15">
              <a:extLst>
                <a:ext uri="{FF2B5EF4-FFF2-40B4-BE49-F238E27FC236}">
                  <a16:creationId xmlns:a16="http://schemas.microsoft.com/office/drawing/2014/main" id="{93114471-8D53-C439-DB86-CE1ABFB24B39}"/>
                </a:ext>
              </a:extLst>
            </p:cNvPr>
            <p:cNvSpPr/>
            <p:nvPr/>
          </p:nvSpPr>
          <p:spPr>
            <a:xfrm>
              <a:off x="1347527" y="2625352"/>
              <a:ext cx="102878" cy="64196"/>
            </a:xfrm>
            <a:custGeom>
              <a:avLst/>
              <a:gdLst/>
              <a:ahLst/>
              <a:cxnLst/>
              <a:rect l="l" t="t" r="r" b="b"/>
              <a:pathLst>
                <a:path w="1758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758" y="1097"/>
                  </a:lnTo>
                  <a:lnTo>
                    <a:pt x="17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311;p15">
              <a:extLst>
                <a:ext uri="{FF2B5EF4-FFF2-40B4-BE49-F238E27FC236}">
                  <a16:creationId xmlns:a16="http://schemas.microsoft.com/office/drawing/2014/main" id="{C0FF8299-1BE7-753E-D911-212A95211501}"/>
                </a:ext>
              </a:extLst>
            </p:cNvPr>
            <p:cNvSpPr/>
            <p:nvPr/>
          </p:nvSpPr>
          <p:spPr>
            <a:xfrm>
              <a:off x="1252139" y="2684399"/>
              <a:ext cx="293653" cy="327419"/>
            </a:xfrm>
            <a:custGeom>
              <a:avLst/>
              <a:gdLst/>
              <a:ahLst/>
              <a:cxnLst/>
              <a:rect l="l" t="t" r="r" b="b"/>
              <a:pathLst>
                <a:path w="5018" h="5595" extrusionOk="0">
                  <a:moveTo>
                    <a:pt x="0" y="1"/>
                  </a:moveTo>
                  <a:lnTo>
                    <a:pt x="0" y="5594"/>
                  </a:lnTo>
                  <a:lnTo>
                    <a:pt x="5018" y="5594"/>
                  </a:lnTo>
                  <a:lnTo>
                    <a:pt x="50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312;p15">
              <a:extLst>
                <a:ext uri="{FF2B5EF4-FFF2-40B4-BE49-F238E27FC236}">
                  <a16:creationId xmlns:a16="http://schemas.microsoft.com/office/drawing/2014/main" id="{B4224B63-1709-04CA-6796-DF7E765FEC4F}"/>
                </a:ext>
              </a:extLst>
            </p:cNvPr>
            <p:cNvSpPr/>
            <p:nvPr/>
          </p:nvSpPr>
          <p:spPr>
            <a:xfrm>
              <a:off x="1261385" y="2691948"/>
              <a:ext cx="275161" cy="228755"/>
            </a:xfrm>
            <a:custGeom>
              <a:avLst/>
              <a:gdLst/>
              <a:ahLst/>
              <a:cxnLst/>
              <a:rect l="l" t="t" r="r" b="b"/>
              <a:pathLst>
                <a:path w="4702" h="3909" extrusionOk="0">
                  <a:moveTo>
                    <a:pt x="1" y="1"/>
                  </a:moveTo>
                  <a:lnTo>
                    <a:pt x="1" y="3908"/>
                  </a:lnTo>
                  <a:lnTo>
                    <a:pt x="4701" y="3908"/>
                  </a:lnTo>
                  <a:lnTo>
                    <a:pt x="4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313;p15">
              <a:extLst>
                <a:ext uri="{FF2B5EF4-FFF2-40B4-BE49-F238E27FC236}">
                  <a16:creationId xmlns:a16="http://schemas.microsoft.com/office/drawing/2014/main" id="{F90A1432-5FC2-C2F2-7F43-D1B9E4FDACAE}"/>
                </a:ext>
              </a:extLst>
            </p:cNvPr>
            <p:cNvSpPr/>
            <p:nvPr/>
          </p:nvSpPr>
          <p:spPr>
            <a:xfrm>
              <a:off x="1274143" y="2709680"/>
              <a:ext cx="249763" cy="26978"/>
            </a:xfrm>
            <a:custGeom>
              <a:avLst/>
              <a:gdLst/>
              <a:ahLst/>
              <a:cxnLst/>
              <a:rect l="l" t="t" r="r" b="b"/>
              <a:pathLst>
                <a:path w="4268" h="461" extrusionOk="0">
                  <a:moveTo>
                    <a:pt x="231" y="0"/>
                  </a:moveTo>
                  <a:cubicBezTo>
                    <a:pt x="104" y="0"/>
                    <a:pt x="1" y="103"/>
                    <a:pt x="1" y="231"/>
                  </a:cubicBezTo>
                  <a:cubicBezTo>
                    <a:pt x="1" y="358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9"/>
                    <a:pt x="4267" y="231"/>
                  </a:cubicBezTo>
                  <a:cubicBezTo>
                    <a:pt x="4267" y="105"/>
                    <a:pt x="4163" y="0"/>
                    <a:pt x="40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314;p15">
              <a:extLst>
                <a:ext uri="{FF2B5EF4-FFF2-40B4-BE49-F238E27FC236}">
                  <a16:creationId xmlns:a16="http://schemas.microsoft.com/office/drawing/2014/main" id="{E2D6AA26-920B-BD71-95F0-5F096A4A842C}"/>
                </a:ext>
              </a:extLst>
            </p:cNvPr>
            <p:cNvSpPr/>
            <p:nvPr/>
          </p:nvSpPr>
          <p:spPr>
            <a:xfrm>
              <a:off x="1274143" y="2749356"/>
              <a:ext cx="249763" cy="27036"/>
            </a:xfrm>
            <a:custGeom>
              <a:avLst/>
              <a:gdLst/>
              <a:ahLst/>
              <a:cxnLst/>
              <a:rect l="l" t="t" r="r" b="b"/>
              <a:pathLst>
                <a:path w="4268" h="462" extrusionOk="0">
                  <a:moveTo>
                    <a:pt x="231" y="1"/>
                  </a:moveTo>
                  <a:cubicBezTo>
                    <a:pt x="104" y="1"/>
                    <a:pt x="1" y="103"/>
                    <a:pt x="1" y="231"/>
                  </a:cubicBezTo>
                  <a:cubicBezTo>
                    <a:pt x="1" y="358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9"/>
                    <a:pt x="4267" y="231"/>
                  </a:cubicBezTo>
                  <a:cubicBezTo>
                    <a:pt x="4267" y="103"/>
                    <a:pt x="4163" y="1"/>
                    <a:pt x="40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315;p15">
              <a:extLst>
                <a:ext uri="{FF2B5EF4-FFF2-40B4-BE49-F238E27FC236}">
                  <a16:creationId xmlns:a16="http://schemas.microsoft.com/office/drawing/2014/main" id="{E1A773BB-DA4B-0327-09B2-54D98DF97273}"/>
                </a:ext>
              </a:extLst>
            </p:cNvPr>
            <p:cNvSpPr/>
            <p:nvPr/>
          </p:nvSpPr>
          <p:spPr>
            <a:xfrm>
              <a:off x="1274143" y="2789033"/>
              <a:ext cx="249763" cy="26978"/>
            </a:xfrm>
            <a:custGeom>
              <a:avLst/>
              <a:gdLst/>
              <a:ahLst/>
              <a:cxnLst/>
              <a:rect l="l" t="t" r="r" b="b"/>
              <a:pathLst>
                <a:path w="4268" h="461" extrusionOk="0">
                  <a:moveTo>
                    <a:pt x="4039" y="0"/>
                  </a:moveTo>
                  <a:cubicBezTo>
                    <a:pt x="4038" y="0"/>
                    <a:pt x="4038" y="0"/>
                    <a:pt x="4037" y="0"/>
                  </a:cubicBezTo>
                  <a:lnTo>
                    <a:pt x="231" y="0"/>
                  </a:lnTo>
                  <a:cubicBezTo>
                    <a:pt x="104" y="0"/>
                    <a:pt x="1" y="103"/>
                    <a:pt x="1" y="230"/>
                  </a:cubicBezTo>
                  <a:cubicBezTo>
                    <a:pt x="1" y="357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8"/>
                    <a:pt x="4267" y="230"/>
                  </a:cubicBezTo>
                  <a:cubicBezTo>
                    <a:pt x="4267" y="103"/>
                    <a:pt x="4164" y="0"/>
                    <a:pt x="40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316;p15">
              <a:extLst>
                <a:ext uri="{FF2B5EF4-FFF2-40B4-BE49-F238E27FC236}">
                  <a16:creationId xmlns:a16="http://schemas.microsoft.com/office/drawing/2014/main" id="{4F483A4C-3DFD-E2A3-134E-CD71D2A2EE74}"/>
                </a:ext>
              </a:extLst>
            </p:cNvPr>
            <p:cNvSpPr/>
            <p:nvPr/>
          </p:nvSpPr>
          <p:spPr>
            <a:xfrm>
              <a:off x="1274143" y="2828709"/>
              <a:ext cx="249763" cy="27036"/>
            </a:xfrm>
            <a:custGeom>
              <a:avLst/>
              <a:gdLst/>
              <a:ahLst/>
              <a:cxnLst/>
              <a:rect l="l" t="t" r="r" b="b"/>
              <a:pathLst>
                <a:path w="4268" h="462" extrusionOk="0">
                  <a:moveTo>
                    <a:pt x="4039" y="1"/>
                  </a:moveTo>
                  <a:cubicBezTo>
                    <a:pt x="4038" y="1"/>
                    <a:pt x="4038" y="1"/>
                    <a:pt x="4037" y="1"/>
                  </a:cubicBezTo>
                  <a:lnTo>
                    <a:pt x="231" y="1"/>
                  </a:lnTo>
                  <a:cubicBezTo>
                    <a:pt x="104" y="1"/>
                    <a:pt x="1" y="103"/>
                    <a:pt x="1" y="231"/>
                  </a:cubicBezTo>
                  <a:cubicBezTo>
                    <a:pt x="1" y="358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9"/>
                    <a:pt x="4267" y="231"/>
                  </a:cubicBezTo>
                  <a:cubicBezTo>
                    <a:pt x="4267" y="104"/>
                    <a:pt x="4164" y="1"/>
                    <a:pt x="40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317;p15">
              <a:extLst>
                <a:ext uri="{FF2B5EF4-FFF2-40B4-BE49-F238E27FC236}">
                  <a16:creationId xmlns:a16="http://schemas.microsoft.com/office/drawing/2014/main" id="{1028DB58-3D99-BD33-E8FA-6D6D4BA8F594}"/>
                </a:ext>
              </a:extLst>
            </p:cNvPr>
            <p:cNvSpPr/>
            <p:nvPr/>
          </p:nvSpPr>
          <p:spPr>
            <a:xfrm>
              <a:off x="1274143" y="2868269"/>
              <a:ext cx="249763" cy="27036"/>
            </a:xfrm>
            <a:custGeom>
              <a:avLst/>
              <a:gdLst/>
              <a:ahLst/>
              <a:cxnLst/>
              <a:rect l="l" t="t" r="r" b="b"/>
              <a:pathLst>
                <a:path w="4268" h="462" extrusionOk="0">
                  <a:moveTo>
                    <a:pt x="231" y="1"/>
                  </a:moveTo>
                  <a:cubicBezTo>
                    <a:pt x="104" y="1"/>
                    <a:pt x="1" y="103"/>
                    <a:pt x="1" y="231"/>
                  </a:cubicBezTo>
                  <a:cubicBezTo>
                    <a:pt x="1" y="358"/>
                    <a:pt x="103" y="461"/>
                    <a:pt x="231" y="461"/>
                  </a:cubicBezTo>
                  <a:lnTo>
                    <a:pt x="4037" y="461"/>
                  </a:lnTo>
                  <a:cubicBezTo>
                    <a:pt x="4163" y="461"/>
                    <a:pt x="4267" y="359"/>
                    <a:pt x="4267" y="231"/>
                  </a:cubicBezTo>
                  <a:cubicBezTo>
                    <a:pt x="4267" y="104"/>
                    <a:pt x="4163" y="1"/>
                    <a:pt x="40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318;p15">
              <a:extLst>
                <a:ext uri="{FF2B5EF4-FFF2-40B4-BE49-F238E27FC236}">
                  <a16:creationId xmlns:a16="http://schemas.microsoft.com/office/drawing/2014/main" id="{19CA7058-0F9C-4976-49DD-B8B8F140F980}"/>
                </a:ext>
              </a:extLst>
            </p:cNvPr>
            <p:cNvSpPr/>
            <p:nvPr/>
          </p:nvSpPr>
          <p:spPr>
            <a:xfrm>
              <a:off x="1359641" y="2939195"/>
              <a:ext cx="78534" cy="72565"/>
            </a:xfrm>
            <a:custGeom>
              <a:avLst/>
              <a:gdLst/>
              <a:ahLst/>
              <a:cxnLst/>
              <a:rect l="l" t="t" r="r" b="b"/>
              <a:pathLst>
                <a:path w="1342" h="1240" extrusionOk="0">
                  <a:moveTo>
                    <a:pt x="1" y="0"/>
                  </a:moveTo>
                  <a:lnTo>
                    <a:pt x="1" y="1239"/>
                  </a:lnTo>
                  <a:lnTo>
                    <a:pt x="1341" y="1239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319;p15">
              <a:extLst>
                <a:ext uri="{FF2B5EF4-FFF2-40B4-BE49-F238E27FC236}">
                  <a16:creationId xmlns:a16="http://schemas.microsoft.com/office/drawing/2014/main" id="{7FBEDB20-790D-C736-F264-AB321E0D9371}"/>
                </a:ext>
              </a:extLst>
            </p:cNvPr>
            <p:cNvSpPr/>
            <p:nvPr/>
          </p:nvSpPr>
          <p:spPr>
            <a:xfrm>
              <a:off x="1398849" y="2615170"/>
              <a:ext cx="146944" cy="396590"/>
            </a:xfrm>
            <a:custGeom>
              <a:avLst/>
              <a:gdLst/>
              <a:ahLst/>
              <a:cxnLst/>
              <a:rect l="l" t="t" r="r" b="b"/>
              <a:pathLst>
                <a:path w="2511" h="6777" extrusionOk="0">
                  <a:moveTo>
                    <a:pt x="1" y="1"/>
                  </a:moveTo>
                  <a:lnTo>
                    <a:pt x="1" y="6776"/>
                  </a:lnTo>
                  <a:lnTo>
                    <a:pt x="2511" y="6776"/>
                  </a:lnTo>
                  <a:lnTo>
                    <a:pt x="2511" y="1184"/>
                  </a:lnTo>
                  <a:lnTo>
                    <a:pt x="1444" y="1184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320;p15">
              <a:extLst>
                <a:ext uri="{FF2B5EF4-FFF2-40B4-BE49-F238E27FC236}">
                  <a16:creationId xmlns:a16="http://schemas.microsoft.com/office/drawing/2014/main" id="{B942BB70-4E10-0EDC-682D-2686ACFFFD6A}"/>
                </a:ext>
              </a:extLst>
            </p:cNvPr>
            <p:cNvSpPr/>
            <p:nvPr/>
          </p:nvSpPr>
          <p:spPr>
            <a:xfrm>
              <a:off x="1570197" y="2159593"/>
              <a:ext cx="511348" cy="852168"/>
            </a:xfrm>
            <a:custGeom>
              <a:avLst/>
              <a:gdLst/>
              <a:ahLst/>
              <a:cxnLst/>
              <a:rect l="l" t="t" r="r" b="b"/>
              <a:pathLst>
                <a:path w="8738" h="14562" extrusionOk="0">
                  <a:moveTo>
                    <a:pt x="0" y="0"/>
                  </a:moveTo>
                  <a:lnTo>
                    <a:pt x="0" y="14561"/>
                  </a:lnTo>
                  <a:lnTo>
                    <a:pt x="8737" y="14561"/>
                  </a:lnTo>
                  <a:lnTo>
                    <a:pt x="87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321;p15">
              <a:extLst>
                <a:ext uri="{FF2B5EF4-FFF2-40B4-BE49-F238E27FC236}">
                  <a16:creationId xmlns:a16="http://schemas.microsoft.com/office/drawing/2014/main" id="{DCEB8720-6B85-02D0-5989-B3262F80A806}"/>
                </a:ext>
              </a:extLst>
            </p:cNvPr>
            <p:cNvSpPr/>
            <p:nvPr/>
          </p:nvSpPr>
          <p:spPr>
            <a:xfrm>
              <a:off x="1570197" y="2159593"/>
              <a:ext cx="511348" cy="761111"/>
            </a:xfrm>
            <a:custGeom>
              <a:avLst/>
              <a:gdLst/>
              <a:ahLst/>
              <a:cxnLst/>
              <a:rect l="l" t="t" r="r" b="b"/>
              <a:pathLst>
                <a:path w="8738" h="13006" extrusionOk="0">
                  <a:moveTo>
                    <a:pt x="0" y="0"/>
                  </a:moveTo>
                  <a:lnTo>
                    <a:pt x="0" y="13005"/>
                  </a:lnTo>
                  <a:lnTo>
                    <a:pt x="8737" y="13005"/>
                  </a:lnTo>
                  <a:lnTo>
                    <a:pt x="87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322;p15">
              <a:extLst>
                <a:ext uri="{FF2B5EF4-FFF2-40B4-BE49-F238E27FC236}">
                  <a16:creationId xmlns:a16="http://schemas.microsoft.com/office/drawing/2014/main" id="{70025E51-C49D-159A-C3F0-584068430C69}"/>
                </a:ext>
              </a:extLst>
            </p:cNvPr>
            <p:cNvSpPr/>
            <p:nvPr/>
          </p:nvSpPr>
          <p:spPr>
            <a:xfrm>
              <a:off x="1603144" y="218241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0" y="0"/>
                    <a:pt x="0" y="1"/>
                  </a:cubicBezTo>
                  <a:lnTo>
                    <a:pt x="0" y="610"/>
                  </a:lnTo>
                  <a:cubicBezTo>
                    <a:pt x="0" y="610"/>
                    <a:pt x="0" y="612"/>
                    <a:pt x="2" y="612"/>
                  </a:cubicBezTo>
                  <a:lnTo>
                    <a:pt x="1015" y="612"/>
                  </a:lnTo>
                  <a:cubicBezTo>
                    <a:pt x="1015" y="612"/>
                    <a:pt x="1016" y="612"/>
                    <a:pt x="1016" y="610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323;p15">
              <a:extLst>
                <a:ext uri="{FF2B5EF4-FFF2-40B4-BE49-F238E27FC236}">
                  <a16:creationId xmlns:a16="http://schemas.microsoft.com/office/drawing/2014/main" id="{0848B9FE-EFE8-C954-05C1-FB8B5D93FA51}"/>
                </a:ext>
              </a:extLst>
            </p:cNvPr>
            <p:cNvSpPr/>
            <p:nvPr/>
          </p:nvSpPr>
          <p:spPr>
            <a:xfrm>
              <a:off x="1680918" y="2182415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610"/>
                  </a:lnTo>
                  <a:cubicBezTo>
                    <a:pt x="0" y="610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2"/>
                    <a:pt x="1016" y="610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324;p15">
              <a:extLst>
                <a:ext uri="{FF2B5EF4-FFF2-40B4-BE49-F238E27FC236}">
                  <a16:creationId xmlns:a16="http://schemas.microsoft.com/office/drawing/2014/main" id="{F32FBDAC-7957-C2BA-176C-E2F2607373B8}"/>
                </a:ext>
              </a:extLst>
            </p:cNvPr>
            <p:cNvSpPr/>
            <p:nvPr/>
          </p:nvSpPr>
          <p:spPr>
            <a:xfrm>
              <a:off x="1758750" y="2182415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610"/>
                  </a:lnTo>
                  <a:cubicBezTo>
                    <a:pt x="0" y="610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2"/>
                    <a:pt x="1016" y="610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325;p15">
              <a:extLst>
                <a:ext uri="{FF2B5EF4-FFF2-40B4-BE49-F238E27FC236}">
                  <a16:creationId xmlns:a16="http://schemas.microsoft.com/office/drawing/2014/main" id="{7AD4DEFA-BA14-E331-9CB5-C3E522848CAE}"/>
                </a:ext>
              </a:extLst>
            </p:cNvPr>
            <p:cNvSpPr/>
            <p:nvPr/>
          </p:nvSpPr>
          <p:spPr>
            <a:xfrm>
              <a:off x="1836582" y="218241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610"/>
                  </a:lnTo>
                  <a:cubicBezTo>
                    <a:pt x="0" y="610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2"/>
                    <a:pt x="1016" y="610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326;p15">
              <a:extLst>
                <a:ext uri="{FF2B5EF4-FFF2-40B4-BE49-F238E27FC236}">
                  <a16:creationId xmlns:a16="http://schemas.microsoft.com/office/drawing/2014/main" id="{8F6766B0-5B5B-57CB-95EE-2B2CE2D07938}"/>
                </a:ext>
              </a:extLst>
            </p:cNvPr>
            <p:cNvSpPr/>
            <p:nvPr/>
          </p:nvSpPr>
          <p:spPr>
            <a:xfrm>
              <a:off x="1914414" y="218241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1" y="610"/>
                  </a:lnTo>
                  <a:cubicBezTo>
                    <a:pt x="1" y="610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2"/>
                    <a:pt x="1017" y="610"/>
                  </a:cubicBezTo>
                  <a:lnTo>
                    <a:pt x="1017" y="1"/>
                  </a:lnTo>
                  <a:cubicBezTo>
                    <a:pt x="1017" y="1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327;p15">
              <a:extLst>
                <a:ext uri="{FF2B5EF4-FFF2-40B4-BE49-F238E27FC236}">
                  <a16:creationId xmlns:a16="http://schemas.microsoft.com/office/drawing/2014/main" id="{EBF98E73-CCD2-C063-FF9E-C3178AF32417}"/>
                </a:ext>
              </a:extLst>
            </p:cNvPr>
            <p:cNvSpPr/>
            <p:nvPr/>
          </p:nvSpPr>
          <p:spPr>
            <a:xfrm>
              <a:off x="1992246" y="218241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1" y="610"/>
                  </a:lnTo>
                  <a:cubicBezTo>
                    <a:pt x="1" y="610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2"/>
                    <a:pt x="1017" y="610"/>
                  </a:cubicBezTo>
                  <a:lnTo>
                    <a:pt x="1017" y="1"/>
                  </a:lnTo>
                  <a:cubicBezTo>
                    <a:pt x="1017" y="1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328;p15">
              <a:extLst>
                <a:ext uri="{FF2B5EF4-FFF2-40B4-BE49-F238E27FC236}">
                  <a16:creationId xmlns:a16="http://schemas.microsoft.com/office/drawing/2014/main" id="{013EACEB-87CE-6252-AC06-8117577DCC49}"/>
                </a:ext>
              </a:extLst>
            </p:cNvPr>
            <p:cNvSpPr/>
            <p:nvPr/>
          </p:nvSpPr>
          <p:spPr>
            <a:xfrm>
              <a:off x="1603144" y="270529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2" y="612"/>
                  </a:cubicBezTo>
                  <a:lnTo>
                    <a:pt x="1015" y="612"/>
                  </a:lnTo>
                  <a:cubicBezTo>
                    <a:pt x="1015" y="612"/>
                    <a:pt x="1016" y="612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329;p15">
              <a:extLst>
                <a:ext uri="{FF2B5EF4-FFF2-40B4-BE49-F238E27FC236}">
                  <a16:creationId xmlns:a16="http://schemas.microsoft.com/office/drawing/2014/main" id="{0B56E9C7-DCB5-84F7-103F-35153B616304}"/>
                </a:ext>
              </a:extLst>
            </p:cNvPr>
            <p:cNvSpPr/>
            <p:nvPr/>
          </p:nvSpPr>
          <p:spPr>
            <a:xfrm>
              <a:off x="1680918" y="2705291"/>
              <a:ext cx="59573" cy="35814"/>
            </a:xfrm>
            <a:custGeom>
              <a:avLst/>
              <a:gdLst/>
              <a:ahLst/>
              <a:cxnLst/>
              <a:rect l="l" t="t" r="r" b="b"/>
              <a:pathLst>
                <a:path w="1018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2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330;p15">
              <a:extLst>
                <a:ext uri="{FF2B5EF4-FFF2-40B4-BE49-F238E27FC236}">
                  <a16:creationId xmlns:a16="http://schemas.microsoft.com/office/drawing/2014/main" id="{5DB9C4F9-ED85-4CF7-15D4-064F27EB2CBE}"/>
                </a:ext>
              </a:extLst>
            </p:cNvPr>
            <p:cNvSpPr/>
            <p:nvPr/>
          </p:nvSpPr>
          <p:spPr>
            <a:xfrm>
              <a:off x="1758750" y="2705291"/>
              <a:ext cx="59573" cy="35814"/>
            </a:xfrm>
            <a:custGeom>
              <a:avLst/>
              <a:gdLst/>
              <a:ahLst/>
              <a:cxnLst/>
              <a:rect l="l" t="t" r="r" b="b"/>
              <a:pathLst>
                <a:path w="1018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2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331;p15">
              <a:extLst>
                <a:ext uri="{FF2B5EF4-FFF2-40B4-BE49-F238E27FC236}">
                  <a16:creationId xmlns:a16="http://schemas.microsoft.com/office/drawing/2014/main" id="{95D08DC2-D1F1-53F1-3E61-1034DEF7BBB2}"/>
                </a:ext>
              </a:extLst>
            </p:cNvPr>
            <p:cNvSpPr/>
            <p:nvPr/>
          </p:nvSpPr>
          <p:spPr>
            <a:xfrm>
              <a:off x="1836582" y="270529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2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332;p15">
              <a:extLst>
                <a:ext uri="{FF2B5EF4-FFF2-40B4-BE49-F238E27FC236}">
                  <a16:creationId xmlns:a16="http://schemas.microsoft.com/office/drawing/2014/main" id="{31151419-D821-F192-8B5C-A69DA39DAB5C}"/>
                </a:ext>
              </a:extLst>
            </p:cNvPr>
            <p:cNvSpPr/>
            <p:nvPr/>
          </p:nvSpPr>
          <p:spPr>
            <a:xfrm>
              <a:off x="1914414" y="270529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2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333;p15">
              <a:extLst>
                <a:ext uri="{FF2B5EF4-FFF2-40B4-BE49-F238E27FC236}">
                  <a16:creationId xmlns:a16="http://schemas.microsoft.com/office/drawing/2014/main" id="{720A1681-2A2D-CDAC-369E-BC4BB8A051CD}"/>
                </a:ext>
              </a:extLst>
            </p:cNvPr>
            <p:cNvSpPr/>
            <p:nvPr/>
          </p:nvSpPr>
          <p:spPr>
            <a:xfrm>
              <a:off x="1992246" y="270529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2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334;p15">
              <a:extLst>
                <a:ext uri="{FF2B5EF4-FFF2-40B4-BE49-F238E27FC236}">
                  <a16:creationId xmlns:a16="http://schemas.microsoft.com/office/drawing/2014/main" id="{7468EA32-DABB-5602-A78E-7C92BD632835}"/>
                </a:ext>
              </a:extLst>
            </p:cNvPr>
            <p:cNvSpPr/>
            <p:nvPr/>
          </p:nvSpPr>
          <p:spPr>
            <a:xfrm>
              <a:off x="1603144" y="275848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0" y="0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2" y="612"/>
                  </a:cubicBezTo>
                  <a:lnTo>
                    <a:pt x="1015" y="612"/>
                  </a:lnTo>
                  <a:lnTo>
                    <a:pt x="1016" y="611"/>
                  </a:lnTo>
                  <a:lnTo>
                    <a:pt x="1016" y="2"/>
                  </a:lnTo>
                  <a:cubicBezTo>
                    <a:pt x="1016" y="2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335;p15">
              <a:extLst>
                <a:ext uri="{FF2B5EF4-FFF2-40B4-BE49-F238E27FC236}">
                  <a16:creationId xmlns:a16="http://schemas.microsoft.com/office/drawing/2014/main" id="{29640F05-0D4B-4149-8642-0F229AA90746}"/>
                </a:ext>
              </a:extLst>
            </p:cNvPr>
            <p:cNvSpPr/>
            <p:nvPr/>
          </p:nvSpPr>
          <p:spPr>
            <a:xfrm>
              <a:off x="1680918" y="2758485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0"/>
                  </a:moveTo>
                  <a:cubicBezTo>
                    <a:pt x="1" y="0"/>
                    <a:pt x="0" y="0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336;p15">
              <a:extLst>
                <a:ext uri="{FF2B5EF4-FFF2-40B4-BE49-F238E27FC236}">
                  <a16:creationId xmlns:a16="http://schemas.microsoft.com/office/drawing/2014/main" id="{743431CE-6A8F-BC60-CD24-5ECA255CA96B}"/>
                </a:ext>
              </a:extLst>
            </p:cNvPr>
            <p:cNvSpPr/>
            <p:nvPr/>
          </p:nvSpPr>
          <p:spPr>
            <a:xfrm>
              <a:off x="1758750" y="2758485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0"/>
                  </a:moveTo>
                  <a:cubicBezTo>
                    <a:pt x="1" y="0"/>
                    <a:pt x="0" y="0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337;p15">
              <a:extLst>
                <a:ext uri="{FF2B5EF4-FFF2-40B4-BE49-F238E27FC236}">
                  <a16:creationId xmlns:a16="http://schemas.microsoft.com/office/drawing/2014/main" id="{32F63FFD-0427-8D9C-C2AD-B56B264E0E33}"/>
                </a:ext>
              </a:extLst>
            </p:cNvPr>
            <p:cNvSpPr/>
            <p:nvPr/>
          </p:nvSpPr>
          <p:spPr>
            <a:xfrm>
              <a:off x="1836582" y="275848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1" y="0"/>
                  </a:moveTo>
                  <a:cubicBezTo>
                    <a:pt x="1" y="0"/>
                    <a:pt x="0" y="0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0"/>
                    <a:pt x="1015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338;p15">
              <a:extLst>
                <a:ext uri="{FF2B5EF4-FFF2-40B4-BE49-F238E27FC236}">
                  <a16:creationId xmlns:a16="http://schemas.microsoft.com/office/drawing/2014/main" id="{6F72BED5-0A5E-F530-BA7B-18B377D3FFA4}"/>
                </a:ext>
              </a:extLst>
            </p:cNvPr>
            <p:cNvSpPr/>
            <p:nvPr/>
          </p:nvSpPr>
          <p:spPr>
            <a:xfrm>
              <a:off x="1914414" y="275848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1" y="0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339;p15">
              <a:extLst>
                <a:ext uri="{FF2B5EF4-FFF2-40B4-BE49-F238E27FC236}">
                  <a16:creationId xmlns:a16="http://schemas.microsoft.com/office/drawing/2014/main" id="{29C0ABDC-AF63-6E9A-8337-D208DEA9E4FC}"/>
                </a:ext>
              </a:extLst>
            </p:cNvPr>
            <p:cNvSpPr/>
            <p:nvPr/>
          </p:nvSpPr>
          <p:spPr>
            <a:xfrm>
              <a:off x="1992246" y="2758485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0"/>
                  </a:moveTo>
                  <a:cubicBezTo>
                    <a:pt x="2" y="0"/>
                    <a:pt x="1" y="0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340;p15">
              <a:extLst>
                <a:ext uri="{FF2B5EF4-FFF2-40B4-BE49-F238E27FC236}">
                  <a16:creationId xmlns:a16="http://schemas.microsoft.com/office/drawing/2014/main" id="{6B506F4E-3766-F74F-D711-0B7102C90017}"/>
                </a:ext>
              </a:extLst>
            </p:cNvPr>
            <p:cNvSpPr/>
            <p:nvPr/>
          </p:nvSpPr>
          <p:spPr>
            <a:xfrm>
              <a:off x="1603144" y="281162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2" y="612"/>
                  </a:cubicBezTo>
                  <a:lnTo>
                    <a:pt x="1015" y="612"/>
                  </a:lnTo>
                  <a:lnTo>
                    <a:pt x="1016" y="611"/>
                  </a:ln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341;p15">
              <a:extLst>
                <a:ext uri="{FF2B5EF4-FFF2-40B4-BE49-F238E27FC236}">
                  <a16:creationId xmlns:a16="http://schemas.microsoft.com/office/drawing/2014/main" id="{BC3CC8AB-970D-6FDD-909F-B6CC32054905}"/>
                </a:ext>
              </a:extLst>
            </p:cNvPr>
            <p:cNvSpPr/>
            <p:nvPr/>
          </p:nvSpPr>
          <p:spPr>
            <a:xfrm>
              <a:off x="1680918" y="2811621"/>
              <a:ext cx="59573" cy="35814"/>
            </a:xfrm>
            <a:custGeom>
              <a:avLst/>
              <a:gdLst/>
              <a:ahLst/>
              <a:cxnLst/>
              <a:rect l="l" t="t" r="r" b="b"/>
              <a:pathLst>
                <a:path w="1018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342;p15">
              <a:extLst>
                <a:ext uri="{FF2B5EF4-FFF2-40B4-BE49-F238E27FC236}">
                  <a16:creationId xmlns:a16="http://schemas.microsoft.com/office/drawing/2014/main" id="{95137309-2B83-0460-6E5D-9CD44C15B4B7}"/>
                </a:ext>
              </a:extLst>
            </p:cNvPr>
            <p:cNvSpPr/>
            <p:nvPr/>
          </p:nvSpPr>
          <p:spPr>
            <a:xfrm>
              <a:off x="1758750" y="2811621"/>
              <a:ext cx="59573" cy="35814"/>
            </a:xfrm>
            <a:custGeom>
              <a:avLst/>
              <a:gdLst/>
              <a:ahLst/>
              <a:cxnLst/>
              <a:rect l="l" t="t" r="r" b="b"/>
              <a:pathLst>
                <a:path w="1018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343;p15">
              <a:extLst>
                <a:ext uri="{FF2B5EF4-FFF2-40B4-BE49-F238E27FC236}">
                  <a16:creationId xmlns:a16="http://schemas.microsoft.com/office/drawing/2014/main" id="{27712C6F-01A5-D9AC-CF25-B7528B36694F}"/>
                </a:ext>
              </a:extLst>
            </p:cNvPr>
            <p:cNvSpPr/>
            <p:nvPr/>
          </p:nvSpPr>
          <p:spPr>
            <a:xfrm>
              <a:off x="1836582" y="281162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1"/>
                    <a:pt x="1016" y="611"/>
                  </a:cubicBezTo>
                  <a:lnTo>
                    <a:pt x="1016" y="2"/>
                  </a:lnTo>
                  <a:cubicBezTo>
                    <a:pt x="1016" y="2"/>
                    <a:pt x="1016" y="1"/>
                    <a:pt x="1015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344;p15">
              <a:extLst>
                <a:ext uri="{FF2B5EF4-FFF2-40B4-BE49-F238E27FC236}">
                  <a16:creationId xmlns:a16="http://schemas.microsoft.com/office/drawing/2014/main" id="{0A262D1F-0B50-4982-EFA2-D6E598658D60}"/>
                </a:ext>
              </a:extLst>
            </p:cNvPr>
            <p:cNvSpPr/>
            <p:nvPr/>
          </p:nvSpPr>
          <p:spPr>
            <a:xfrm>
              <a:off x="1914414" y="281162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345;p15">
              <a:extLst>
                <a:ext uri="{FF2B5EF4-FFF2-40B4-BE49-F238E27FC236}">
                  <a16:creationId xmlns:a16="http://schemas.microsoft.com/office/drawing/2014/main" id="{39957754-C232-36EF-3306-0D75AF4A50DA}"/>
                </a:ext>
              </a:extLst>
            </p:cNvPr>
            <p:cNvSpPr/>
            <p:nvPr/>
          </p:nvSpPr>
          <p:spPr>
            <a:xfrm>
              <a:off x="1992246" y="2811621"/>
              <a:ext cx="59515" cy="35814"/>
            </a:xfrm>
            <a:custGeom>
              <a:avLst/>
              <a:gdLst/>
              <a:ahLst/>
              <a:cxnLst/>
              <a:rect l="l" t="t" r="r" b="b"/>
              <a:pathLst>
                <a:path w="1017" h="612" extrusionOk="0">
                  <a:moveTo>
                    <a:pt x="2" y="1"/>
                  </a:moveTo>
                  <a:cubicBezTo>
                    <a:pt x="2" y="1"/>
                    <a:pt x="1" y="1"/>
                    <a:pt x="1" y="2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2"/>
                  </a:lnTo>
                  <a:cubicBezTo>
                    <a:pt x="1017" y="2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346;p15">
              <a:extLst>
                <a:ext uri="{FF2B5EF4-FFF2-40B4-BE49-F238E27FC236}">
                  <a16:creationId xmlns:a16="http://schemas.microsoft.com/office/drawing/2014/main" id="{BA08DCB7-3E13-FD04-A317-72FD06B52215}"/>
                </a:ext>
              </a:extLst>
            </p:cNvPr>
            <p:cNvSpPr/>
            <p:nvPr/>
          </p:nvSpPr>
          <p:spPr>
            <a:xfrm>
              <a:off x="1603144" y="2864757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1"/>
                  </a:moveTo>
                  <a:cubicBezTo>
                    <a:pt x="2" y="1"/>
                    <a:pt x="0" y="1"/>
                    <a:pt x="0" y="3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2" y="612"/>
                  </a:cubicBezTo>
                  <a:lnTo>
                    <a:pt x="1015" y="612"/>
                  </a:lnTo>
                  <a:lnTo>
                    <a:pt x="1016" y="611"/>
                  </a:lnTo>
                  <a:lnTo>
                    <a:pt x="1016" y="3"/>
                  </a:lnTo>
                  <a:cubicBezTo>
                    <a:pt x="1016" y="3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347;p15">
              <a:extLst>
                <a:ext uri="{FF2B5EF4-FFF2-40B4-BE49-F238E27FC236}">
                  <a16:creationId xmlns:a16="http://schemas.microsoft.com/office/drawing/2014/main" id="{C765678E-1850-7E1D-EFD6-D3B40B0948BA}"/>
                </a:ext>
              </a:extLst>
            </p:cNvPr>
            <p:cNvSpPr/>
            <p:nvPr/>
          </p:nvSpPr>
          <p:spPr>
            <a:xfrm>
              <a:off x="1680918" y="2864757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1"/>
                  </a:moveTo>
                  <a:cubicBezTo>
                    <a:pt x="1" y="1"/>
                    <a:pt x="0" y="1"/>
                    <a:pt x="0" y="3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3"/>
                  </a:lnTo>
                  <a:cubicBezTo>
                    <a:pt x="1016" y="3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348;p15">
              <a:extLst>
                <a:ext uri="{FF2B5EF4-FFF2-40B4-BE49-F238E27FC236}">
                  <a16:creationId xmlns:a16="http://schemas.microsoft.com/office/drawing/2014/main" id="{6589CD7C-9608-94A6-A932-065C98C1ADFD}"/>
                </a:ext>
              </a:extLst>
            </p:cNvPr>
            <p:cNvSpPr/>
            <p:nvPr/>
          </p:nvSpPr>
          <p:spPr>
            <a:xfrm>
              <a:off x="1758750" y="2864757"/>
              <a:ext cx="59573" cy="35873"/>
            </a:xfrm>
            <a:custGeom>
              <a:avLst/>
              <a:gdLst/>
              <a:ahLst/>
              <a:cxnLst/>
              <a:rect l="l" t="t" r="r" b="b"/>
              <a:pathLst>
                <a:path w="1018" h="613" extrusionOk="0">
                  <a:moveTo>
                    <a:pt x="1" y="1"/>
                  </a:moveTo>
                  <a:cubicBezTo>
                    <a:pt x="1" y="1"/>
                    <a:pt x="0" y="1"/>
                    <a:pt x="0" y="3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7" y="611"/>
                    <a:pt x="1016" y="611"/>
                  </a:cubicBezTo>
                  <a:lnTo>
                    <a:pt x="1016" y="3"/>
                  </a:lnTo>
                  <a:cubicBezTo>
                    <a:pt x="1016" y="3"/>
                    <a:pt x="1016" y="1"/>
                    <a:pt x="10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349;p15">
              <a:extLst>
                <a:ext uri="{FF2B5EF4-FFF2-40B4-BE49-F238E27FC236}">
                  <a16:creationId xmlns:a16="http://schemas.microsoft.com/office/drawing/2014/main" id="{68174B20-D16E-A499-3BB6-100B1764A3A5}"/>
                </a:ext>
              </a:extLst>
            </p:cNvPr>
            <p:cNvSpPr/>
            <p:nvPr/>
          </p:nvSpPr>
          <p:spPr>
            <a:xfrm>
              <a:off x="1836582" y="2864757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1" y="1"/>
                  </a:moveTo>
                  <a:cubicBezTo>
                    <a:pt x="1" y="1"/>
                    <a:pt x="0" y="1"/>
                    <a:pt x="0" y="3"/>
                  </a:cubicBezTo>
                  <a:lnTo>
                    <a:pt x="0" y="611"/>
                  </a:lnTo>
                  <a:cubicBezTo>
                    <a:pt x="0" y="611"/>
                    <a:pt x="0" y="612"/>
                    <a:pt x="1" y="612"/>
                  </a:cubicBezTo>
                  <a:lnTo>
                    <a:pt x="1015" y="612"/>
                  </a:lnTo>
                  <a:cubicBezTo>
                    <a:pt x="1016" y="612"/>
                    <a:pt x="1016" y="611"/>
                    <a:pt x="1016" y="611"/>
                  </a:cubicBezTo>
                  <a:lnTo>
                    <a:pt x="1016" y="3"/>
                  </a:lnTo>
                  <a:cubicBezTo>
                    <a:pt x="1016" y="3"/>
                    <a:pt x="1016" y="1"/>
                    <a:pt x="1015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350;p15">
              <a:extLst>
                <a:ext uri="{FF2B5EF4-FFF2-40B4-BE49-F238E27FC236}">
                  <a16:creationId xmlns:a16="http://schemas.microsoft.com/office/drawing/2014/main" id="{62A67659-073D-F5CE-3C38-099C19CA9255}"/>
                </a:ext>
              </a:extLst>
            </p:cNvPr>
            <p:cNvSpPr/>
            <p:nvPr/>
          </p:nvSpPr>
          <p:spPr>
            <a:xfrm>
              <a:off x="1914414" y="2864757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1"/>
                  </a:moveTo>
                  <a:cubicBezTo>
                    <a:pt x="2" y="1"/>
                    <a:pt x="1" y="1"/>
                    <a:pt x="1" y="3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3"/>
                  </a:lnTo>
                  <a:cubicBezTo>
                    <a:pt x="1017" y="3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351;p15">
              <a:extLst>
                <a:ext uri="{FF2B5EF4-FFF2-40B4-BE49-F238E27FC236}">
                  <a16:creationId xmlns:a16="http://schemas.microsoft.com/office/drawing/2014/main" id="{63DF1A54-DD30-60B6-21ED-08C5B3986A76}"/>
                </a:ext>
              </a:extLst>
            </p:cNvPr>
            <p:cNvSpPr/>
            <p:nvPr/>
          </p:nvSpPr>
          <p:spPr>
            <a:xfrm>
              <a:off x="1992246" y="2864757"/>
              <a:ext cx="59515" cy="35873"/>
            </a:xfrm>
            <a:custGeom>
              <a:avLst/>
              <a:gdLst/>
              <a:ahLst/>
              <a:cxnLst/>
              <a:rect l="l" t="t" r="r" b="b"/>
              <a:pathLst>
                <a:path w="1017" h="613" extrusionOk="0">
                  <a:moveTo>
                    <a:pt x="2" y="1"/>
                  </a:moveTo>
                  <a:cubicBezTo>
                    <a:pt x="2" y="1"/>
                    <a:pt x="1" y="1"/>
                    <a:pt x="1" y="3"/>
                  </a:cubicBezTo>
                  <a:lnTo>
                    <a:pt x="1" y="611"/>
                  </a:lnTo>
                  <a:cubicBezTo>
                    <a:pt x="1" y="611"/>
                    <a:pt x="1" y="612"/>
                    <a:pt x="2" y="612"/>
                  </a:cubicBezTo>
                  <a:lnTo>
                    <a:pt x="1016" y="612"/>
                  </a:lnTo>
                  <a:cubicBezTo>
                    <a:pt x="1017" y="612"/>
                    <a:pt x="1017" y="611"/>
                    <a:pt x="1017" y="611"/>
                  </a:cubicBezTo>
                  <a:lnTo>
                    <a:pt x="1017" y="3"/>
                  </a:lnTo>
                  <a:cubicBezTo>
                    <a:pt x="1017" y="3"/>
                    <a:pt x="1017" y="1"/>
                    <a:pt x="1016" y="1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352;p15">
              <a:extLst>
                <a:ext uri="{FF2B5EF4-FFF2-40B4-BE49-F238E27FC236}">
                  <a16:creationId xmlns:a16="http://schemas.microsoft.com/office/drawing/2014/main" id="{DA9AC1BD-2BFD-F0C9-4C1C-B2C5CBE7E286}"/>
                </a:ext>
              </a:extLst>
            </p:cNvPr>
            <p:cNvSpPr/>
            <p:nvPr/>
          </p:nvSpPr>
          <p:spPr>
            <a:xfrm>
              <a:off x="1603144" y="2246378"/>
              <a:ext cx="59515" cy="424563"/>
            </a:xfrm>
            <a:custGeom>
              <a:avLst/>
              <a:gdLst/>
              <a:ahLst/>
              <a:cxnLst/>
              <a:rect l="l" t="t" r="r" b="b"/>
              <a:pathLst>
                <a:path w="1017" h="7255" extrusionOk="0">
                  <a:moveTo>
                    <a:pt x="2" y="0"/>
                  </a:moveTo>
                  <a:cubicBezTo>
                    <a:pt x="2" y="0"/>
                    <a:pt x="0" y="0"/>
                    <a:pt x="0" y="1"/>
                  </a:cubicBezTo>
                  <a:lnTo>
                    <a:pt x="0" y="7252"/>
                  </a:lnTo>
                  <a:cubicBezTo>
                    <a:pt x="0" y="7252"/>
                    <a:pt x="0" y="7254"/>
                    <a:pt x="2" y="7254"/>
                  </a:cubicBezTo>
                  <a:lnTo>
                    <a:pt x="1015" y="7254"/>
                  </a:lnTo>
                  <a:cubicBezTo>
                    <a:pt x="1015" y="7254"/>
                    <a:pt x="1016" y="7254"/>
                    <a:pt x="1016" y="7252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353;p15">
              <a:extLst>
                <a:ext uri="{FF2B5EF4-FFF2-40B4-BE49-F238E27FC236}">
                  <a16:creationId xmlns:a16="http://schemas.microsoft.com/office/drawing/2014/main" id="{F9BCE867-6873-6C92-9A83-454FAC5C6B8D}"/>
                </a:ext>
              </a:extLst>
            </p:cNvPr>
            <p:cNvSpPr/>
            <p:nvPr/>
          </p:nvSpPr>
          <p:spPr>
            <a:xfrm>
              <a:off x="1603085" y="228026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354;p15">
              <a:extLst>
                <a:ext uri="{FF2B5EF4-FFF2-40B4-BE49-F238E27FC236}">
                  <a16:creationId xmlns:a16="http://schemas.microsoft.com/office/drawing/2014/main" id="{60EE30F3-2DB4-5036-2694-08E942770C60}"/>
                </a:ext>
              </a:extLst>
            </p:cNvPr>
            <p:cNvSpPr/>
            <p:nvPr/>
          </p:nvSpPr>
          <p:spPr>
            <a:xfrm>
              <a:off x="1603085" y="2324970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355;p15">
              <a:extLst>
                <a:ext uri="{FF2B5EF4-FFF2-40B4-BE49-F238E27FC236}">
                  <a16:creationId xmlns:a16="http://schemas.microsoft.com/office/drawing/2014/main" id="{F8D39B2C-F70A-87DD-E6B0-6140563722F6}"/>
                </a:ext>
              </a:extLst>
            </p:cNvPr>
            <p:cNvSpPr/>
            <p:nvPr/>
          </p:nvSpPr>
          <p:spPr>
            <a:xfrm>
              <a:off x="1603085" y="236962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356;p15">
              <a:extLst>
                <a:ext uri="{FF2B5EF4-FFF2-40B4-BE49-F238E27FC236}">
                  <a16:creationId xmlns:a16="http://schemas.microsoft.com/office/drawing/2014/main" id="{A7849050-3AD0-372B-C1C6-7B6C45DE2267}"/>
                </a:ext>
              </a:extLst>
            </p:cNvPr>
            <p:cNvSpPr/>
            <p:nvPr/>
          </p:nvSpPr>
          <p:spPr>
            <a:xfrm>
              <a:off x="1603085" y="241444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357;p15">
              <a:extLst>
                <a:ext uri="{FF2B5EF4-FFF2-40B4-BE49-F238E27FC236}">
                  <a16:creationId xmlns:a16="http://schemas.microsoft.com/office/drawing/2014/main" id="{D834B6D0-B0D9-1D9E-D7FE-F20D4862BEAF}"/>
                </a:ext>
              </a:extLst>
            </p:cNvPr>
            <p:cNvSpPr/>
            <p:nvPr/>
          </p:nvSpPr>
          <p:spPr>
            <a:xfrm>
              <a:off x="1603085" y="245909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358;p15">
              <a:extLst>
                <a:ext uri="{FF2B5EF4-FFF2-40B4-BE49-F238E27FC236}">
                  <a16:creationId xmlns:a16="http://schemas.microsoft.com/office/drawing/2014/main" id="{9497D5DF-B6B1-FDB0-9454-DE73B52DBB1F}"/>
                </a:ext>
              </a:extLst>
            </p:cNvPr>
            <p:cNvSpPr/>
            <p:nvPr/>
          </p:nvSpPr>
          <p:spPr>
            <a:xfrm>
              <a:off x="1603085" y="2503748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359;p15">
              <a:extLst>
                <a:ext uri="{FF2B5EF4-FFF2-40B4-BE49-F238E27FC236}">
                  <a16:creationId xmlns:a16="http://schemas.microsoft.com/office/drawing/2014/main" id="{BB60888B-9BF1-9A4B-2015-98DDFD060BB5}"/>
                </a:ext>
              </a:extLst>
            </p:cNvPr>
            <p:cNvSpPr/>
            <p:nvPr/>
          </p:nvSpPr>
          <p:spPr>
            <a:xfrm>
              <a:off x="1603085" y="2548574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360;p15">
              <a:extLst>
                <a:ext uri="{FF2B5EF4-FFF2-40B4-BE49-F238E27FC236}">
                  <a16:creationId xmlns:a16="http://schemas.microsoft.com/office/drawing/2014/main" id="{982A134E-135A-800E-A0B0-D657305657F7}"/>
                </a:ext>
              </a:extLst>
            </p:cNvPr>
            <p:cNvSpPr/>
            <p:nvPr/>
          </p:nvSpPr>
          <p:spPr>
            <a:xfrm>
              <a:off x="1603085" y="2593225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361;p15">
              <a:extLst>
                <a:ext uri="{FF2B5EF4-FFF2-40B4-BE49-F238E27FC236}">
                  <a16:creationId xmlns:a16="http://schemas.microsoft.com/office/drawing/2014/main" id="{B1B1D5CF-62B0-1C33-266C-659346080614}"/>
                </a:ext>
              </a:extLst>
            </p:cNvPr>
            <p:cNvSpPr/>
            <p:nvPr/>
          </p:nvSpPr>
          <p:spPr>
            <a:xfrm>
              <a:off x="1603085" y="2637993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362;p15">
              <a:extLst>
                <a:ext uri="{FF2B5EF4-FFF2-40B4-BE49-F238E27FC236}">
                  <a16:creationId xmlns:a16="http://schemas.microsoft.com/office/drawing/2014/main" id="{A1CE7AE8-AAE2-A83F-F6D2-668D0F0BD498}"/>
                </a:ext>
              </a:extLst>
            </p:cNvPr>
            <p:cNvSpPr/>
            <p:nvPr/>
          </p:nvSpPr>
          <p:spPr>
            <a:xfrm>
              <a:off x="1680918" y="2246378"/>
              <a:ext cx="59573" cy="424563"/>
            </a:xfrm>
            <a:custGeom>
              <a:avLst/>
              <a:gdLst/>
              <a:ahLst/>
              <a:cxnLst/>
              <a:rect l="l" t="t" r="r" b="b"/>
              <a:pathLst>
                <a:path w="1018" h="7255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7252"/>
                  </a:lnTo>
                  <a:cubicBezTo>
                    <a:pt x="0" y="7252"/>
                    <a:pt x="0" y="7254"/>
                    <a:pt x="1" y="7254"/>
                  </a:cubicBezTo>
                  <a:lnTo>
                    <a:pt x="1015" y="7254"/>
                  </a:lnTo>
                  <a:cubicBezTo>
                    <a:pt x="1016" y="7254"/>
                    <a:pt x="1017" y="7254"/>
                    <a:pt x="1016" y="7252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363;p15">
              <a:extLst>
                <a:ext uri="{FF2B5EF4-FFF2-40B4-BE49-F238E27FC236}">
                  <a16:creationId xmlns:a16="http://schemas.microsoft.com/office/drawing/2014/main" id="{0855D2C3-DD2E-4031-DB1D-99484215770B}"/>
                </a:ext>
              </a:extLst>
            </p:cNvPr>
            <p:cNvSpPr/>
            <p:nvPr/>
          </p:nvSpPr>
          <p:spPr>
            <a:xfrm>
              <a:off x="1680918" y="228026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364;p15">
              <a:extLst>
                <a:ext uri="{FF2B5EF4-FFF2-40B4-BE49-F238E27FC236}">
                  <a16:creationId xmlns:a16="http://schemas.microsoft.com/office/drawing/2014/main" id="{02DA1F36-1743-0650-8B8C-B94FC024BB6E}"/>
                </a:ext>
              </a:extLst>
            </p:cNvPr>
            <p:cNvSpPr/>
            <p:nvPr/>
          </p:nvSpPr>
          <p:spPr>
            <a:xfrm>
              <a:off x="1680918" y="2324970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365;p15">
              <a:extLst>
                <a:ext uri="{FF2B5EF4-FFF2-40B4-BE49-F238E27FC236}">
                  <a16:creationId xmlns:a16="http://schemas.microsoft.com/office/drawing/2014/main" id="{FD166747-CB95-C733-937E-314BD99CC9B4}"/>
                </a:ext>
              </a:extLst>
            </p:cNvPr>
            <p:cNvSpPr/>
            <p:nvPr/>
          </p:nvSpPr>
          <p:spPr>
            <a:xfrm>
              <a:off x="1680918" y="236962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366;p15">
              <a:extLst>
                <a:ext uri="{FF2B5EF4-FFF2-40B4-BE49-F238E27FC236}">
                  <a16:creationId xmlns:a16="http://schemas.microsoft.com/office/drawing/2014/main" id="{984D2BDE-8DA4-5FE7-E3BF-B29E4A570EE8}"/>
                </a:ext>
              </a:extLst>
            </p:cNvPr>
            <p:cNvSpPr/>
            <p:nvPr/>
          </p:nvSpPr>
          <p:spPr>
            <a:xfrm>
              <a:off x="1680918" y="241444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367;p15">
              <a:extLst>
                <a:ext uri="{FF2B5EF4-FFF2-40B4-BE49-F238E27FC236}">
                  <a16:creationId xmlns:a16="http://schemas.microsoft.com/office/drawing/2014/main" id="{E353C88C-CA14-5782-C037-D7C8ACBC8D79}"/>
                </a:ext>
              </a:extLst>
            </p:cNvPr>
            <p:cNvSpPr/>
            <p:nvPr/>
          </p:nvSpPr>
          <p:spPr>
            <a:xfrm>
              <a:off x="1680918" y="245909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368;p15">
              <a:extLst>
                <a:ext uri="{FF2B5EF4-FFF2-40B4-BE49-F238E27FC236}">
                  <a16:creationId xmlns:a16="http://schemas.microsoft.com/office/drawing/2014/main" id="{90071AE9-670A-8D4F-78AC-3B4687DEAD3C}"/>
                </a:ext>
              </a:extLst>
            </p:cNvPr>
            <p:cNvSpPr/>
            <p:nvPr/>
          </p:nvSpPr>
          <p:spPr>
            <a:xfrm>
              <a:off x="1680918" y="2503748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369;p15">
              <a:extLst>
                <a:ext uri="{FF2B5EF4-FFF2-40B4-BE49-F238E27FC236}">
                  <a16:creationId xmlns:a16="http://schemas.microsoft.com/office/drawing/2014/main" id="{D32DA8E8-BB70-36D8-39DC-A9E70B731AC4}"/>
                </a:ext>
              </a:extLst>
            </p:cNvPr>
            <p:cNvSpPr/>
            <p:nvPr/>
          </p:nvSpPr>
          <p:spPr>
            <a:xfrm>
              <a:off x="1680918" y="2548574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370;p15">
              <a:extLst>
                <a:ext uri="{FF2B5EF4-FFF2-40B4-BE49-F238E27FC236}">
                  <a16:creationId xmlns:a16="http://schemas.microsoft.com/office/drawing/2014/main" id="{F0BAB0FC-95F7-95AF-E016-1FF5023834D4}"/>
                </a:ext>
              </a:extLst>
            </p:cNvPr>
            <p:cNvSpPr/>
            <p:nvPr/>
          </p:nvSpPr>
          <p:spPr>
            <a:xfrm>
              <a:off x="1680918" y="2593225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371;p15">
              <a:extLst>
                <a:ext uri="{FF2B5EF4-FFF2-40B4-BE49-F238E27FC236}">
                  <a16:creationId xmlns:a16="http://schemas.microsoft.com/office/drawing/2014/main" id="{A245ACF3-AB8F-5F21-555B-11198AAB9A35}"/>
                </a:ext>
              </a:extLst>
            </p:cNvPr>
            <p:cNvSpPr/>
            <p:nvPr/>
          </p:nvSpPr>
          <p:spPr>
            <a:xfrm>
              <a:off x="1680918" y="2637993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372;p15">
              <a:extLst>
                <a:ext uri="{FF2B5EF4-FFF2-40B4-BE49-F238E27FC236}">
                  <a16:creationId xmlns:a16="http://schemas.microsoft.com/office/drawing/2014/main" id="{CED58C6F-DEAC-4B64-8934-665EF86ADC3A}"/>
                </a:ext>
              </a:extLst>
            </p:cNvPr>
            <p:cNvSpPr/>
            <p:nvPr/>
          </p:nvSpPr>
          <p:spPr>
            <a:xfrm>
              <a:off x="1758750" y="2246378"/>
              <a:ext cx="59573" cy="424563"/>
            </a:xfrm>
            <a:custGeom>
              <a:avLst/>
              <a:gdLst/>
              <a:ahLst/>
              <a:cxnLst/>
              <a:rect l="l" t="t" r="r" b="b"/>
              <a:pathLst>
                <a:path w="1018" h="7255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7252"/>
                  </a:lnTo>
                  <a:cubicBezTo>
                    <a:pt x="0" y="7252"/>
                    <a:pt x="0" y="7254"/>
                    <a:pt x="1" y="7254"/>
                  </a:cubicBezTo>
                  <a:lnTo>
                    <a:pt x="1015" y="7254"/>
                  </a:lnTo>
                  <a:cubicBezTo>
                    <a:pt x="1016" y="7254"/>
                    <a:pt x="1017" y="7254"/>
                    <a:pt x="1016" y="7252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373;p15">
              <a:extLst>
                <a:ext uri="{FF2B5EF4-FFF2-40B4-BE49-F238E27FC236}">
                  <a16:creationId xmlns:a16="http://schemas.microsoft.com/office/drawing/2014/main" id="{45A44E7E-6835-A9F9-B3D6-DC25A39FD884}"/>
                </a:ext>
              </a:extLst>
            </p:cNvPr>
            <p:cNvSpPr/>
            <p:nvPr/>
          </p:nvSpPr>
          <p:spPr>
            <a:xfrm>
              <a:off x="1758750" y="228026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374;p15">
              <a:extLst>
                <a:ext uri="{FF2B5EF4-FFF2-40B4-BE49-F238E27FC236}">
                  <a16:creationId xmlns:a16="http://schemas.microsoft.com/office/drawing/2014/main" id="{4360DC98-01D2-3FDA-66B0-D7A39D2B2960}"/>
                </a:ext>
              </a:extLst>
            </p:cNvPr>
            <p:cNvSpPr/>
            <p:nvPr/>
          </p:nvSpPr>
          <p:spPr>
            <a:xfrm>
              <a:off x="1758750" y="2324970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375;p15">
              <a:extLst>
                <a:ext uri="{FF2B5EF4-FFF2-40B4-BE49-F238E27FC236}">
                  <a16:creationId xmlns:a16="http://schemas.microsoft.com/office/drawing/2014/main" id="{82A02068-F409-4775-D818-72E693AA7AE1}"/>
                </a:ext>
              </a:extLst>
            </p:cNvPr>
            <p:cNvSpPr/>
            <p:nvPr/>
          </p:nvSpPr>
          <p:spPr>
            <a:xfrm>
              <a:off x="1758750" y="236962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376;p15">
              <a:extLst>
                <a:ext uri="{FF2B5EF4-FFF2-40B4-BE49-F238E27FC236}">
                  <a16:creationId xmlns:a16="http://schemas.microsoft.com/office/drawing/2014/main" id="{3C393ACA-F2A8-7283-C00F-FE281D93425F}"/>
                </a:ext>
              </a:extLst>
            </p:cNvPr>
            <p:cNvSpPr/>
            <p:nvPr/>
          </p:nvSpPr>
          <p:spPr>
            <a:xfrm>
              <a:off x="1758750" y="241444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377;p15">
              <a:extLst>
                <a:ext uri="{FF2B5EF4-FFF2-40B4-BE49-F238E27FC236}">
                  <a16:creationId xmlns:a16="http://schemas.microsoft.com/office/drawing/2014/main" id="{BE9D1971-DC5A-E93E-3361-903AAD8A4BF1}"/>
                </a:ext>
              </a:extLst>
            </p:cNvPr>
            <p:cNvSpPr/>
            <p:nvPr/>
          </p:nvSpPr>
          <p:spPr>
            <a:xfrm>
              <a:off x="1758750" y="245909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solidFill>
              <a:schemeClr val="accent4"/>
            </a:solidFill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378;p15">
              <a:extLst>
                <a:ext uri="{FF2B5EF4-FFF2-40B4-BE49-F238E27FC236}">
                  <a16:creationId xmlns:a16="http://schemas.microsoft.com/office/drawing/2014/main" id="{1F48E1FC-C68F-5E0B-F63A-EB5A7B8BC746}"/>
                </a:ext>
              </a:extLst>
            </p:cNvPr>
            <p:cNvSpPr/>
            <p:nvPr/>
          </p:nvSpPr>
          <p:spPr>
            <a:xfrm>
              <a:off x="1758750" y="2503748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379;p15">
              <a:extLst>
                <a:ext uri="{FF2B5EF4-FFF2-40B4-BE49-F238E27FC236}">
                  <a16:creationId xmlns:a16="http://schemas.microsoft.com/office/drawing/2014/main" id="{2D2D4B26-7403-8B47-0EC5-214900DC368A}"/>
                </a:ext>
              </a:extLst>
            </p:cNvPr>
            <p:cNvSpPr/>
            <p:nvPr/>
          </p:nvSpPr>
          <p:spPr>
            <a:xfrm>
              <a:off x="1758750" y="2548574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380;p15">
              <a:extLst>
                <a:ext uri="{FF2B5EF4-FFF2-40B4-BE49-F238E27FC236}">
                  <a16:creationId xmlns:a16="http://schemas.microsoft.com/office/drawing/2014/main" id="{4EA64F1C-5BCB-2777-A271-EFECDED3A744}"/>
                </a:ext>
              </a:extLst>
            </p:cNvPr>
            <p:cNvSpPr/>
            <p:nvPr/>
          </p:nvSpPr>
          <p:spPr>
            <a:xfrm>
              <a:off x="1758750" y="2593225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381;p15">
              <a:extLst>
                <a:ext uri="{FF2B5EF4-FFF2-40B4-BE49-F238E27FC236}">
                  <a16:creationId xmlns:a16="http://schemas.microsoft.com/office/drawing/2014/main" id="{A34C9F7B-3F4A-A00C-A549-6F9B15770CB7}"/>
                </a:ext>
              </a:extLst>
            </p:cNvPr>
            <p:cNvSpPr/>
            <p:nvPr/>
          </p:nvSpPr>
          <p:spPr>
            <a:xfrm>
              <a:off x="1758750" y="2637993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0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382;p15">
              <a:extLst>
                <a:ext uri="{FF2B5EF4-FFF2-40B4-BE49-F238E27FC236}">
                  <a16:creationId xmlns:a16="http://schemas.microsoft.com/office/drawing/2014/main" id="{54989842-66A3-05AC-1B64-D6C04FD1ED8E}"/>
                </a:ext>
              </a:extLst>
            </p:cNvPr>
            <p:cNvSpPr/>
            <p:nvPr/>
          </p:nvSpPr>
          <p:spPr>
            <a:xfrm>
              <a:off x="1836582" y="2246378"/>
              <a:ext cx="59515" cy="424563"/>
            </a:xfrm>
            <a:custGeom>
              <a:avLst/>
              <a:gdLst/>
              <a:ahLst/>
              <a:cxnLst/>
              <a:rect l="l" t="t" r="r" b="b"/>
              <a:pathLst>
                <a:path w="1017" h="7255" extrusionOk="0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lnTo>
                    <a:pt x="0" y="7252"/>
                  </a:lnTo>
                  <a:cubicBezTo>
                    <a:pt x="0" y="7252"/>
                    <a:pt x="0" y="7254"/>
                    <a:pt x="1" y="7254"/>
                  </a:cubicBezTo>
                  <a:lnTo>
                    <a:pt x="1015" y="7254"/>
                  </a:lnTo>
                  <a:cubicBezTo>
                    <a:pt x="1016" y="7254"/>
                    <a:pt x="1016" y="7254"/>
                    <a:pt x="1016" y="7252"/>
                  </a:cubicBezTo>
                  <a:lnTo>
                    <a:pt x="1016" y="1"/>
                  </a:lnTo>
                  <a:cubicBezTo>
                    <a:pt x="1016" y="1"/>
                    <a:pt x="1016" y="0"/>
                    <a:pt x="1015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383;p15">
              <a:extLst>
                <a:ext uri="{FF2B5EF4-FFF2-40B4-BE49-F238E27FC236}">
                  <a16:creationId xmlns:a16="http://schemas.microsoft.com/office/drawing/2014/main" id="{67866CBC-CD1F-5D38-1192-B416E6550E81}"/>
                </a:ext>
              </a:extLst>
            </p:cNvPr>
            <p:cNvSpPr/>
            <p:nvPr/>
          </p:nvSpPr>
          <p:spPr>
            <a:xfrm>
              <a:off x="1836582" y="2280261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384;p15">
              <a:extLst>
                <a:ext uri="{FF2B5EF4-FFF2-40B4-BE49-F238E27FC236}">
                  <a16:creationId xmlns:a16="http://schemas.microsoft.com/office/drawing/2014/main" id="{4D6D38CF-EB84-7EF7-EB6A-C77C9868E2C5}"/>
                </a:ext>
              </a:extLst>
            </p:cNvPr>
            <p:cNvSpPr/>
            <p:nvPr/>
          </p:nvSpPr>
          <p:spPr>
            <a:xfrm>
              <a:off x="1836582" y="2324970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1"/>
                  </a:moveTo>
                  <a:lnTo>
                    <a:pt x="1016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385;p15">
              <a:extLst>
                <a:ext uri="{FF2B5EF4-FFF2-40B4-BE49-F238E27FC236}">
                  <a16:creationId xmlns:a16="http://schemas.microsoft.com/office/drawing/2014/main" id="{D4AD99E4-1A5C-9EB7-6CE0-FEE6C116A862}"/>
                </a:ext>
              </a:extLst>
            </p:cNvPr>
            <p:cNvSpPr/>
            <p:nvPr/>
          </p:nvSpPr>
          <p:spPr>
            <a:xfrm>
              <a:off x="1836582" y="2369621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1"/>
                  </a:moveTo>
                  <a:lnTo>
                    <a:pt x="1016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386;p15">
              <a:extLst>
                <a:ext uri="{FF2B5EF4-FFF2-40B4-BE49-F238E27FC236}">
                  <a16:creationId xmlns:a16="http://schemas.microsoft.com/office/drawing/2014/main" id="{4C93DA73-A0DB-1305-FDA3-C14F463FBFBB}"/>
                </a:ext>
              </a:extLst>
            </p:cNvPr>
            <p:cNvSpPr/>
            <p:nvPr/>
          </p:nvSpPr>
          <p:spPr>
            <a:xfrm>
              <a:off x="1836582" y="2414447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387;p15">
              <a:extLst>
                <a:ext uri="{FF2B5EF4-FFF2-40B4-BE49-F238E27FC236}">
                  <a16:creationId xmlns:a16="http://schemas.microsoft.com/office/drawing/2014/main" id="{1DC62875-3A03-2DC0-8CE2-BFABCFDF9E59}"/>
                </a:ext>
              </a:extLst>
            </p:cNvPr>
            <p:cNvSpPr/>
            <p:nvPr/>
          </p:nvSpPr>
          <p:spPr>
            <a:xfrm>
              <a:off x="1836582" y="2459097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388;p15">
              <a:extLst>
                <a:ext uri="{FF2B5EF4-FFF2-40B4-BE49-F238E27FC236}">
                  <a16:creationId xmlns:a16="http://schemas.microsoft.com/office/drawing/2014/main" id="{A6B7D6E3-7C6C-AD7D-46E3-8148364392DD}"/>
                </a:ext>
              </a:extLst>
            </p:cNvPr>
            <p:cNvSpPr/>
            <p:nvPr/>
          </p:nvSpPr>
          <p:spPr>
            <a:xfrm>
              <a:off x="1836582" y="2503748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1"/>
                  </a:moveTo>
                  <a:lnTo>
                    <a:pt x="1016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389;p15">
              <a:extLst>
                <a:ext uri="{FF2B5EF4-FFF2-40B4-BE49-F238E27FC236}">
                  <a16:creationId xmlns:a16="http://schemas.microsoft.com/office/drawing/2014/main" id="{07063C56-FB39-4494-0D00-7147A5F0E61B}"/>
                </a:ext>
              </a:extLst>
            </p:cNvPr>
            <p:cNvSpPr/>
            <p:nvPr/>
          </p:nvSpPr>
          <p:spPr>
            <a:xfrm>
              <a:off x="1836582" y="2548574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390;p15">
              <a:extLst>
                <a:ext uri="{FF2B5EF4-FFF2-40B4-BE49-F238E27FC236}">
                  <a16:creationId xmlns:a16="http://schemas.microsoft.com/office/drawing/2014/main" id="{B3B61F8D-4D0E-0B49-F0EA-4048969CC1CC}"/>
                </a:ext>
              </a:extLst>
            </p:cNvPr>
            <p:cNvSpPr/>
            <p:nvPr/>
          </p:nvSpPr>
          <p:spPr>
            <a:xfrm>
              <a:off x="1836582" y="2593225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0"/>
                  </a:moveTo>
                  <a:lnTo>
                    <a:pt x="1016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391;p15">
              <a:extLst>
                <a:ext uri="{FF2B5EF4-FFF2-40B4-BE49-F238E27FC236}">
                  <a16:creationId xmlns:a16="http://schemas.microsoft.com/office/drawing/2014/main" id="{229E9CC3-FA96-9134-B4F4-174991D3C908}"/>
                </a:ext>
              </a:extLst>
            </p:cNvPr>
            <p:cNvSpPr/>
            <p:nvPr/>
          </p:nvSpPr>
          <p:spPr>
            <a:xfrm>
              <a:off x="1836582" y="2637993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0" y="1"/>
                  </a:moveTo>
                  <a:lnTo>
                    <a:pt x="1016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392;p15">
              <a:extLst>
                <a:ext uri="{FF2B5EF4-FFF2-40B4-BE49-F238E27FC236}">
                  <a16:creationId xmlns:a16="http://schemas.microsoft.com/office/drawing/2014/main" id="{3604B1EB-F4C3-F5E5-833F-0B12D2385422}"/>
                </a:ext>
              </a:extLst>
            </p:cNvPr>
            <p:cNvSpPr/>
            <p:nvPr/>
          </p:nvSpPr>
          <p:spPr>
            <a:xfrm>
              <a:off x="1914414" y="2246378"/>
              <a:ext cx="59515" cy="424563"/>
            </a:xfrm>
            <a:custGeom>
              <a:avLst/>
              <a:gdLst/>
              <a:ahLst/>
              <a:cxnLst/>
              <a:rect l="l" t="t" r="r" b="b"/>
              <a:pathLst>
                <a:path w="1017" h="7255" extrusionOk="0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1" y="7252"/>
                  </a:lnTo>
                  <a:cubicBezTo>
                    <a:pt x="1" y="7252"/>
                    <a:pt x="1" y="7254"/>
                    <a:pt x="2" y="7254"/>
                  </a:cubicBezTo>
                  <a:lnTo>
                    <a:pt x="1016" y="7254"/>
                  </a:lnTo>
                  <a:cubicBezTo>
                    <a:pt x="1017" y="7254"/>
                    <a:pt x="1017" y="7254"/>
                    <a:pt x="1017" y="7252"/>
                  </a:cubicBezTo>
                  <a:lnTo>
                    <a:pt x="1017" y="1"/>
                  </a:lnTo>
                  <a:cubicBezTo>
                    <a:pt x="1017" y="1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393;p15">
              <a:extLst>
                <a:ext uri="{FF2B5EF4-FFF2-40B4-BE49-F238E27FC236}">
                  <a16:creationId xmlns:a16="http://schemas.microsoft.com/office/drawing/2014/main" id="{6CD24108-4BD6-44E6-BE57-6B487E953769}"/>
                </a:ext>
              </a:extLst>
            </p:cNvPr>
            <p:cNvSpPr/>
            <p:nvPr/>
          </p:nvSpPr>
          <p:spPr>
            <a:xfrm>
              <a:off x="1914414" y="2280261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394;p15">
              <a:extLst>
                <a:ext uri="{FF2B5EF4-FFF2-40B4-BE49-F238E27FC236}">
                  <a16:creationId xmlns:a16="http://schemas.microsoft.com/office/drawing/2014/main" id="{AD616266-4472-45FD-74CA-2C2686889140}"/>
                </a:ext>
              </a:extLst>
            </p:cNvPr>
            <p:cNvSpPr/>
            <p:nvPr/>
          </p:nvSpPr>
          <p:spPr>
            <a:xfrm>
              <a:off x="1914414" y="2324970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395;p15">
              <a:extLst>
                <a:ext uri="{FF2B5EF4-FFF2-40B4-BE49-F238E27FC236}">
                  <a16:creationId xmlns:a16="http://schemas.microsoft.com/office/drawing/2014/main" id="{A737922B-84F4-D8B2-995A-BED122E39169}"/>
                </a:ext>
              </a:extLst>
            </p:cNvPr>
            <p:cNvSpPr/>
            <p:nvPr/>
          </p:nvSpPr>
          <p:spPr>
            <a:xfrm>
              <a:off x="1914414" y="2369621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396;p15">
              <a:extLst>
                <a:ext uri="{FF2B5EF4-FFF2-40B4-BE49-F238E27FC236}">
                  <a16:creationId xmlns:a16="http://schemas.microsoft.com/office/drawing/2014/main" id="{BD948B06-8D5F-FE46-4A7B-C8269F1BAF88}"/>
                </a:ext>
              </a:extLst>
            </p:cNvPr>
            <p:cNvSpPr/>
            <p:nvPr/>
          </p:nvSpPr>
          <p:spPr>
            <a:xfrm>
              <a:off x="1914414" y="2414447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397;p15">
              <a:extLst>
                <a:ext uri="{FF2B5EF4-FFF2-40B4-BE49-F238E27FC236}">
                  <a16:creationId xmlns:a16="http://schemas.microsoft.com/office/drawing/2014/main" id="{BE140F08-1285-BE8F-3821-EA1EF25C340D}"/>
                </a:ext>
              </a:extLst>
            </p:cNvPr>
            <p:cNvSpPr/>
            <p:nvPr/>
          </p:nvSpPr>
          <p:spPr>
            <a:xfrm>
              <a:off x="1914414" y="2459097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398;p15">
              <a:extLst>
                <a:ext uri="{FF2B5EF4-FFF2-40B4-BE49-F238E27FC236}">
                  <a16:creationId xmlns:a16="http://schemas.microsoft.com/office/drawing/2014/main" id="{A00C29EC-777D-2830-E2D9-0D0D6DB9F0BF}"/>
                </a:ext>
              </a:extLst>
            </p:cNvPr>
            <p:cNvSpPr/>
            <p:nvPr/>
          </p:nvSpPr>
          <p:spPr>
            <a:xfrm>
              <a:off x="1914414" y="2503748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399;p15">
              <a:extLst>
                <a:ext uri="{FF2B5EF4-FFF2-40B4-BE49-F238E27FC236}">
                  <a16:creationId xmlns:a16="http://schemas.microsoft.com/office/drawing/2014/main" id="{FD27A41E-9B1E-C24B-5B38-BCF5B2DCE7FB}"/>
                </a:ext>
              </a:extLst>
            </p:cNvPr>
            <p:cNvSpPr/>
            <p:nvPr/>
          </p:nvSpPr>
          <p:spPr>
            <a:xfrm>
              <a:off x="1914414" y="2548574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400;p15">
              <a:extLst>
                <a:ext uri="{FF2B5EF4-FFF2-40B4-BE49-F238E27FC236}">
                  <a16:creationId xmlns:a16="http://schemas.microsoft.com/office/drawing/2014/main" id="{F7575F05-742F-3064-0AB8-9170EA07E4E9}"/>
                </a:ext>
              </a:extLst>
            </p:cNvPr>
            <p:cNvSpPr/>
            <p:nvPr/>
          </p:nvSpPr>
          <p:spPr>
            <a:xfrm>
              <a:off x="1914414" y="2593225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0"/>
                  </a:moveTo>
                  <a:lnTo>
                    <a:pt x="1017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401;p15">
              <a:extLst>
                <a:ext uri="{FF2B5EF4-FFF2-40B4-BE49-F238E27FC236}">
                  <a16:creationId xmlns:a16="http://schemas.microsoft.com/office/drawing/2014/main" id="{B9542C46-3160-325B-FF72-853019FD0C4B}"/>
                </a:ext>
              </a:extLst>
            </p:cNvPr>
            <p:cNvSpPr/>
            <p:nvPr/>
          </p:nvSpPr>
          <p:spPr>
            <a:xfrm>
              <a:off x="1914414" y="2637993"/>
              <a:ext cx="59515" cy="59"/>
            </a:xfrm>
            <a:custGeom>
              <a:avLst/>
              <a:gdLst/>
              <a:ahLst/>
              <a:cxnLst/>
              <a:rect l="l" t="t" r="r" b="b"/>
              <a:pathLst>
                <a:path w="1017" h="1" fill="none" extrusionOk="0">
                  <a:moveTo>
                    <a:pt x="1" y="1"/>
                  </a:moveTo>
                  <a:lnTo>
                    <a:pt x="1017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402;p15">
              <a:extLst>
                <a:ext uri="{FF2B5EF4-FFF2-40B4-BE49-F238E27FC236}">
                  <a16:creationId xmlns:a16="http://schemas.microsoft.com/office/drawing/2014/main" id="{BFF3BF6C-4770-EB1F-7362-258D40E9EEB7}"/>
                </a:ext>
              </a:extLst>
            </p:cNvPr>
            <p:cNvSpPr/>
            <p:nvPr/>
          </p:nvSpPr>
          <p:spPr>
            <a:xfrm>
              <a:off x="1992246" y="2246378"/>
              <a:ext cx="59515" cy="424563"/>
            </a:xfrm>
            <a:custGeom>
              <a:avLst/>
              <a:gdLst/>
              <a:ahLst/>
              <a:cxnLst/>
              <a:rect l="l" t="t" r="r" b="b"/>
              <a:pathLst>
                <a:path w="1017" h="7255" extrusionOk="0">
                  <a:moveTo>
                    <a:pt x="2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1" y="7252"/>
                  </a:lnTo>
                  <a:cubicBezTo>
                    <a:pt x="1" y="7252"/>
                    <a:pt x="1" y="7254"/>
                    <a:pt x="2" y="7254"/>
                  </a:cubicBezTo>
                  <a:lnTo>
                    <a:pt x="1016" y="7254"/>
                  </a:lnTo>
                  <a:cubicBezTo>
                    <a:pt x="1017" y="7254"/>
                    <a:pt x="1017" y="7254"/>
                    <a:pt x="1017" y="7252"/>
                  </a:cubicBezTo>
                  <a:lnTo>
                    <a:pt x="1017" y="1"/>
                  </a:lnTo>
                  <a:cubicBezTo>
                    <a:pt x="1017" y="1"/>
                    <a:pt x="1017" y="0"/>
                    <a:pt x="1016" y="0"/>
                  </a:cubicBez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403;p15">
              <a:extLst>
                <a:ext uri="{FF2B5EF4-FFF2-40B4-BE49-F238E27FC236}">
                  <a16:creationId xmlns:a16="http://schemas.microsoft.com/office/drawing/2014/main" id="{C2C2A0A4-803D-59DD-8890-5D09F309BB2F}"/>
                </a:ext>
              </a:extLst>
            </p:cNvPr>
            <p:cNvSpPr/>
            <p:nvPr/>
          </p:nvSpPr>
          <p:spPr>
            <a:xfrm>
              <a:off x="1992187" y="228026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404;p15">
              <a:extLst>
                <a:ext uri="{FF2B5EF4-FFF2-40B4-BE49-F238E27FC236}">
                  <a16:creationId xmlns:a16="http://schemas.microsoft.com/office/drawing/2014/main" id="{05EC224C-4BE7-454F-75AE-54D6DD28F219}"/>
                </a:ext>
              </a:extLst>
            </p:cNvPr>
            <p:cNvSpPr/>
            <p:nvPr/>
          </p:nvSpPr>
          <p:spPr>
            <a:xfrm>
              <a:off x="1992187" y="2324970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1"/>
                  </a:moveTo>
                  <a:lnTo>
                    <a:pt x="1018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405;p15">
              <a:extLst>
                <a:ext uri="{FF2B5EF4-FFF2-40B4-BE49-F238E27FC236}">
                  <a16:creationId xmlns:a16="http://schemas.microsoft.com/office/drawing/2014/main" id="{B0A283AE-6509-B7F5-9C6D-602561F32030}"/>
                </a:ext>
              </a:extLst>
            </p:cNvPr>
            <p:cNvSpPr/>
            <p:nvPr/>
          </p:nvSpPr>
          <p:spPr>
            <a:xfrm>
              <a:off x="1992187" y="2369621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1"/>
                  </a:moveTo>
                  <a:lnTo>
                    <a:pt x="1018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406;p15">
              <a:extLst>
                <a:ext uri="{FF2B5EF4-FFF2-40B4-BE49-F238E27FC236}">
                  <a16:creationId xmlns:a16="http://schemas.microsoft.com/office/drawing/2014/main" id="{FF7AACA2-5FD0-371F-BA7A-3F8EB76CDD2C}"/>
                </a:ext>
              </a:extLst>
            </p:cNvPr>
            <p:cNvSpPr/>
            <p:nvPr/>
          </p:nvSpPr>
          <p:spPr>
            <a:xfrm>
              <a:off x="1992187" y="241444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407;p15">
              <a:extLst>
                <a:ext uri="{FF2B5EF4-FFF2-40B4-BE49-F238E27FC236}">
                  <a16:creationId xmlns:a16="http://schemas.microsoft.com/office/drawing/2014/main" id="{04D5C41F-98C5-2103-476F-024A45F002F4}"/>
                </a:ext>
              </a:extLst>
            </p:cNvPr>
            <p:cNvSpPr/>
            <p:nvPr/>
          </p:nvSpPr>
          <p:spPr>
            <a:xfrm>
              <a:off x="1992187" y="2459097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408;p15">
              <a:extLst>
                <a:ext uri="{FF2B5EF4-FFF2-40B4-BE49-F238E27FC236}">
                  <a16:creationId xmlns:a16="http://schemas.microsoft.com/office/drawing/2014/main" id="{547C98DE-30A5-F41B-811C-936CFD075B92}"/>
                </a:ext>
              </a:extLst>
            </p:cNvPr>
            <p:cNvSpPr/>
            <p:nvPr/>
          </p:nvSpPr>
          <p:spPr>
            <a:xfrm>
              <a:off x="1992187" y="2503748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1"/>
                  </a:moveTo>
                  <a:lnTo>
                    <a:pt x="1018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409;p15">
              <a:extLst>
                <a:ext uri="{FF2B5EF4-FFF2-40B4-BE49-F238E27FC236}">
                  <a16:creationId xmlns:a16="http://schemas.microsoft.com/office/drawing/2014/main" id="{88E33FC5-A991-BE40-AA3E-4FD074B4ADC3}"/>
                </a:ext>
              </a:extLst>
            </p:cNvPr>
            <p:cNvSpPr/>
            <p:nvPr/>
          </p:nvSpPr>
          <p:spPr>
            <a:xfrm>
              <a:off x="1992187" y="2548574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410;p15">
              <a:extLst>
                <a:ext uri="{FF2B5EF4-FFF2-40B4-BE49-F238E27FC236}">
                  <a16:creationId xmlns:a16="http://schemas.microsoft.com/office/drawing/2014/main" id="{9CFDB2C1-92DC-6E30-2A4D-FF78F5372B86}"/>
                </a:ext>
              </a:extLst>
            </p:cNvPr>
            <p:cNvSpPr/>
            <p:nvPr/>
          </p:nvSpPr>
          <p:spPr>
            <a:xfrm>
              <a:off x="1992187" y="2593225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0"/>
                  </a:moveTo>
                  <a:lnTo>
                    <a:pt x="1018" y="0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411;p15">
              <a:extLst>
                <a:ext uri="{FF2B5EF4-FFF2-40B4-BE49-F238E27FC236}">
                  <a16:creationId xmlns:a16="http://schemas.microsoft.com/office/drawing/2014/main" id="{C23A3846-4C4D-2CB5-7373-EF322C17674A}"/>
                </a:ext>
              </a:extLst>
            </p:cNvPr>
            <p:cNvSpPr/>
            <p:nvPr/>
          </p:nvSpPr>
          <p:spPr>
            <a:xfrm>
              <a:off x="1992187" y="2637993"/>
              <a:ext cx="59573" cy="59"/>
            </a:xfrm>
            <a:custGeom>
              <a:avLst/>
              <a:gdLst/>
              <a:ahLst/>
              <a:cxnLst/>
              <a:rect l="l" t="t" r="r" b="b"/>
              <a:pathLst>
                <a:path w="1018" h="1" fill="none" extrusionOk="0">
                  <a:moveTo>
                    <a:pt x="1" y="1"/>
                  </a:moveTo>
                  <a:lnTo>
                    <a:pt x="1018" y="1"/>
                  </a:lnTo>
                </a:path>
              </a:pathLst>
            </a:custGeom>
            <a:noFill/>
            <a:ln w="75" cap="rnd" cmpd="sng">
              <a:solidFill>
                <a:srgbClr val="E28A32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412;p15">
              <a:extLst>
                <a:ext uri="{FF2B5EF4-FFF2-40B4-BE49-F238E27FC236}">
                  <a16:creationId xmlns:a16="http://schemas.microsoft.com/office/drawing/2014/main" id="{BCD05B97-626E-636E-A852-0FE5ECD6C32A}"/>
                </a:ext>
              </a:extLst>
            </p:cNvPr>
            <p:cNvSpPr/>
            <p:nvPr/>
          </p:nvSpPr>
          <p:spPr>
            <a:xfrm>
              <a:off x="1772677" y="2955990"/>
              <a:ext cx="106331" cy="55770"/>
            </a:xfrm>
            <a:custGeom>
              <a:avLst/>
              <a:gdLst/>
              <a:ahLst/>
              <a:cxnLst/>
              <a:rect l="l" t="t" r="r" b="b"/>
              <a:pathLst>
                <a:path w="1817" h="953" extrusionOk="0">
                  <a:moveTo>
                    <a:pt x="1" y="1"/>
                  </a:moveTo>
                  <a:lnTo>
                    <a:pt x="1" y="952"/>
                  </a:lnTo>
                  <a:lnTo>
                    <a:pt x="1817" y="952"/>
                  </a:lnTo>
                  <a:lnTo>
                    <a:pt x="18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413;p15">
              <a:extLst>
                <a:ext uri="{FF2B5EF4-FFF2-40B4-BE49-F238E27FC236}">
                  <a16:creationId xmlns:a16="http://schemas.microsoft.com/office/drawing/2014/main" id="{B5F15B04-4E97-0320-5B9D-FF3AE6F82992}"/>
                </a:ext>
              </a:extLst>
            </p:cNvPr>
            <p:cNvSpPr/>
            <p:nvPr/>
          </p:nvSpPr>
          <p:spPr>
            <a:xfrm>
              <a:off x="1570197" y="2686857"/>
              <a:ext cx="511289" cy="59"/>
            </a:xfrm>
            <a:custGeom>
              <a:avLst/>
              <a:gdLst/>
              <a:ahLst/>
              <a:cxnLst/>
              <a:rect l="l" t="t" r="r" b="b"/>
              <a:pathLst>
                <a:path w="8737" h="1" fill="none" extrusionOk="0">
                  <a:moveTo>
                    <a:pt x="0" y="1"/>
                  </a:moveTo>
                  <a:lnTo>
                    <a:pt x="8736" y="1"/>
                  </a:lnTo>
                </a:path>
              </a:pathLst>
            </a:custGeom>
            <a:noFill/>
            <a:ln w="75" cap="flat" cmpd="sng">
              <a:solidFill>
                <a:srgbClr val="FFC876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414;p15">
              <a:extLst>
                <a:ext uri="{FF2B5EF4-FFF2-40B4-BE49-F238E27FC236}">
                  <a16:creationId xmlns:a16="http://schemas.microsoft.com/office/drawing/2014/main" id="{F929E588-D23E-2B02-63BD-2F4AB506BDEE}"/>
                </a:ext>
              </a:extLst>
            </p:cNvPr>
            <p:cNvSpPr/>
            <p:nvPr/>
          </p:nvSpPr>
          <p:spPr>
            <a:xfrm>
              <a:off x="1570197" y="2230402"/>
              <a:ext cx="511289" cy="59"/>
            </a:xfrm>
            <a:custGeom>
              <a:avLst/>
              <a:gdLst/>
              <a:ahLst/>
              <a:cxnLst/>
              <a:rect l="l" t="t" r="r" b="b"/>
              <a:pathLst>
                <a:path w="8737" h="1" fill="none" extrusionOk="0">
                  <a:moveTo>
                    <a:pt x="0" y="1"/>
                  </a:moveTo>
                  <a:lnTo>
                    <a:pt x="8736" y="1"/>
                  </a:lnTo>
                </a:path>
              </a:pathLst>
            </a:custGeom>
            <a:noFill/>
            <a:ln w="75" cap="flat" cmpd="sng">
              <a:solidFill>
                <a:srgbClr val="FFC876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415;p15">
              <a:extLst>
                <a:ext uri="{FF2B5EF4-FFF2-40B4-BE49-F238E27FC236}">
                  <a16:creationId xmlns:a16="http://schemas.microsoft.com/office/drawing/2014/main" id="{098DAB19-4CD4-0690-E170-6003838339E5}"/>
                </a:ext>
              </a:extLst>
            </p:cNvPr>
            <p:cNvSpPr/>
            <p:nvPr/>
          </p:nvSpPr>
          <p:spPr>
            <a:xfrm>
              <a:off x="1825814" y="2158773"/>
              <a:ext cx="255674" cy="852988"/>
            </a:xfrm>
            <a:custGeom>
              <a:avLst/>
              <a:gdLst/>
              <a:ahLst/>
              <a:cxnLst/>
              <a:rect l="l" t="t" r="r" b="b"/>
              <a:pathLst>
                <a:path w="4369" h="14576" extrusionOk="0">
                  <a:moveTo>
                    <a:pt x="0" y="0"/>
                  </a:moveTo>
                  <a:lnTo>
                    <a:pt x="0" y="14575"/>
                  </a:lnTo>
                  <a:lnTo>
                    <a:pt x="4368" y="14575"/>
                  </a:lnTo>
                  <a:lnTo>
                    <a:pt x="43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416;p15">
              <a:extLst>
                <a:ext uri="{FF2B5EF4-FFF2-40B4-BE49-F238E27FC236}">
                  <a16:creationId xmlns:a16="http://schemas.microsoft.com/office/drawing/2014/main" id="{A1F83500-CC21-26D1-6683-48C58B3F2140}"/>
                </a:ext>
              </a:extLst>
            </p:cNvPr>
            <p:cNvSpPr/>
            <p:nvPr/>
          </p:nvSpPr>
          <p:spPr>
            <a:xfrm>
              <a:off x="2205552" y="2369621"/>
              <a:ext cx="324025" cy="642140"/>
            </a:xfrm>
            <a:custGeom>
              <a:avLst/>
              <a:gdLst/>
              <a:ahLst/>
              <a:cxnLst/>
              <a:rect l="l" t="t" r="r" b="b"/>
              <a:pathLst>
                <a:path w="5537" h="10973" extrusionOk="0">
                  <a:moveTo>
                    <a:pt x="0" y="1"/>
                  </a:moveTo>
                  <a:lnTo>
                    <a:pt x="0" y="10972"/>
                  </a:lnTo>
                  <a:lnTo>
                    <a:pt x="5537" y="10972"/>
                  </a:lnTo>
                  <a:lnTo>
                    <a:pt x="55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417;p15">
              <a:extLst>
                <a:ext uri="{FF2B5EF4-FFF2-40B4-BE49-F238E27FC236}">
                  <a16:creationId xmlns:a16="http://schemas.microsoft.com/office/drawing/2014/main" id="{8E2D306D-43BF-4766-0B26-17BDB18B32F2}"/>
                </a:ext>
              </a:extLst>
            </p:cNvPr>
            <p:cNvSpPr/>
            <p:nvPr/>
          </p:nvSpPr>
          <p:spPr>
            <a:xfrm>
              <a:off x="2227439" y="2412691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1"/>
                  </a:lnTo>
                  <a:lnTo>
                    <a:pt x="4845" y="621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418;p15">
              <a:extLst>
                <a:ext uri="{FF2B5EF4-FFF2-40B4-BE49-F238E27FC236}">
                  <a16:creationId xmlns:a16="http://schemas.microsoft.com/office/drawing/2014/main" id="{8FA25279-6BC7-B541-5630-A96F8BD5B687}"/>
                </a:ext>
              </a:extLst>
            </p:cNvPr>
            <p:cNvSpPr/>
            <p:nvPr/>
          </p:nvSpPr>
          <p:spPr>
            <a:xfrm>
              <a:off x="2227439" y="2459917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1"/>
                  </a:moveTo>
                  <a:lnTo>
                    <a:pt x="1" y="621"/>
                  </a:lnTo>
                  <a:lnTo>
                    <a:pt x="4845" y="621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419;p15">
              <a:extLst>
                <a:ext uri="{FF2B5EF4-FFF2-40B4-BE49-F238E27FC236}">
                  <a16:creationId xmlns:a16="http://schemas.microsoft.com/office/drawing/2014/main" id="{5B938039-B1FA-03AB-CFF5-74D779FCBC01}"/>
                </a:ext>
              </a:extLst>
            </p:cNvPr>
            <p:cNvSpPr/>
            <p:nvPr/>
          </p:nvSpPr>
          <p:spPr>
            <a:xfrm>
              <a:off x="2227439" y="2507201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0"/>
                  </a:lnTo>
                  <a:lnTo>
                    <a:pt x="4845" y="62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420;p15">
              <a:extLst>
                <a:ext uri="{FF2B5EF4-FFF2-40B4-BE49-F238E27FC236}">
                  <a16:creationId xmlns:a16="http://schemas.microsoft.com/office/drawing/2014/main" id="{C0C00186-CF06-C135-6FA6-6A06AAB08BE9}"/>
                </a:ext>
              </a:extLst>
            </p:cNvPr>
            <p:cNvSpPr/>
            <p:nvPr/>
          </p:nvSpPr>
          <p:spPr>
            <a:xfrm>
              <a:off x="2227439" y="2554485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0"/>
                  </a:lnTo>
                  <a:lnTo>
                    <a:pt x="4845" y="62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421;p15">
              <a:extLst>
                <a:ext uri="{FF2B5EF4-FFF2-40B4-BE49-F238E27FC236}">
                  <a16:creationId xmlns:a16="http://schemas.microsoft.com/office/drawing/2014/main" id="{013931D6-D39D-0C46-FC87-3A01D468C341}"/>
                </a:ext>
              </a:extLst>
            </p:cNvPr>
            <p:cNvSpPr/>
            <p:nvPr/>
          </p:nvSpPr>
          <p:spPr>
            <a:xfrm>
              <a:off x="2227439" y="2601652"/>
              <a:ext cx="283529" cy="36399"/>
            </a:xfrm>
            <a:custGeom>
              <a:avLst/>
              <a:gdLst/>
              <a:ahLst/>
              <a:cxnLst/>
              <a:rect l="l" t="t" r="r" b="b"/>
              <a:pathLst>
                <a:path w="4845" h="622" extrusionOk="0">
                  <a:moveTo>
                    <a:pt x="1" y="1"/>
                  </a:moveTo>
                  <a:lnTo>
                    <a:pt x="1" y="622"/>
                  </a:lnTo>
                  <a:lnTo>
                    <a:pt x="4845" y="622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422;p15">
              <a:extLst>
                <a:ext uri="{FF2B5EF4-FFF2-40B4-BE49-F238E27FC236}">
                  <a16:creationId xmlns:a16="http://schemas.microsoft.com/office/drawing/2014/main" id="{41593FA3-E5A8-E724-C734-71BDBD4F2CAD}"/>
                </a:ext>
              </a:extLst>
            </p:cNvPr>
            <p:cNvSpPr/>
            <p:nvPr/>
          </p:nvSpPr>
          <p:spPr>
            <a:xfrm>
              <a:off x="2227439" y="2648877"/>
              <a:ext cx="283529" cy="36458"/>
            </a:xfrm>
            <a:custGeom>
              <a:avLst/>
              <a:gdLst/>
              <a:ahLst/>
              <a:cxnLst/>
              <a:rect l="l" t="t" r="r" b="b"/>
              <a:pathLst>
                <a:path w="4845" h="623" extrusionOk="0">
                  <a:moveTo>
                    <a:pt x="1" y="1"/>
                  </a:moveTo>
                  <a:lnTo>
                    <a:pt x="1" y="622"/>
                  </a:lnTo>
                  <a:lnTo>
                    <a:pt x="4845" y="622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423;p15">
              <a:extLst>
                <a:ext uri="{FF2B5EF4-FFF2-40B4-BE49-F238E27FC236}">
                  <a16:creationId xmlns:a16="http://schemas.microsoft.com/office/drawing/2014/main" id="{F24AD69E-3353-F77F-05D4-30570BF370B7}"/>
                </a:ext>
              </a:extLst>
            </p:cNvPr>
            <p:cNvSpPr/>
            <p:nvPr/>
          </p:nvSpPr>
          <p:spPr>
            <a:xfrm>
              <a:off x="2227439" y="2696162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0"/>
                  </a:lnTo>
                  <a:lnTo>
                    <a:pt x="4845" y="62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424;p15">
              <a:extLst>
                <a:ext uri="{FF2B5EF4-FFF2-40B4-BE49-F238E27FC236}">
                  <a16:creationId xmlns:a16="http://schemas.microsoft.com/office/drawing/2014/main" id="{EB495DFC-8789-6B3B-BD41-01336793599E}"/>
                </a:ext>
              </a:extLst>
            </p:cNvPr>
            <p:cNvSpPr/>
            <p:nvPr/>
          </p:nvSpPr>
          <p:spPr>
            <a:xfrm>
              <a:off x="2227439" y="2743446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1"/>
                  </a:moveTo>
                  <a:lnTo>
                    <a:pt x="1" y="621"/>
                  </a:lnTo>
                  <a:lnTo>
                    <a:pt x="4845" y="621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425;p15">
              <a:extLst>
                <a:ext uri="{FF2B5EF4-FFF2-40B4-BE49-F238E27FC236}">
                  <a16:creationId xmlns:a16="http://schemas.microsoft.com/office/drawing/2014/main" id="{A4224E91-CB0A-812C-0EF1-6C3936CDF92D}"/>
                </a:ext>
              </a:extLst>
            </p:cNvPr>
            <p:cNvSpPr/>
            <p:nvPr/>
          </p:nvSpPr>
          <p:spPr>
            <a:xfrm>
              <a:off x="2227439" y="2790671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1"/>
                  </a:moveTo>
                  <a:lnTo>
                    <a:pt x="1" y="621"/>
                  </a:lnTo>
                  <a:lnTo>
                    <a:pt x="4845" y="621"/>
                  </a:lnTo>
                  <a:lnTo>
                    <a:pt x="48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426;p15">
              <a:extLst>
                <a:ext uri="{FF2B5EF4-FFF2-40B4-BE49-F238E27FC236}">
                  <a16:creationId xmlns:a16="http://schemas.microsoft.com/office/drawing/2014/main" id="{B8785F11-1DFD-27BD-E96B-72A438E2C75C}"/>
                </a:ext>
              </a:extLst>
            </p:cNvPr>
            <p:cNvSpPr/>
            <p:nvPr/>
          </p:nvSpPr>
          <p:spPr>
            <a:xfrm>
              <a:off x="2227439" y="2837955"/>
              <a:ext cx="283529" cy="36341"/>
            </a:xfrm>
            <a:custGeom>
              <a:avLst/>
              <a:gdLst/>
              <a:ahLst/>
              <a:cxnLst/>
              <a:rect l="l" t="t" r="r" b="b"/>
              <a:pathLst>
                <a:path w="4845" h="621" extrusionOk="0">
                  <a:moveTo>
                    <a:pt x="1" y="0"/>
                  </a:moveTo>
                  <a:lnTo>
                    <a:pt x="1" y="620"/>
                  </a:lnTo>
                  <a:lnTo>
                    <a:pt x="4845" y="620"/>
                  </a:lnTo>
                  <a:lnTo>
                    <a:pt x="48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427;p15">
              <a:extLst>
                <a:ext uri="{FF2B5EF4-FFF2-40B4-BE49-F238E27FC236}">
                  <a16:creationId xmlns:a16="http://schemas.microsoft.com/office/drawing/2014/main" id="{3EA984A2-1C07-6345-D87A-BB353874E125}"/>
                </a:ext>
              </a:extLst>
            </p:cNvPr>
            <p:cNvSpPr/>
            <p:nvPr/>
          </p:nvSpPr>
          <p:spPr>
            <a:xfrm>
              <a:off x="2237095" y="2916313"/>
              <a:ext cx="52024" cy="52024"/>
            </a:xfrm>
            <a:custGeom>
              <a:avLst/>
              <a:gdLst/>
              <a:ahLst/>
              <a:cxnLst/>
              <a:rect l="l" t="t" r="r" b="b"/>
              <a:pathLst>
                <a:path w="889" h="889" extrusionOk="0">
                  <a:moveTo>
                    <a:pt x="5" y="1"/>
                  </a:moveTo>
                  <a:cubicBezTo>
                    <a:pt x="2" y="1"/>
                    <a:pt x="1" y="4"/>
                    <a:pt x="1" y="5"/>
                  </a:cubicBezTo>
                  <a:lnTo>
                    <a:pt x="1" y="885"/>
                  </a:lnTo>
                  <a:cubicBezTo>
                    <a:pt x="1" y="888"/>
                    <a:pt x="4" y="889"/>
                    <a:pt x="5" y="889"/>
                  </a:cubicBezTo>
                  <a:lnTo>
                    <a:pt x="885" y="889"/>
                  </a:lnTo>
                  <a:cubicBezTo>
                    <a:pt x="886" y="889"/>
                    <a:pt x="887" y="888"/>
                    <a:pt x="889" y="885"/>
                  </a:cubicBezTo>
                  <a:lnTo>
                    <a:pt x="889" y="5"/>
                  </a:lnTo>
                  <a:cubicBezTo>
                    <a:pt x="889" y="3"/>
                    <a:pt x="886" y="1"/>
                    <a:pt x="8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428;p15">
              <a:extLst>
                <a:ext uri="{FF2B5EF4-FFF2-40B4-BE49-F238E27FC236}">
                  <a16:creationId xmlns:a16="http://schemas.microsoft.com/office/drawing/2014/main" id="{63CAF362-B6B0-3EC0-DD13-0C2B0587276D}"/>
                </a:ext>
              </a:extLst>
            </p:cNvPr>
            <p:cNvSpPr/>
            <p:nvPr/>
          </p:nvSpPr>
          <p:spPr>
            <a:xfrm>
              <a:off x="2445954" y="2916313"/>
              <a:ext cx="51966" cy="52024"/>
            </a:xfrm>
            <a:custGeom>
              <a:avLst/>
              <a:gdLst/>
              <a:ahLst/>
              <a:cxnLst/>
              <a:rect l="l" t="t" r="r" b="b"/>
              <a:pathLst>
                <a:path w="888" h="889" extrusionOk="0">
                  <a:moveTo>
                    <a:pt x="4" y="1"/>
                  </a:moveTo>
                  <a:cubicBezTo>
                    <a:pt x="1" y="1"/>
                    <a:pt x="0" y="4"/>
                    <a:pt x="0" y="5"/>
                  </a:cubicBezTo>
                  <a:lnTo>
                    <a:pt x="0" y="885"/>
                  </a:lnTo>
                  <a:cubicBezTo>
                    <a:pt x="0" y="888"/>
                    <a:pt x="2" y="889"/>
                    <a:pt x="4" y="889"/>
                  </a:cubicBezTo>
                  <a:lnTo>
                    <a:pt x="883" y="889"/>
                  </a:lnTo>
                  <a:cubicBezTo>
                    <a:pt x="886" y="889"/>
                    <a:pt x="887" y="888"/>
                    <a:pt x="888" y="885"/>
                  </a:cubicBezTo>
                  <a:lnTo>
                    <a:pt x="888" y="5"/>
                  </a:lnTo>
                  <a:cubicBezTo>
                    <a:pt x="888" y="3"/>
                    <a:pt x="886" y="1"/>
                    <a:pt x="883" y="1"/>
                  </a:cubicBezTo>
                  <a:close/>
                </a:path>
              </a:pathLst>
            </a:custGeom>
            <a:solidFill>
              <a:srgbClr val="C5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429;p15">
              <a:extLst>
                <a:ext uri="{FF2B5EF4-FFF2-40B4-BE49-F238E27FC236}">
                  <a16:creationId xmlns:a16="http://schemas.microsoft.com/office/drawing/2014/main" id="{F9916AF4-AC07-5B16-4190-BB2EF5C9840E}"/>
                </a:ext>
              </a:extLst>
            </p:cNvPr>
            <p:cNvSpPr/>
            <p:nvPr/>
          </p:nvSpPr>
          <p:spPr>
            <a:xfrm>
              <a:off x="2322710" y="2933284"/>
              <a:ext cx="89536" cy="78475"/>
            </a:xfrm>
            <a:custGeom>
              <a:avLst/>
              <a:gdLst/>
              <a:ahLst/>
              <a:cxnLst/>
              <a:rect l="l" t="t" r="r" b="b"/>
              <a:pathLst>
                <a:path w="1530" h="1341" extrusionOk="0">
                  <a:moveTo>
                    <a:pt x="1" y="0"/>
                  </a:moveTo>
                  <a:lnTo>
                    <a:pt x="1" y="1340"/>
                  </a:lnTo>
                  <a:lnTo>
                    <a:pt x="1529" y="134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430;p15">
              <a:extLst>
                <a:ext uri="{FF2B5EF4-FFF2-40B4-BE49-F238E27FC236}">
                  <a16:creationId xmlns:a16="http://schemas.microsoft.com/office/drawing/2014/main" id="{CD598EBA-A5E0-9C58-CBE5-EBD3D69FF202}"/>
                </a:ext>
              </a:extLst>
            </p:cNvPr>
            <p:cNvSpPr/>
            <p:nvPr/>
          </p:nvSpPr>
          <p:spPr>
            <a:xfrm>
              <a:off x="2186943" y="2368860"/>
              <a:ext cx="361185" cy="22472"/>
            </a:xfrm>
            <a:custGeom>
              <a:avLst/>
              <a:gdLst/>
              <a:ahLst/>
              <a:cxnLst/>
              <a:rect l="l" t="t" r="r" b="b"/>
              <a:pathLst>
                <a:path w="6172" h="384" extrusionOk="0">
                  <a:moveTo>
                    <a:pt x="0" y="0"/>
                  </a:moveTo>
                  <a:lnTo>
                    <a:pt x="0" y="383"/>
                  </a:lnTo>
                  <a:lnTo>
                    <a:pt x="6172" y="383"/>
                  </a:lnTo>
                  <a:lnTo>
                    <a:pt x="61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431;p15">
              <a:extLst>
                <a:ext uri="{FF2B5EF4-FFF2-40B4-BE49-F238E27FC236}">
                  <a16:creationId xmlns:a16="http://schemas.microsoft.com/office/drawing/2014/main" id="{C1983FAA-27D7-F14A-4DF3-CA1E6DA0C1E3}"/>
                </a:ext>
              </a:extLst>
            </p:cNvPr>
            <p:cNvSpPr/>
            <p:nvPr/>
          </p:nvSpPr>
          <p:spPr>
            <a:xfrm>
              <a:off x="2369117" y="2368860"/>
              <a:ext cx="178954" cy="644656"/>
            </a:xfrm>
            <a:custGeom>
              <a:avLst/>
              <a:gdLst/>
              <a:ahLst/>
              <a:cxnLst/>
              <a:rect l="l" t="t" r="r" b="b"/>
              <a:pathLst>
                <a:path w="3058" h="11016" extrusionOk="0">
                  <a:moveTo>
                    <a:pt x="3058" y="0"/>
                  </a:moveTo>
                  <a:lnTo>
                    <a:pt x="1" y="15"/>
                  </a:lnTo>
                  <a:lnTo>
                    <a:pt x="1" y="11015"/>
                  </a:lnTo>
                  <a:lnTo>
                    <a:pt x="2741" y="11015"/>
                  </a:lnTo>
                  <a:lnTo>
                    <a:pt x="2741" y="383"/>
                  </a:lnTo>
                  <a:lnTo>
                    <a:pt x="3058" y="383"/>
                  </a:lnTo>
                  <a:lnTo>
                    <a:pt x="30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432;p15">
              <a:extLst>
                <a:ext uri="{FF2B5EF4-FFF2-40B4-BE49-F238E27FC236}">
                  <a16:creationId xmlns:a16="http://schemas.microsoft.com/office/drawing/2014/main" id="{CF6D9A55-4766-DB6C-769E-4602457F7C11}"/>
                </a:ext>
              </a:extLst>
            </p:cNvPr>
            <p:cNvSpPr/>
            <p:nvPr/>
          </p:nvSpPr>
          <p:spPr>
            <a:xfrm>
              <a:off x="2806732" y="1799403"/>
              <a:ext cx="207395" cy="197681"/>
            </a:xfrm>
            <a:custGeom>
              <a:avLst/>
              <a:gdLst/>
              <a:ahLst/>
              <a:cxnLst/>
              <a:rect l="l" t="t" r="r" b="b"/>
              <a:pathLst>
                <a:path w="3544" h="3378" extrusionOk="0">
                  <a:moveTo>
                    <a:pt x="3" y="1"/>
                  </a:moveTo>
                  <a:cubicBezTo>
                    <a:pt x="1" y="1"/>
                    <a:pt x="0" y="2"/>
                    <a:pt x="0" y="5"/>
                  </a:cubicBezTo>
                  <a:lnTo>
                    <a:pt x="0" y="3373"/>
                  </a:lnTo>
                  <a:cubicBezTo>
                    <a:pt x="0" y="3376"/>
                    <a:pt x="1" y="3377"/>
                    <a:pt x="3" y="3377"/>
                  </a:cubicBezTo>
                  <a:lnTo>
                    <a:pt x="3540" y="3377"/>
                  </a:lnTo>
                  <a:cubicBezTo>
                    <a:pt x="3542" y="3377"/>
                    <a:pt x="3543" y="3376"/>
                    <a:pt x="3543" y="3373"/>
                  </a:cubicBezTo>
                  <a:lnTo>
                    <a:pt x="3543" y="5"/>
                  </a:lnTo>
                  <a:cubicBezTo>
                    <a:pt x="3543" y="2"/>
                    <a:pt x="3542" y="1"/>
                    <a:pt x="35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433;p15">
              <a:extLst>
                <a:ext uri="{FF2B5EF4-FFF2-40B4-BE49-F238E27FC236}">
                  <a16:creationId xmlns:a16="http://schemas.microsoft.com/office/drawing/2014/main" id="{8A7C0FC1-114D-C70C-A508-26E6F1A84258}"/>
                </a:ext>
              </a:extLst>
            </p:cNvPr>
            <p:cNvSpPr/>
            <p:nvPr/>
          </p:nvSpPr>
          <p:spPr>
            <a:xfrm>
              <a:off x="2726910" y="1885017"/>
              <a:ext cx="367037" cy="1126744"/>
            </a:xfrm>
            <a:custGeom>
              <a:avLst/>
              <a:gdLst/>
              <a:ahLst/>
              <a:cxnLst/>
              <a:rect l="l" t="t" r="r" b="b"/>
              <a:pathLst>
                <a:path w="6272" h="19254" extrusionOk="0">
                  <a:moveTo>
                    <a:pt x="2083" y="0"/>
                  </a:moveTo>
                  <a:lnTo>
                    <a:pt x="2083" y="237"/>
                  </a:lnTo>
                  <a:lnTo>
                    <a:pt x="0" y="237"/>
                  </a:lnTo>
                  <a:lnTo>
                    <a:pt x="0" y="19253"/>
                  </a:lnTo>
                  <a:lnTo>
                    <a:pt x="6271" y="19253"/>
                  </a:lnTo>
                  <a:lnTo>
                    <a:pt x="6271" y="237"/>
                  </a:lnTo>
                  <a:lnTo>
                    <a:pt x="4188" y="237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434;p15">
              <a:extLst>
                <a:ext uri="{FF2B5EF4-FFF2-40B4-BE49-F238E27FC236}">
                  <a16:creationId xmlns:a16="http://schemas.microsoft.com/office/drawing/2014/main" id="{20E3542F-FB84-F5D8-A529-0373D284119D}"/>
                </a:ext>
              </a:extLst>
            </p:cNvPr>
            <p:cNvSpPr/>
            <p:nvPr/>
          </p:nvSpPr>
          <p:spPr>
            <a:xfrm>
              <a:off x="2726910" y="2883484"/>
              <a:ext cx="367037" cy="128276"/>
            </a:xfrm>
            <a:custGeom>
              <a:avLst/>
              <a:gdLst/>
              <a:ahLst/>
              <a:cxnLst/>
              <a:rect l="l" t="t" r="r" b="b"/>
              <a:pathLst>
                <a:path w="6272" h="2192" extrusionOk="0">
                  <a:moveTo>
                    <a:pt x="0" y="1"/>
                  </a:moveTo>
                  <a:lnTo>
                    <a:pt x="0" y="2191"/>
                  </a:lnTo>
                  <a:lnTo>
                    <a:pt x="6271" y="2191"/>
                  </a:lnTo>
                  <a:lnTo>
                    <a:pt x="62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435;p15">
              <a:extLst>
                <a:ext uri="{FF2B5EF4-FFF2-40B4-BE49-F238E27FC236}">
                  <a16:creationId xmlns:a16="http://schemas.microsoft.com/office/drawing/2014/main" id="{06F27E96-9AA7-57EA-8237-E4477DDAECD4}"/>
                </a:ext>
              </a:extLst>
            </p:cNvPr>
            <p:cNvSpPr/>
            <p:nvPr/>
          </p:nvSpPr>
          <p:spPr>
            <a:xfrm>
              <a:off x="2848808" y="1928439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436;p15">
              <a:extLst>
                <a:ext uri="{FF2B5EF4-FFF2-40B4-BE49-F238E27FC236}">
                  <a16:creationId xmlns:a16="http://schemas.microsoft.com/office/drawing/2014/main" id="{46EC99A1-85A9-766F-147F-443D7D34584E}"/>
                </a:ext>
              </a:extLst>
            </p:cNvPr>
            <p:cNvSpPr/>
            <p:nvPr/>
          </p:nvSpPr>
          <p:spPr>
            <a:xfrm>
              <a:off x="2848808" y="1975723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437;p15">
              <a:extLst>
                <a:ext uri="{FF2B5EF4-FFF2-40B4-BE49-F238E27FC236}">
                  <a16:creationId xmlns:a16="http://schemas.microsoft.com/office/drawing/2014/main" id="{49336BBD-43A6-03CF-6EDC-C800204D9160}"/>
                </a:ext>
              </a:extLst>
            </p:cNvPr>
            <p:cNvSpPr/>
            <p:nvPr/>
          </p:nvSpPr>
          <p:spPr>
            <a:xfrm>
              <a:off x="2848808" y="2022890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438;p15">
              <a:extLst>
                <a:ext uri="{FF2B5EF4-FFF2-40B4-BE49-F238E27FC236}">
                  <a16:creationId xmlns:a16="http://schemas.microsoft.com/office/drawing/2014/main" id="{2500041E-A674-52FA-E941-535725FA8E8A}"/>
                </a:ext>
              </a:extLst>
            </p:cNvPr>
            <p:cNvSpPr/>
            <p:nvPr/>
          </p:nvSpPr>
          <p:spPr>
            <a:xfrm>
              <a:off x="2848808" y="2070116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439;p15">
              <a:extLst>
                <a:ext uri="{FF2B5EF4-FFF2-40B4-BE49-F238E27FC236}">
                  <a16:creationId xmlns:a16="http://schemas.microsoft.com/office/drawing/2014/main" id="{EAE68B66-A6C6-F7D3-0616-D75B2847E8F0}"/>
                </a:ext>
              </a:extLst>
            </p:cNvPr>
            <p:cNvSpPr/>
            <p:nvPr/>
          </p:nvSpPr>
          <p:spPr>
            <a:xfrm>
              <a:off x="2848808" y="2117458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440;p15">
              <a:extLst>
                <a:ext uri="{FF2B5EF4-FFF2-40B4-BE49-F238E27FC236}">
                  <a16:creationId xmlns:a16="http://schemas.microsoft.com/office/drawing/2014/main" id="{B60A477B-27B6-D7D6-A700-A2DE0FA0FC0C}"/>
                </a:ext>
              </a:extLst>
            </p:cNvPr>
            <p:cNvSpPr/>
            <p:nvPr/>
          </p:nvSpPr>
          <p:spPr>
            <a:xfrm>
              <a:off x="2848808" y="2164684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441;p15">
              <a:extLst>
                <a:ext uri="{FF2B5EF4-FFF2-40B4-BE49-F238E27FC236}">
                  <a16:creationId xmlns:a16="http://schemas.microsoft.com/office/drawing/2014/main" id="{596E3F11-DF15-68A1-B074-4B9DA75825FE}"/>
                </a:ext>
              </a:extLst>
            </p:cNvPr>
            <p:cNvSpPr/>
            <p:nvPr/>
          </p:nvSpPr>
          <p:spPr>
            <a:xfrm>
              <a:off x="2848808" y="2211851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442;p15">
              <a:extLst>
                <a:ext uri="{FF2B5EF4-FFF2-40B4-BE49-F238E27FC236}">
                  <a16:creationId xmlns:a16="http://schemas.microsoft.com/office/drawing/2014/main" id="{14B961E0-0766-5ED4-3104-314662DAF58B}"/>
                </a:ext>
              </a:extLst>
            </p:cNvPr>
            <p:cNvSpPr/>
            <p:nvPr/>
          </p:nvSpPr>
          <p:spPr>
            <a:xfrm>
              <a:off x="2848808" y="2259076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443;p15">
              <a:extLst>
                <a:ext uri="{FF2B5EF4-FFF2-40B4-BE49-F238E27FC236}">
                  <a16:creationId xmlns:a16="http://schemas.microsoft.com/office/drawing/2014/main" id="{75DD2FCC-CFF5-C0AC-13DD-0E0A9DC82C4C}"/>
                </a:ext>
              </a:extLst>
            </p:cNvPr>
            <p:cNvSpPr/>
            <p:nvPr/>
          </p:nvSpPr>
          <p:spPr>
            <a:xfrm>
              <a:off x="2848808" y="2306419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444;p15">
              <a:extLst>
                <a:ext uri="{FF2B5EF4-FFF2-40B4-BE49-F238E27FC236}">
                  <a16:creationId xmlns:a16="http://schemas.microsoft.com/office/drawing/2014/main" id="{1C0E10A6-BBBC-C478-C5B0-6E7CFFFA5936}"/>
                </a:ext>
              </a:extLst>
            </p:cNvPr>
            <p:cNvSpPr/>
            <p:nvPr/>
          </p:nvSpPr>
          <p:spPr>
            <a:xfrm>
              <a:off x="2848808" y="2353645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445;p15">
              <a:extLst>
                <a:ext uri="{FF2B5EF4-FFF2-40B4-BE49-F238E27FC236}">
                  <a16:creationId xmlns:a16="http://schemas.microsoft.com/office/drawing/2014/main" id="{40CBBB12-B625-A180-48D6-988EF4279046}"/>
                </a:ext>
              </a:extLst>
            </p:cNvPr>
            <p:cNvSpPr/>
            <p:nvPr/>
          </p:nvSpPr>
          <p:spPr>
            <a:xfrm>
              <a:off x="2848808" y="2400870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446;p15">
              <a:extLst>
                <a:ext uri="{FF2B5EF4-FFF2-40B4-BE49-F238E27FC236}">
                  <a16:creationId xmlns:a16="http://schemas.microsoft.com/office/drawing/2014/main" id="{5A831C2D-659C-1679-E649-37FA377A23BA}"/>
                </a:ext>
              </a:extLst>
            </p:cNvPr>
            <p:cNvSpPr/>
            <p:nvPr/>
          </p:nvSpPr>
          <p:spPr>
            <a:xfrm>
              <a:off x="2848808" y="2448154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447;p15">
              <a:extLst>
                <a:ext uri="{FF2B5EF4-FFF2-40B4-BE49-F238E27FC236}">
                  <a16:creationId xmlns:a16="http://schemas.microsoft.com/office/drawing/2014/main" id="{7DE53504-508C-DCC8-5142-25C6BA8FB96E}"/>
                </a:ext>
              </a:extLst>
            </p:cNvPr>
            <p:cNvSpPr/>
            <p:nvPr/>
          </p:nvSpPr>
          <p:spPr>
            <a:xfrm>
              <a:off x="2848808" y="2495380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448;p15">
              <a:extLst>
                <a:ext uri="{FF2B5EF4-FFF2-40B4-BE49-F238E27FC236}">
                  <a16:creationId xmlns:a16="http://schemas.microsoft.com/office/drawing/2014/main" id="{FBD80927-E2BA-0274-2EFE-6872C4EC93ED}"/>
                </a:ext>
              </a:extLst>
            </p:cNvPr>
            <p:cNvSpPr/>
            <p:nvPr/>
          </p:nvSpPr>
          <p:spPr>
            <a:xfrm>
              <a:off x="2848808" y="2542605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449;p15">
              <a:extLst>
                <a:ext uri="{FF2B5EF4-FFF2-40B4-BE49-F238E27FC236}">
                  <a16:creationId xmlns:a16="http://schemas.microsoft.com/office/drawing/2014/main" id="{7522E2C8-F584-9159-845D-90D15AFA4BCB}"/>
                </a:ext>
              </a:extLst>
            </p:cNvPr>
            <p:cNvSpPr/>
            <p:nvPr/>
          </p:nvSpPr>
          <p:spPr>
            <a:xfrm>
              <a:off x="2848808" y="2589889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450;p15">
              <a:extLst>
                <a:ext uri="{FF2B5EF4-FFF2-40B4-BE49-F238E27FC236}">
                  <a16:creationId xmlns:a16="http://schemas.microsoft.com/office/drawing/2014/main" id="{5572DEB3-AE48-A0CE-A370-5D5FFC272D6A}"/>
                </a:ext>
              </a:extLst>
            </p:cNvPr>
            <p:cNvSpPr/>
            <p:nvPr/>
          </p:nvSpPr>
          <p:spPr>
            <a:xfrm>
              <a:off x="2848808" y="2637115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451;p15">
              <a:extLst>
                <a:ext uri="{FF2B5EF4-FFF2-40B4-BE49-F238E27FC236}">
                  <a16:creationId xmlns:a16="http://schemas.microsoft.com/office/drawing/2014/main" id="{6AA39436-8C5E-C000-E06E-1604143D60FE}"/>
                </a:ext>
              </a:extLst>
            </p:cNvPr>
            <p:cNvSpPr/>
            <p:nvPr/>
          </p:nvSpPr>
          <p:spPr>
            <a:xfrm>
              <a:off x="2848808" y="2684399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452;p15">
              <a:extLst>
                <a:ext uri="{FF2B5EF4-FFF2-40B4-BE49-F238E27FC236}">
                  <a16:creationId xmlns:a16="http://schemas.microsoft.com/office/drawing/2014/main" id="{7DC7AF1F-5F25-8617-5432-EA695B8785A6}"/>
                </a:ext>
              </a:extLst>
            </p:cNvPr>
            <p:cNvSpPr/>
            <p:nvPr/>
          </p:nvSpPr>
          <p:spPr>
            <a:xfrm>
              <a:off x="2848808" y="2731625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453;p15">
              <a:extLst>
                <a:ext uri="{FF2B5EF4-FFF2-40B4-BE49-F238E27FC236}">
                  <a16:creationId xmlns:a16="http://schemas.microsoft.com/office/drawing/2014/main" id="{796F8EF1-0DD1-4AB1-2859-95E3E9CB6A45}"/>
                </a:ext>
              </a:extLst>
            </p:cNvPr>
            <p:cNvSpPr/>
            <p:nvPr/>
          </p:nvSpPr>
          <p:spPr>
            <a:xfrm>
              <a:off x="2848808" y="2778850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454;p15">
              <a:extLst>
                <a:ext uri="{FF2B5EF4-FFF2-40B4-BE49-F238E27FC236}">
                  <a16:creationId xmlns:a16="http://schemas.microsoft.com/office/drawing/2014/main" id="{7198A5F0-5D4D-09FA-70FB-71772D8F1C8C}"/>
                </a:ext>
              </a:extLst>
            </p:cNvPr>
            <p:cNvSpPr/>
            <p:nvPr/>
          </p:nvSpPr>
          <p:spPr>
            <a:xfrm>
              <a:off x="2848808" y="2826076"/>
              <a:ext cx="123243" cy="59"/>
            </a:xfrm>
            <a:custGeom>
              <a:avLst/>
              <a:gdLst/>
              <a:ahLst/>
              <a:cxnLst/>
              <a:rect l="l" t="t" r="r" b="b"/>
              <a:pathLst>
                <a:path w="2106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455;p15">
              <a:extLst>
                <a:ext uri="{FF2B5EF4-FFF2-40B4-BE49-F238E27FC236}">
                  <a16:creationId xmlns:a16="http://schemas.microsoft.com/office/drawing/2014/main" id="{E0FE71BE-BCC0-CE19-A564-1DEF55BF6959}"/>
                </a:ext>
              </a:extLst>
            </p:cNvPr>
            <p:cNvSpPr/>
            <p:nvPr/>
          </p:nvSpPr>
          <p:spPr>
            <a:xfrm>
              <a:off x="2971993" y="1943654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456;p15">
              <a:extLst>
                <a:ext uri="{FF2B5EF4-FFF2-40B4-BE49-F238E27FC236}">
                  <a16:creationId xmlns:a16="http://schemas.microsoft.com/office/drawing/2014/main" id="{1845497C-F285-AD31-979D-CF102495C3BB}"/>
                </a:ext>
              </a:extLst>
            </p:cNvPr>
            <p:cNvSpPr/>
            <p:nvPr/>
          </p:nvSpPr>
          <p:spPr>
            <a:xfrm>
              <a:off x="2971993" y="1990880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457;p15">
              <a:extLst>
                <a:ext uri="{FF2B5EF4-FFF2-40B4-BE49-F238E27FC236}">
                  <a16:creationId xmlns:a16="http://schemas.microsoft.com/office/drawing/2014/main" id="{D214364D-C381-0913-3000-F5435F9787A7}"/>
                </a:ext>
              </a:extLst>
            </p:cNvPr>
            <p:cNvSpPr/>
            <p:nvPr/>
          </p:nvSpPr>
          <p:spPr>
            <a:xfrm>
              <a:off x="2971993" y="2038105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458;p15">
              <a:extLst>
                <a:ext uri="{FF2B5EF4-FFF2-40B4-BE49-F238E27FC236}">
                  <a16:creationId xmlns:a16="http://schemas.microsoft.com/office/drawing/2014/main" id="{6B7EBBF8-76FE-B9D8-741F-A25B57864DE1}"/>
                </a:ext>
              </a:extLst>
            </p:cNvPr>
            <p:cNvSpPr/>
            <p:nvPr/>
          </p:nvSpPr>
          <p:spPr>
            <a:xfrm>
              <a:off x="2971993" y="208533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459;p15">
              <a:extLst>
                <a:ext uri="{FF2B5EF4-FFF2-40B4-BE49-F238E27FC236}">
                  <a16:creationId xmlns:a16="http://schemas.microsoft.com/office/drawing/2014/main" id="{31E13E9B-9C63-202E-B9FC-8C3899676B8F}"/>
                </a:ext>
              </a:extLst>
            </p:cNvPr>
            <p:cNvSpPr/>
            <p:nvPr/>
          </p:nvSpPr>
          <p:spPr>
            <a:xfrm>
              <a:off x="2971993" y="2132674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460;p15">
              <a:extLst>
                <a:ext uri="{FF2B5EF4-FFF2-40B4-BE49-F238E27FC236}">
                  <a16:creationId xmlns:a16="http://schemas.microsoft.com/office/drawing/2014/main" id="{B742636C-7972-2BD3-B7A4-FBB544312BD5}"/>
                </a:ext>
              </a:extLst>
            </p:cNvPr>
            <p:cNvSpPr/>
            <p:nvPr/>
          </p:nvSpPr>
          <p:spPr>
            <a:xfrm>
              <a:off x="2971993" y="2179899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461;p15">
              <a:extLst>
                <a:ext uri="{FF2B5EF4-FFF2-40B4-BE49-F238E27FC236}">
                  <a16:creationId xmlns:a16="http://schemas.microsoft.com/office/drawing/2014/main" id="{34FD00D6-FC52-42C0-BD1A-225F3C98AD85}"/>
                </a:ext>
              </a:extLst>
            </p:cNvPr>
            <p:cNvSpPr/>
            <p:nvPr/>
          </p:nvSpPr>
          <p:spPr>
            <a:xfrm>
              <a:off x="2971993" y="2227066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462;p15">
              <a:extLst>
                <a:ext uri="{FF2B5EF4-FFF2-40B4-BE49-F238E27FC236}">
                  <a16:creationId xmlns:a16="http://schemas.microsoft.com/office/drawing/2014/main" id="{CB63784F-1977-394E-14A7-635496A801BA}"/>
                </a:ext>
              </a:extLst>
            </p:cNvPr>
            <p:cNvSpPr/>
            <p:nvPr/>
          </p:nvSpPr>
          <p:spPr>
            <a:xfrm>
              <a:off x="2971993" y="2274292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463;p15">
              <a:extLst>
                <a:ext uri="{FF2B5EF4-FFF2-40B4-BE49-F238E27FC236}">
                  <a16:creationId xmlns:a16="http://schemas.microsoft.com/office/drawing/2014/main" id="{678E0BC4-B3A4-7FFA-32DD-37A8FD4B27CB}"/>
                </a:ext>
              </a:extLst>
            </p:cNvPr>
            <p:cNvSpPr/>
            <p:nvPr/>
          </p:nvSpPr>
          <p:spPr>
            <a:xfrm>
              <a:off x="2971993" y="2321634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464;p15">
              <a:extLst>
                <a:ext uri="{FF2B5EF4-FFF2-40B4-BE49-F238E27FC236}">
                  <a16:creationId xmlns:a16="http://schemas.microsoft.com/office/drawing/2014/main" id="{AB7A1C34-4503-32EA-C268-9F5CC5CA1A51}"/>
                </a:ext>
              </a:extLst>
            </p:cNvPr>
            <p:cNvSpPr/>
            <p:nvPr/>
          </p:nvSpPr>
          <p:spPr>
            <a:xfrm>
              <a:off x="2971993" y="2368860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465;p15">
              <a:extLst>
                <a:ext uri="{FF2B5EF4-FFF2-40B4-BE49-F238E27FC236}">
                  <a16:creationId xmlns:a16="http://schemas.microsoft.com/office/drawing/2014/main" id="{ED2950BF-BED7-6E2E-9887-8B3078316D18}"/>
                </a:ext>
              </a:extLst>
            </p:cNvPr>
            <p:cNvSpPr/>
            <p:nvPr/>
          </p:nvSpPr>
          <p:spPr>
            <a:xfrm>
              <a:off x="2971993" y="2416027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466;p15">
              <a:extLst>
                <a:ext uri="{FF2B5EF4-FFF2-40B4-BE49-F238E27FC236}">
                  <a16:creationId xmlns:a16="http://schemas.microsoft.com/office/drawing/2014/main" id="{8BCB1529-F253-8CF5-3319-42BADEF303CA}"/>
                </a:ext>
              </a:extLst>
            </p:cNvPr>
            <p:cNvSpPr/>
            <p:nvPr/>
          </p:nvSpPr>
          <p:spPr>
            <a:xfrm>
              <a:off x="2971993" y="246331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467;p15">
              <a:extLst>
                <a:ext uri="{FF2B5EF4-FFF2-40B4-BE49-F238E27FC236}">
                  <a16:creationId xmlns:a16="http://schemas.microsoft.com/office/drawing/2014/main" id="{637A3832-F131-661A-7647-AF16E55E3128}"/>
                </a:ext>
              </a:extLst>
            </p:cNvPr>
            <p:cNvSpPr/>
            <p:nvPr/>
          </p:nvSpPr>
          <p:spPr>
            <a:xfrm>
              <a:off x="2971993" y="2510595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468;p15">
              <a:extLst>
                <a:ext uri="{FF2B5EF4-FFF2-40B4-BE49-F238E27FC236}">
                  <a16:creationId xmlns:a16="http://schemas.microsoft.com/office/drawing/2014/main" id="{AC9C4D8B-6B78-AB79-CB0F-C310366863CB}"/>
                </a:ext>
              </a:extLst>
            </p:cNvPr>
            <p:cNvSpPr/>
            <p:nvPr/>
          </p:nvSpPr>
          <p:spPr>
            <a:xfrm>
              <a:off x="2971993" y="255782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469;p15">
              <a:extLst>
                <a:ext uri="{FF2B5EF4-FFF2-40B4-BE49-F238E27FC236}">
                  <a16:creationId xmlns:a16="http://schemas.microsoft.com/office/drawing/2014/main" id="{BFB3BBDF-6E26-2DDC-90F4-4FC2D128FF12}"/>
                </a:ext>
              </a:extLst>
            </p:cNvPr>
            <p:cNvSpPr/>
            <p:nvPr/>
          </p:nvSpPr>
          <p:spPr>
            <a:xfrm>
              <a:off x="2971993" y="2605046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470;p15">
              <a:extLst>
                <a:ext uri="{FF2B5EF4-FFF2-40B4-BE49-F238E27FC236}">
                  <a16:creationId xmlns:a16="http://schemas.microsoft.com/office/drawing/2014/main" id="{DA20BDCB-52DA-2831-B956-4B5AC860C533}"/>
                </a:ext>
              </a:extLst>
            </p:cNvPr>
            <p:cNvSpPr/>
            <p:nvPr/>
          </p:nvSpPr>
          <p:spPr>
            <a:xfrm>
              <a:off x="2971993" y="2652330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471;p15">
              <a:extLst>
                <a:ext uri="{FF2B5EF4-FFF2-40B4-BE49-F238E27FC236}">
                  <a16:creationId xmlns:a16="http://schemas.microsoft.com/office/drawing/2014/main" id="{6A1B581C-CA07-1E25-E907-26A4FCF15C51}"/>
                </a:ext>
              </a:extLst>
            </p:cNvPr>
            <p:cNvSpPr/>
            <p:nvPr/>
          </p:nvSpPr>
          <p:spPr>
            <a:xfrm>
              <a:off x="2971993" y="2699614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472;p15">
              <a:extLst>
                <a:ext uri="{FF2B5EF4-FFF2-40B4-BE49-F238E27FC236}">
                  <a16:creationId xmlns:a16="http://schemas.microsoft.com/office/drawing/2014/main" id="{B6549B8A-A9FB-842D-164A-55519CC8D44B}"/>
                </a:ext>
              </a:extLst>
            </p:cNvPr>
            <p:cNvSpPr/>
            <p:nvPr/>
          </p:nvSpPr>
          <p:spPr>
            <a:xfrm>
              <a:off x="2971993" y="274678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1"/>
                  </a:moveTo>
                  <a:lnTo>
                    <a:pt x="2105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473;p15">
              <a:extLst>
                <a:ext uri="{FF2B5EF4-FFF2-40B4-BE49-F238E27FC236}">
                  <a16:creationId xmlns:a16="http://schemas.microsoft.com/office/drawing/2014/main" id="{F32B2CEF-14CA-61A8-23D5-1BB2F35154B0}"/>
                </a:ext>
              </a:extLst>
            </p:cNvPr>
            <p:cNvSpPr/>
            <p:nvPr/>
          </p:nvSpPr>
          <p:spPr>
            <a:xfrm>
              <a:off x="2971993" y="2794065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474;p15">
              <a:extLst>
                <a:ext uri="{FF2B5EF4-FFF2-40B4-BE49-F238E27FC236}">
                  <a16:creationId xmlns:a16="http://schemas.microsoft.com/office/drawing/2014/main" id="{B0CBDC84-FFC3-839B-1015-347F7C2022F8}"/>
                </a:ext>
              </a:extLst>
            </p:cNvPr>
            <p:cNvSpPr/>
            <p:nvPr/>
          </p:nvSpPr>
          <p:spPr>
            <a:xfrm>
              <a:off x="2971993" y="2841291"/>
              <a:ext cx="123185" cy="59"/>
            </a:xfrm>
            <a:custGeom>
              <a:avLst/>
              <a:gdLst/>
              <a:ahLst/>
              <a:cxnLst/>
              <a:rect l="l" t="t" r="r" b="b"/>
              <a:pathLst>
                <a:path w="2105" h="1" fill="none" extrusionOk="0">
                  <a:moveTo>
                    <a:pt x="0" y="0"/>
                  </a:moveTo>
                  <a:lnTo>
                    <a:pt x="2105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475;p15">
              <a:extLst>
                <a:ext uri="{FF2B5EF4-FFF2-40B4-BE49-F238E27FC236}">
                  <a16:creationId xmlns:a16="http://schemas.microsoft.com/office/drawing/2014/main" id="{6724243F-56D5-9B9F-423B-AE2BC84964F6}"/>
                </a:ext>
              </a:extLst>
            </p:cNvPr>
            <p:cNvSpPr/>
            <p:nvPr/>
          </p:nvSpPr>
          <p:spPr>
            <a:xfrm>
              <a:off x="2726910" y="1943654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476;p15">
              <a:extLst>
                <a:ext uri="{FF2B5EF4-FFF2-40B4-BE49-F238E27FC236}">
                  <a16:creationId xmlns:a16="http://schemas.microsoft.com/office/drawing/2014/main" id="{64C9B463-D285-1B8F-3ADE-E3843BAF840E}"/>
                </a:ext>
              </a:extLst>
            </p:cNvPr>
            <p:cNvSpPr/>
            <p:nvPr/>
          </p:nvSpPr>
          <p:spPr>
            <a:xfrm>
              <a:off x="2726910" y="1990880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477;p15">
              <a:extLst>
                <a:ext uri="{FF2B5EF4-FFF2-40B4-BE49-F238E27FC236}">
                  <a16:creationId xmlns:a16="http://schemas.microsoft.com/office/drawing/2014/main" id="{C9B01894-EF53-828D-11F8-0FD631A5A0EF}"/>
                </a:ext>
              </a:extLst>
            </p:cNvPr>
            <p:cNvSpPr/>
            <p:nvPr/>
          </p:nvSpPr>
          <p:spPr>
            <a:xfrm>
              <a:off x="2726910" y="2038105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478;p15">
              <a:extLst>
                <a:ext uri="{FF2B5EF4-FFF2-40B4-BE49-F238E27FC236}">
                  <a16:creationId xmlns:a16="http://schemas.microsoft.com/office/drawing/2014/main" id="{66D8B21C-F7AB-079E-E65F-17CD36702F95}"/>
                </a:ext>
              </a:extLst>
            </p:cNvPr>
            <p:cNvSpPr/>
            <p:nvPr/>
          </p:nvSpPr>
          <p:spPr>
            <a:xfrm>
              <a:off x="2726910" y="208533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479;p15">
              <a:extLst>
                <a:ext uri="{FF2B5EF4-FFF2-40B4-BE49-F238E27FC236}">
                  <a16:creationId xmlns:a16="http://schemas.microsoft.com/office/drawing/2014/main" id="{F3BE4DF9-35BA-9161-75C8-963E4635FF38}"/>
                </a:ext>
              </a:extLst>
            </p:cNvPr>
            <p:cNvSpPr/>
            <p:nvPr/>
          </p:nvSpPr>
          <p:spPr>
            <a:xfrm>
              <a:off x="2726910" y="2132674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480;p15">
              <a:extLst>
                <a:ext uri="{FF2B5EF4-FFF2-40B4-BE49-F238E27FC236}">
                  <a16:creationId xmlns:a16="http://schemas.microsoft.com/office/drawing/2014/main" id="{43404B2A-A056-9E65-0011-D8EB7639940B}"/>
                </a:ext>
              </a:extLst>
            </p:cNvPr>
            <p:cNvSpPr/>
            <p:nvPr/>
          </p:nvSpPr>
          <p:spPr>
            <a:xfrm>
              <a:off x="2726910" y="2179899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481;p15">
              <a:extLst>
                <a:ext uri="{FF2B5EF4-FFF2-40B4-BE49-F238E27FC236}">
                  <a16:creationId xmlns:a16="http://schemas.microsoft.com/office/drawing/2014/main" id="{7F16422D-C16A-A0D4-7230-A0D3D33619DA}"/>
                </a:ext>
              </a:extLst>
            </p:cNvPr>
            <p:cNvSpPr/>
            <p:nvPr/>
          </p:nvSpPr>
          <p:spPr>
            <a:xfrm>
              <a:off x="2726910" y="2227066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482;p15">
              <a:extLst>
                <a:ext uri="{FF2B5EF4-FFF2-40B4-BE49-F238E27FC236}">
                  <a16:creationId xmlns:a16="http://schemas.microsoft.com/office/drawing/2014/main" id="{A9A32F11-8C28-4D1F-D7AE-04F63462E32B}"/>
                </a:ext>
              </a:extLst>
            </p:cNvPr>
            <p:cNvSpPr/>
            <p:nvPr/>
          </p:nvSpPr>
          <p:spPr>
            <a:xfrm>
              <a:off x="2726910" y="2274292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483;p15">
              <a:extLst>
                <a:ext uri="{FF2B5EF4-FFF2-40B4-BE49-F238E27FC236}">
                  <a16:creationId xmlns:a16="http://schemas.microsoft.com/office/drawing/2014/main" id="{34B76B8E-FEAC-6866-4773-0D3AEE20E7B6}"/>
                </a:ext>
              </a:extLst>
            </p:cNvPr>
            <p:cNvSpPr/>
            <p:nvPr/>
          </p:nvSpPr>
          <p:spPr>
            <a:xfrm>
              <a:off x="2726910" y="2321634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484;p15">
              <a:extLst>
                <a:ext uri="{FF2B5EF4-FFF2-40B4-BE49-F238E27FC236}">
                  <a16:creationId xmlns:a16="http://schemas.microsoft.com/office/drawing/2014/main" id="{85C54FFC-0883-C9C4-355D-CF3671FC53DB}"/>
                </a:ext>
              </a:extLst>
            </p:cNvPr>
            <p:cNvSpPr/>
            <p:nvPr/>
          </p:nvSpPr>
          <p:spPr>
            <a:xfrm>
              <a:off x="2726910" y="2368860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485;p15">
              <a:extLst>
                <a:ext uri="{FF2B5EF4-FFF2-40B4-BE49-F238E27FC236}">
                  <a16:creationId xmlns:a16="http://schemas.microsoft.com/office/drawing/2014/main" id="{0E1D49BA-41DE-48F5-3AF9-3E7B0734EFA3}"/>
                </a:ext>
              </a:extLst>
            </p:cNvPr>
            <p:cNvSpPr/>
            <p:nvPr/>
          </p:nvSpPr>
          <p:spPr>
            <a:xfrm>
              <a:off x="2726910" y="2416027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486;p15">
              <a:extLst>
                <a:ext uri="{FF2B5EF4-FFF2-40B4-BE49-F238E27FC236}">
                  <a16:creationId xmlns:a16="http://schemas.microsoft.com/office/drawing/2014/main" id="{7AF08237-FCA7-E3D9-E419-BEFEEFA87456}"/>
                </a:ext>
              </a:extLst>
            </p:cNvPr>
            <p:cNvSpPr/>
            <p:nvPr/>
          </p:nvSpPr>
          <p:spPr>
            <a:xfrm>
              <a:off x="2726910" y="246331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487;p15">
              <a:extLst>
                <a:ext uri="{FF2B5EF4-FFF2-40B4-BE49-F238E27FC236}">
                  <a16:creationId xmlns:a16="http://schemas.microsoft.com/office/drawing/2014/main" id="{CB8B4A41-DC30-F349-29D7-3B7149917F4D}"/>
                </a:ext>
              </a:extLst>
            </p:cNvPr>
            <p:cNvSpPr/>
            <p:nvPr/>
          </p:nvSpPr>
          <p:spPr>
            <a:xfrm>
              <a:off x="2726910" y="2510595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488;p15">
              <a:extLst>
                <a:ext uri="{FF2B5EF4-FFF2-40B4-BE49-F238E27FC236}">
                  <a16:creationId xmlns:a16="http://schemas.microsoft.com/office/drawing/2014/main" id="{6D17576E-5B6B-411F-4369-9E0B6E337E1D}"/>
                </a:ext>
              </a:extLst>
            </p:cNvPr>
            <p:cNvSpPr/>
            <p:nvPr/>
          </p:nvSpPr>
          <p:spPr>
            <a:xfrm>
              <a:off x="2726910" y="255782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489;p15">
              <a:extLst>
                <a:ext uri="{FF2B5EF4-FFF2-40B4-BE49-F238E27FC236}">
                  <a16:creationId xmlns:a16="http://schemas.microsoft.com/office/drawing/2014/main" id="{7C8FCF21-2BD1-65C6-A9E9-57A39BB26C94}"/>
                </a:ext>
              </a:extLst>
            </p:cNvPr>
            <p:cNvSpPr/>
            <p:nvPr/>
          </p:nvSpPr>
          <p:spPr>
            <a:xfrm>
              <a:off x="2726910" y="2605046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490;p15">
              <a:extLst>
                <a:ext uri="{FF2B5EF4-FFF2-40B4-BE49-F238E27FC236}">
                  <a16:creationId xmlns:a16="http://schemas.microsoft.com/office/drawing/2014/main" id="{1D3AD69E-656D-9DAF-E59F-CDDDEF479BE3}"/>
                </a:ext>
              </a:extLst>
            </p:cNvPr>
            <p:cNvSpPr/>
            <p:nvPr/>
          </p:nvSpPr>
          <p:spPr>
            <a:xfrm>
              <a:off x="2726910" y="2652330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491;p15">
              <a:extLst>
                <a:ext uri="{FF2B5EF4-FFF2-40B4-BE49-F238E27FC236}">
                  <a16:creationId xmlns:a16="http://schemas.microsoft.com/office/drawing/2014/main" id="{1AAFD832-36A2-706A-EF27-6167E3897F05}"/>
                </a:ext>
              </a:extLst>
            </p:cNvPr>
            <p:cNvSpPr/>
            <p:nvPr/>
          </p:nvSpPr>
          <p:spPr>
            <a:xfrm>
              <a:off x="2726910" y="2699614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492;p15">
              <a:extLst>
                <a:ext uri="{FF2B5EF4-FFF2-40B4-BE49-F238E27FC236}">
                  <a16:creationId xmlns:a16="http://schemas.microsoft.com/office/drawing/2014/main" id="{97AF4C7E-407D-F62F-CA7C-24E57D4441FF}"/>
                </a:ext>
              </a:extLst>
            </p:cNvPr>
            <p:cNvSpPr/>
            <p:nvPr/>
          </p:nvSpPr>
          <p:spPr>
            <a:xfrm>
              <a:off x="2726910" y="274678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1"/>
                  </a:moveTo>
                  <a:lnTo>
                    <a:pt x="2079" y="1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493;p15">
              <a:extLst>
                <a:ext uri="{FF2B5EF4-FFF2-40B4-BE49-F238E27FC236}">
                  <a16:creationId xmlns:a16="http://schemas.microsoft.com/office/drawing/2014/main" id="{884DCB22-71CA-3B05-DC1D-19EE72438C58}"/>
                </a:ext>
              </a:extLst>
            </p:cNvPr>
            <p:cNvSpPr/>
            <p:nvPr/>
          </p:nvSpPr>
          <p:spPr>
            <a:xfrm>
              <a:off x="2726910" y="2794065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494;p15">
              <a:extLst>
                <a:ext uri="{FF2B5EF4-FFF2-40B4-BE49-F238E27FC236}">
                  <a16:creationId xmlns:a16="http://schemas.microsoft.com/office/drawing/2014/main" id="{0CE5D9DE-DE8D-BA33-1BB5-3FE75F39DC73}"/>
                </a:ext>
              </a:extLst>
            </p:cNvPr>
            <p:cNvSpPr/>
            <p:nvPr/>
          </p:nvSpPr>
          <p:spPr>
            <a:xfrm>
              <a:off x="2726910" y="2841291"/>
              <a:ext cx="121722" cy="59"/>
            </a:xfrm>
            <a:custGeom>
              <a:avLst/>
              <a:gdLst/>
              <a:ahLst/>
              <a:cxnLst/>
              <a:rect l="l" t="t" r="r" b="b"/>
              <a:pathLst>
                <a:path w="2080" h="1" fill="none" extrusionOk="0">
                  <a:moveTo>
                    <a:pt x="0" y="0"/>
                  </a:moveTo>
                  <a:lnTo>
                    <a:pt x="2079" y="0"/>
                  </a:lnTo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495;p15">
              <a:extLst>
                <a:ext uri="{FF2B5EF4-FFF2-40B4-BE49-F238E27FC236}">
                  <a16:creationId xmlns:a16="http://schemas.microsoft.com/office/drawing/2014/main" id="{81696A0E-EF17-F288-1277-9393C5007EC6}"/>
                </a:ext>
              </a:extLst>
            </p:cNvPr>
            <p:cNvSpPr/>
            <p:nvPr/>
          </p:nvSpPr>
          <p:spPr>
            <a:xfrm>
              <a:off x="2799417" y="2934864"/>
              <a:ext cx="222025" cy="76895"/>
            </a:xfrm>
            <a:custGeom>
              <a:avLst/>
              <a:gdLst/>
              <a:ahLst/>
              <a:cxnLst/>
              <a:rect l="l" t="t" r="r" b="b"/>
              <a:pathLst>
                <a:path w="3794" h="1314" extrusionOk="0">
                  <a:moveTo>
                    <a:pt x="0" y="1"/>
                  </a:moveTo>
                  <a:lnTo>
                    <a:pt x="0" y="1313"/>
                  </a:lnTo>
                  <a:lnTo>
                    <a:pt x="3793" y="1313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496;p15">
              <a:extLst>
                <a:ext uri="{FF2B5EF4-FFF2-40B4-BE49-F238E27FC236}">
                  <a16:creationId xmlns:a16="http://schemas.microsoft.com/office/drawing/2014/main" id="{20F43887-41E6-C36E-0C8B-9DC180EE82C4}"/>
                </a:ext>
              </a:extLst>
            </p:cNvPr>
            <p:cNvSpPr/>
            <p:nvPr/>
          </p:nvSpPr>
          <p:spPr>
            <a:xfrm>
              <a:off x="2848808" y="1870914"/>
              <a:ext cx="59" cy="1012630"/>
            </a:xfrm>
            <a:custGeom>
              <a:avLst/>
              <a:gdLst/>
              <a:ahLst/>
              <a:cxnLst/>
              <a:rect l="l" t="t" r="r" b="b"/>
              <a:pathLst>
                <a:path w="1" h="17304" fill="none" extrusionOk="0">
                  <a:moveTo>
                    <a:pt x="0" y="1"/>
                  </a:moveTo>
                  <a:lnTo>
                    <a:pt x="0" y="17304"/>
                  </a:lnTo>
                </a:path>
              </a:pathLst>
            </a:custGeom>
            <a:noFill/>
            <a:ln w="25" cap="flat" cmpd="sng">
              <a:solidFill>
                <a:srgbClr val="54C3C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497;p15">
              <a:extLst>
                <a:ext uri="{FF2B5EF4-FFF2-40B4-BE49-F238E27FC236}">
                  <a16:creationId xmlns:a16="http://schemas.microsoft.com/office/drawing/2014/main" id="{D9E02F61-C6BC-41D2-579D-45DF51C9E44B}"/>
                </a:ext>
              </a:extLst>
            </p:cNvPr>
            <p:cNvSpPr/>
            <p:nvPr/>
          </p:nvSpPr>
          <p:spPr>
            <a:xfrm>
              <a:off x="2971993" y="1871031"/>
              <a:ext cx="59" cy="1012513"/>
            </a:xfrm>
            <a:custGeom>
              <a:avLst/>
              <a:gdLst/>
              <a:ahLst/>
              <a:cxnLst/>
              <a:rect l="l" t="t" r="r" b="b"/>
              <a:pathLst>
                <a:path w="1" h="17302" fill="none" extrusionOk="0">
                  <a:moveTo>
                    <a:pt x="0" y="1"/>
                  </a:moveTo>
                  <a:lnTo>
                    <a:pt x="0" y="17302"/>
                  </a:lnTo>
                </a:path>
              </a:pathLst>
            </a:custGeom>
            <a:noFill/>
            <a:ln w="25" cap="flat" cmpd="sng">
              <a:solidFill>
                <a:srgbClr val="54C3C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498;p15">
              <a:extLst>
                <a:ext uri="{FF2B5EF4-FFF2-40B4-BE49-F238E27FC236}">
                  <a16:creationId xmlns:a16="http://schemas.microsoft.com/office/drawing/2014/main" id="{C34067AC-D392-6A00-9EF0-827704CD7BA6}"/>
                </a:ext>
              </a:extLst>
            </p:cNvPr>
            <p:cNvSpPr/>
            <p:nvPr/>
          </p:nvSpPr>
          <p:spPr>
            <a:xfrm>
              <a:off x="2904051" y="1799286"/>
              <a:ext cx="189897" cy="1212476"/>
            </a:xfrm>
            <a:custGeom>
              <a:avLst/>
              <a:gdLst/>
              <a:ahLst/>
              <a:cxnLst/>
              <a:rect l="l" t="t" r="r" b="b"/>
              <a:pathLst>
                <a:path w="3245" h="20719" extrusionOk="0">
                  <a:moveTo>
                    <a:pt x="1" y="1"/>
                  </a:moveTo>
                  <a:lnTo>
                    <a:pt x="1" y="20718"/>
                  </a:lnTo>
                  <a:lnTo>
                    <a:pt x="3244" y="20718"/>
                  </a:lnTo>
                  <a:lnTo>
                    <a:pt x="3244" y="1702"/>
                  </a:lnTo>
                  <a:lnTo>
                    <a:pt x="1880" y="1702"/>
                  </a:lnTo>
                  <a:lnTo>
                    <a:pt x="1880" y="315"/>
                  </a:lnTo>
                  <a:cubicBezTo>
                    <a:pt x="1880" y="117"/>
                    <a:pt x="1756" y="3"/>
                    <a:pt x="1623" y="3"/>
                  </a:cubicBezTo>
                  <a:cubicBezTo>
                    <a:pt x="1490" y="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499;p15">
              <a:extLst>
                <a:ext uri="{FF2B5EF4-FFF2-40B4-BE49-F238E27FC236}">
                  <a16:creationId xmlns:a16="http://schemas.microsoft.com/office/drawing/2014/main" id="{C61406BB-24C1-1E24-BD2D-0E3FD3A2F964}"/>
                </a:ext>
              </a:extLst>
            </p:cNvPr>
            <p:cNvSpPr/>
            <p:nvPr/>
          </p:nvSpPr>
          <p:spPr>
            <a:xfrm>
              <a:off x="3275890" y="2421528"/>
              <a:ext cx="251929" cy="53663"/>
            </a:xfrm>
            <a:custGeom>
              <a:avLst/>
              <a:gdLst/>
              <a:ahLst/>
              <a:cxnLst/>
              <a:rect l="l" t="t" r="r" b="b"/>
              <a:pathLst>
                <a:path w="4305" h="917" extrusionOk="0">
                  <a:moveTo>
                    <a:pt x="1" y="1"/>
                  </a:moveTo>
                  <a:lnTo>
                    <a:pt x="1" y="917"/>
                  </a:lnTo>
                  <a:lnTo>
                    <a:pt x="4304" y="917"/>
                  </a:lnTo>
                  <a:lnTo>
                    <a:pt x="4304" y="1"/>
                  </a:lnTo>
                  <a:close/>
                </a:path>
              </a:pathLst>
            </a:custGeom>
            <a:solidFill>
              <a:srgbClr val="245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500;p15">
              <a:extLst>
                <a:ext uri="{FF2B5EF4-FFF2-40B4-BE49-F238E27FC236}">
                  <a16:creationId xmlns:a16="http://schemas.microsoft.com/office/drawing/2014/main" id="{87994E29-B8B5-8978-E58F-1F720B293810}"/>
                </a:ext>
              </a:extLst>
            </p:cNvPr>
            <p:cNvSpPr/>
            <p:nvPr/>
          </p:nvSpPr>
          <p:spPr>
            <a:xfrm>
              <a:off x="3219652" y="2463311"/>
              <a:ext cx="364521" cy="548449"/>
            </a:xfrm>
            <a:custGeom>
              <a:avLst/>
              <a:gdLst/>
              <a:ahLst/>
              <a:cxnLst/>
              <a:rect l="l" t="t" r="r" b="b"/>
              <a:pathLst>
                <a:path w="6229" h="9372" extrusionOk="0">
                  <a:moveTo>
                    <a:pt x="0" y="0"/>
                  </a:moveTo>
                  <a:lnTo>
                    <a:pt x="0" y="9371"/>
                  </a:lnTo>
                  <a:lnTo>
                    <a:pt x="6228" y="9371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245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501;p15">
              <a:extLst>
                <a:ext uri="{FF2B5EF4-FFF2-40B4-BE49-F238E27FC236}">
                  <a16:creationId xmlns:a16="http://schemas.microsoft.com/office/drawing/2014/main" id="{D64A6824-B3EF-796D-F339-08955676E706}"/>
                </a:ext>
              </a:extLst>
            </p:cNvPr>
            <p:cNvSpPr/>
            <p:nvPr/>
          </p:nvSpPr>
          <p:spPr>
            <a:xfrm>
              <a:off x="3219652" y="2898699"/>
              <a:ext cx="364521" cy="113061"/>
            </a:xfrm>
            <a:custGeom>
              <a:avLst/>
              <a:gdLst/>
              <a:ahLst/>
              <a:cxnLst/>
              <a:rect l="l" t="t" r="r" b="b"/>
              <a:pathLst>
                <a:path w="6229" h="1932" extrusionOk="0">
                  <a:moveTo>
                    <a:pt x="0" y="1"/>
                  </a:moveTo>
                  <a:lnTo>
                    <a:pt x="0" y="1931"/>
                  </a:lnTo>
                  <a:lnTo>
                    <a:pt x="6228" y="1931"/>
                  </a:lnTo>
                  <a:lnTo>
                    <a:pt x="6228" y="1"/>
                  </a:lnTo>
                  <a:close/>
                </a:path>
              </a:pathLst>
            </a:custGeom>
            <a:solidFill>
              <a:srgbClr val="2C6B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502;p15">
              <a:extLst>
                <a:ext uri="{FF2B5EF4-FFF2-40B4-BE49-F238E27FC236}">
                  <a16:creationId xmlns:a16="http://schemas.microsoft.com/office/drawing/2014/main" id="{5888F28E-1F1D-5B68-87C6-433F5DE5B1A1}"/>
                </a:ext>
              </a:extLst>
            </p:cNvPr>
            <p:cNvSpPr/>
            <p:nvPr/>
          </p:nvSpPr>
          <p:spPr>
            <a:xfrm>
              <a:off x="3232760" y="2493683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1"/>
                  </a:moveTo>
                  <a:cubicBezTo>
                    <a:pt x="148" y="1"/>
                    <a:pt x="0" y="149"/>
                    <a:pt x="0" y="332"/>
                  </a:cubicBezTo>
                  <a:cubicBezTo>
                    <a:pt x="0" y="514"/>
                    <a:pt x="148" y="663"/>
                    <a:pt x="331" y="663"/>
                  </a:cubicBezTo>
                  <a:lnTo>
                    <a:pt x="5450" y="663"/>
                  </a:lnTo>
                  <a:cubicBezTo>
                    <a:pt x="5633" y="663"/>
                    <a:pt x="5781" y="514"/>
                    <a:pt x="5781" y="332"/>
                  </a:cubicBezTo>
                  <a:cubicBezTo>
                    <a:pt x="5781" y="149"/>
                    <a:pt x="5633" y="1"/>
                    <a:pt x="5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503;p15">
              <a:extLst>
                <a:ext uri="{FF2B5EF4-FFF2-40B4-BE49-F238E27FC236}">
                  <a16:creationId xmlns:a16="http://schemas.microsoft.com/office/drawing/2014/main" id="{1EAF27E5-B922-BD88-2841-039CBE32AA85}"/>
                </a:ext>
              </a:extLst>
            </p:cNvPr>
            <p:cNvSpPr/>
            <p:nvPr/>
          </p:nvSpPr>
          <p:spPr>
            <a:xfrm>
              <a:off x="3232760" y="2549394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0"/>
                  </a:moveTo>
                  <a:cubicBezTo>
                    <a:pt x="148" y="0"/>
                    <a:pt x="0" y="149"/>
                    <a:pt x="0" y="332"/>
                  </a:cubicBezTo>
                  <a:cubicBezTo>
                    <a:pt x="0" y="514"/>
                    <a:pt x="148" y="662"/>
                    <a:pt x="331" y="662"/>
                  </a:cubicBezTo>
                  <a:lnTo>
                    <a:pt x="5450" y="662"/>
                  </a:lnTo>
                  <a:cubicBezTo>
                    <a:pt x="5633" y="662"/>
                    <a:pt x="5781" y="514"/>
                    <a:pt x="5781" y="332"/>
                  </a:cubicBezTo>
                  <a:cubicBezTo>
                    <a:pt x="5781" y="149"/>
                    <a:pt x="5633" y="0"/>
                    <a:pt x="5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504;p15">
              <a:extLst>
                <a:ext uri="{FF2B5EF4-FFF2-40B4-BE49-F238E27FC236}">
                  <a16:creationId xmlns:a16="http://schemas.microsoft.com/office/drawing/2014/main" id="{5D895C4D-1C07-258D-9605-34CC6F9FAD2A}"/>
                </a:ext>
              </a:extLst>
            </p:cNvPr>
            <p:cNvSpPr/>
            <p:nvPr/>
          </p:nvSpPr>
          <p:spPr>
            <a:xfrm>
              <a:off x="3232760" y="2605046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1"/>
                  </a:moveTo>
                  <a:cubicBezTo>
                    <a:pt x="148" y="1"/>
                    <a:pt x="0" y="149"/>
                    <a:pt x="0" y="332"/>
                  </a:cubicBezTo>
                  <a:cubicBezTo>
                    <a:pt x="0" y="515"/>
                    <a:pt x="148" y="663"/>
                    <a:pt x="331" y="663"/>
                  </a:cubicBezTo>
                  <a:lnTo>
                    <a:pt x="5450" y="663"/>
                  </a:lnTo>
                  <a:cubicBezTo>
                    <a:pt x="5633" y="663"/>
                    <a:pt x="5781" y="515"/>
                    <a:pt x="5781" y="332"/>
                  </a:cubicBezTo>
                  <a:cubicBezTo>
                    <a:pt x="5781" y="149"/>
                    <a:pt x="5633" y="1"/>
                    <a:pt x="5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505;p15">
              <a:extLst>
                <a:ext uri="{FF2B5EF4-FFF2-40B4-BE49-F238E27FC236}">
                  <a16:creationId xmlns:a16="http://schemas.microsoft.com/office/drawing/2014/main" id="{A31A4D46-ABDF-C573-E9C7-9FEBC28EE8CF}"/>
                </a:ext>
              </a:extLst>
            </p:cNvPr>
            <p:cNvSpPr/>
            <p:nvPr/>
          </p:nvSpPr>
          <p:spPr>
            <a:xfrm>
              <a:off x="3232760" y="2660757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1"/>
                  </a:moveTo>
                  <a:cubicBezTo>
                    <a:pt x="148" y="1"/>
                    <a:pt x="0" y="149"/>
                    <a:pt x="0" y="332"/>
                  </a:cubicBezTo>
                  <a:cubicBezTo>
                    <a:pt x="0" y="514"/>
                    <a:pt x="148" y="663"/>
                    <a:pt x="331" y="663"/>
                  </a:cubicBezTo>
                  <a:lnTo>
                    <a:pt x="5450" y="663"/>
                  </a:lnTo>
                  <a:cubicBezTo>
                    <a:pt x="5633" y="663"/>
                    <a:pt x="5781" y="514"/>
                    <a:pt x="5781" y="332"/>
                  </a:cubicBezTo>
                  <a:cubicBezTo>
                    <a:pt x="5781" y="149"/>
                    <a:pt x="5633" y="1"/>
                    <a:pt x="5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506;p15">
              <a:extLst>
                <a:ext uri="{FF2B5EF4-FFF2-40B4-BE49-F238E27FC236}">
                  <a16:creationId xmlns:a16="http://schemas.microsoft.com/office/drawing/2014/main" id="{9DF2B179-18DA-2453-B7DF-A9F8B1D697C4}"/>
                </a:ext>
              </a:extLst>
            </p:cNvPr>
            <p:cNvSpPr/>
            <p:nvPr/>
          </p:nvSpPr>
          <p:spPr>
            <a:xfrm>
              <a:off x="3232760" y="2716468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0"/>
                  </a:moveTo>
                  <a:cubicBezTo>
                    <a:pt x="148" y="0"/>
                    <a:pt x="0" y="148"/>
                    <a:pt x="0" y="332"/>
                  </a:cubicBezTo>
                  <a:cubicBezTo>
                    <a:pt x="0" y="514"/>
                    <a:pt x="148" y="662"/>
                    <a:pt x="331" y="662"/>
                  </a:cubicBezTo>
                  <a:lnTo>
                    <a:pt x="5450" y="662"/>
                  </a:lnTo>
                  <a:cubicBezTo>
                    <a:pt x="5633" y="662"/>
                    <a:pt x="5781" y="514"/>
                    <a:pt x="5781" y="332"/>
                  </a:cubicBezTo>
                  <a:cubicBezTo>
                    <a:pt x="5781" y="148"/>
                    <a:pt x="5633" y="0"/>
                    <a:pt x="5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507;p15">
              <a:extLst>
                <a:ext uri="{FF2B5EF4-FFF2-40B4-BE49-F238E27FC236}">
                  <a16:creationId xmlns:a16="http://schemas.microsoft.com/office/drawing/2014/main" id="{A7F55DEF-67CC-64B3-B6E6-E4D447B14CD4}"/>
                </a:ext>
              </a:extLst>
            </p:cNvPr>
            <p:cNvSpPr/>
            <p:nvPr/>
          </p:nvSpPr>
          <p:spPr>
            <a:xfrm>
              <a:off x="3232760" y="2772120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1"/>
                  </a:moveTo>
                  <a:cubicBezTo>
                    <a:pt x="148" y="1"/>
                    <a:pt x="0" y="149"/>
                    <a:pt x="0" y="332"/>
                  </a:cubicBezTo>
                  <a:cubicBezTo>
                    <a:pt x="0" y="514"/>
                    <a:pt x="148" y="663"/>
                    <a:pt x="331" y="663"/>
                  </a:cubicBezTo>
                  <a:lnTo>
                    <a:pt x="5450" y="663"/>
                  </a:lnTo>
                  <a:cubicBezTo>
                    <a:pt x="5633" y="663"/>
                    <a:pt x="5781" y="514"/>
                    <a:pt x="5781" y="332"/>
                  </a:cubicBezTo>
                  <a:cubicBezTo>
                    <a:pt x="5781" y="149"/>
                    <a:pt x="5633" y="1"/>
                    <a:pt x="54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508;p15">
              <a:extLst>
                <a:ext uri="{FF2B5EF4-FFF2-40B4-BE49-F238E27FC236}">
                  <a16:creationId xmlns:a16="http://schemas.microsoft.com/office/drawing/2014/main" id="{259B545E-66F3-6C63-C3FE-00996F922D62}"/>
                </a:ext>
              </a:extLst>
            </p:cNvPr>
            <p:cNvSpPr/>
            <p:nvPr/>
          </p:nvSpPr>
          <p:spPr>
            <a:xfrm>
              <a:off x="3232760" y="2827831"/>
              <a:ext cx="338363" cy="38799"/>
            </a:xfrm>
            <a:custGeom>
              <a:avLst/>
              <a:gdLst/>
              <a:ahLst/>
              <a:cxnLst/>
              <a:rect l="l" t="t" r="r" b="b"/>
              <a:pathLst>
                <a:path w="5782" h="663" extrusionOk="0">
                  <a:moveTo>
                    <a:pt x="331" y="0"/>
                  </a:moveTo>
                  <a:cubicBezTo>
                    <a:pt x="148" y="0"/>
                    <a:pt x="0" y="149"/>
                    <a:pt x="0" y="332"/>
                  </a:cubicBezTo>
                  <a:cubicBezTo>
                    <a:pt x="0" y="514"/>
                    <a:pt x="148" y="662"/>
                    <a:pt x="331" y="662"/>
                  </a:cubicBezTo>
                  <a:lnTo>
                    <a:pt x="5450" y="662"/>
                  </a:lnTo>
                  <a:cubicBezTo>
                    <a:pt x="5633" y="662"/>
                    <a:pt x="5781" y="514"/>
                    <a:pt x="5781" y="332"/>
                  </a:cubicBezTo>
                  <a:cubicBezTo>
                    <a:pt x="5781" y="149"/>
                    <a:pt x="5633" y="0"/>
                    <a:pt x="5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509;p15">
              <a:extLst>
                <a:ext uri="{FF2B5EF4-FFF2-40B4-BE49-F238E27FC236}">
                  <a16:creationId xmlns:a16="http://schemas.microsoft.com/office/drawing/2014/main" id="{C5DC2B21-F1D0-0982-088D-AD7114E4B7BB}"/>
                </a:ext>
              </a:extLst>
            </p:cNvPr>
            <p:cNvSpPr/>
            <p:nvPr/>
          </p:nvSpPr>
          <p:spPr>
            <a:xfrm>
              <a:off x="3314045" y="2441015"/>
              <a:ext cx="175619" cy="462776"/>
            </a:xfrm>
            <a:custGeom>
              <a:avLst/>
              <a:gdLst/>
              <a:ahLst/>
              <a:cxnLst/>
              <a:rect l="l" t="t" r="r" b="b"/>
              <a:pathLst>
                <a:path w="3001" h="7908" extrusionOk="0">
                  <a:moveTo>
                    <a:pt x="1" y="0"/>
                  </a:moveTo>
                  <a:lnTo>
                    <a:pt x="1" y="7908"/>
                  </a:lnTo>
                  <a:lnTo>
                    <a:pt x="3001" y="7908"/>
                  </a:lnTo>
                  <a:lnTo>
                    <a:pt x="3001" y="0"/>
                  </a:lnTo>
                  <a:close/>
                </a:path>
              </a:pathLst>
            </a:custGeom>
            <a:solidFill>
              <a:srgbClr val="2C6B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510;p15">
              <a:extLst>
                <a:ext uri="{FF2B5EF4-FFF2-40B4-BE49-F238E27FC236}">
                  <a16:creationId xmlns:a16="http://schemas.microsoft.com/office/drawing/2014/main" id="{4DE82556-2D8B-A21B-3F9A-CF3C8F4BBA53}"/>
                </a:ext>
              </a:extLst>
            </p:cNvPr>
            <p:cNvSpPr/>
            <p:nvPr/>
          </p:nvSpPr>
          <p:spPr>
            <a:xfrm>
              <a:off x="3309071" y="2435924"/>
              <a:ext cx="185567" cy="472900"/>
            </a:xfrm>
            <a:custGeom>
              <a:avLst/>
              <a:gdLst/>
              <a:ahLst/>
              <a:cxnLst/>
              <a:rect l="l" t="t" r="r" b="b"/>
              <a:pathLst>
                <a:path w="3171" h="8081" extrusionOk="0">
                  <a:moveTo>
                    <a:pt x="2999" y="173"/>
                  </a:moveTo>
                  <a:lnTo>
                    <a:pt x="2999" y="7909"/>
                  </a:lnTo>
                  <a:lnTo>
                    <a:pt x="173" y="7909"/>
                  </a:lnTo>
                  <a:lnTo>
                    <a:pt x="173" y="173"/>
                  </a:lnTo>
                  <a:close/>
                  <a:moveTo>
                    <a:pt x="1" y="0"/>
                  </a:moveTo>
                  <a:lnTo>
                    <a:pt x="1" y="173"/>
                  </a:lnTo>
                  <a:lnTo>
                    <a:pt x="1" y="7909"/>
                  </a:lnTo>
                  <a:lnTo>
                    <a:pt x="1" y="8081"/>
                  </a:lnTo>
                  <a:lnTo>
                    <a:pt x="3171" y="8081"/>
                  </a:lnTo>
                  <a:lnTo>
                    <a:pt x="3171" y="7909"/>
                  </a:lnTo>
                  <a:lnTo>
                    <a:pt x="3171" y="173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rgbClr val="245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511;p15">
              <a:extLst>
                <a:ext uri="{FF2B5EF4-FFF2-40B4-BE49-F238E27FC236}">
                  <a16:creationId xmlns:a16="http://schemas.microsoft.com/office/drawing/2014/main" id="{B8EAD803-5F01-1A4E-4F51-75A82BFBB625}"/>
                </a:ext>
              </a:extLst>
            </p:cNvPr>
            <p:cNvSpPr/>
            <p:nvPr/>
          </p:nvSpPr>
          <p:spPr>
            <a:xfrm>
              <a:off x="3319136" y="2478468"/>
              <a:ext cx="165378" cy="38974"/>
            </a:xfrm>
            <a:custGeom>
              <a:avLst/>
              <a:gdLst/>
              <a:ahLst/>
              <a:cxnLst/>
              <a:rect l="l" t="t" r="r" b="b"/>
              <a:pathLst>
                <a:path w="2826" h="666" extrusionOk="0">
                  <a:moveTo>
                    <a:pt x="1" y="1"/>
                  </a:moveTo>
                  <a:lnTo>
                    <a:pt x="1" y="665"/>
                  </a:lnTo>
                  <a:lnTo>
                    <a:pt x="2826" y="665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512;p15">
              <a:extLst>
                <a:ext uri="{FF2B5EF4-FFF2-40B4-BE49-F238E27FC236}">
                  <a16:creationId xmlns:a16="http://schemas.microsoft.com/office/drawing/2014/main" id="{74041CB6-F542-E597-8727-5A8CF445C877}"/>
                </a:ext>
              </a:extLst>
            </p:cNvPr>
            <p:cNvSpPr/>
            <p:nvPr/>
          </p:nvSpPr>
          <p:spPr>
            <a:xfrm>
              <a:off x="3319136" y="2534178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1"/>
                  </a:moveTo>
                  <a:lnTo>
                    <a:pt x="1" y="665"/>
                  </a:lnTo>
                  <a:lnTo>
                    <a:pt x="2826" y="665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513;p15">
              <a:extLst>
                <a:ext uri="{FF2B5EF4-FFF2-40B4-BE49-F238E27FC236}">
                  <a16:creationId xmlns:a16="http://schemas.microsoft.com/office/drawing/2014/main" id="{83E9F6BF-3651-EC6F-E9A3-D7AF3135B3D0}"/>
                </a:ext>
              </a:extLst>
            </p:cNvPr>
            <p:cNvSpPr/>
            <p:nvPr/>
          </p:nvSpPr>
          <p:spPr>
            <a:xfrm>
              <a:off x="3319136" y="2589889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826" y="66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514;p15">
              <a:extLst>
                <a:ext uri="{FF2B5EF4-FFF2-40B4-BE49-F238E27FC236}">
                  <a16:creationId xmlns:a16="http://schemas.microsoft.com/office/drawing/2014/main" id="{E1AEFB58-B695-0CCB-C978-646184D5CD2D}"/>
                </a:ext>
              </a:extLst>
            </p:cNvPr>
            <p:cNvSpPr/>
            <p:nvPr/>
          </p:nvSpPr>
          <p:spPr>
            <a:xfrm>
              <a:off x="3319136" y="2645542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1"/>
                  </a:moveTo>
                  <a:lnTo>
                    <a:pt x="1" y="665"/>
                  </a:lnTo>
                  <a:lnTo>
                    <a:pt x="2826" y="665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515;p15">
              <a:extLst>
                <a:ext uri="{FF2B5EF4-FFF2-40B4-BE49-F238E27FC236}">
                  <a16:creationId xmlns:a16="http://schemas.microsoft.com/office/drawing/2014/main" id="{780462FE-4A48-A5FD-4805-65718A1725D4}"/>
                </a:ext>
              </a:extLst>
            </p:cNvPr>
            <p:cNvSpPr/>
            <p:nvPr/>
          </p:nvSpPr>
          <p:spPr>
            <a:xfrm>
              <a:off x="3319136" y="2701253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826" y="66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516;p15">
              <a:extLst>
                <a:ext uri="{FF2B5EF4-FFF2-40B4-BE49-F238E27FC236}">
                  <a16:creationId xmlns:a16="http://schemas.microsoft.com/office/drawing/2014/main" id="{4AA3DF49-B7B1-A20E-844B-499989151FC4}"/>
                </a:ext>
              </a:extLst>
            </p:cNvPr>
            <p:cNvSpPr/>
            <p:nvPr/>
          </p:nvSpPr>
          <p:spPr>
            <a:xfrm>
              <a:off x="3319136" y="2756905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1"/>
                  </a:moveTo>
                  <a:lnTo>
                    <a:pt x="1" y="665"/>
                  </a:lnTo>
                  <a:lnTo>
                    <a:pt x="2826" y="665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517;p15">
              <a:extLst>
                <a:ext uri="{FF2B5EF4-FFF2-40B4-BE49-F238E27FC236}">
                  <a16:creationId xmlns:a16="http://schemas.microsoft.com/office/drawing/2014/main" id="{D7AEA5B0-1A44-3D20-0707-F46B0058F3E0}"/>
                </a:ext>
              </a:extLst>
            </p:cNvPr>
            <p:cNvSpPr/>
            <p:nvPr/>
          </p:nvSpPr>
          <p:spPr>
            <a:xfrm>
              <a:off x="3319136" y="2812616"/>
              <a:ext cx="165378" cy="38916"/>
            </a:xfrm>
            <a:custGeom>
              <a:avLst/>
              <a:gdLst/>
              <a:ahLst/>
              <a:cxnLst/>
              <a:rect l="l" t="t" r="r" b="b"/>
              <a:pathLst>
                <a:path w="28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826" y="66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518;p15">
              <a:extLst>
                <a:ext uri="{FF2B5EF4-FFF2-40B4-BE49-F238E27FC236}">
                  <a16:creationId xmlns:a16="http://schemas.microsoft.com/office/drawing/2014/main" id="{406019D1-5E81-9CB7-4C9B-BB06198D82A7}"/>
                </a:ext>
              </a:extLst>
            </p:cNvPr>
            <p:cNvSpPr/>
            <p:nvPr/>
          </p:nvSpPr>
          <p:spPr>
            <a:xfrm>
              <a:off x="3300585" y="2898699"/>
              <a:ext cx="202538" cy="113061"/>
            </a:xfrm>
            <a:custGeom>
              <a:avLst/>
              <a:gdLst/>
              <a:ahLst/>
              <a:cxnLst/>
              <a:rect l="l" t="t" r="r" b="b"/>
              <a:pathLst>
                <a:path w="3461" h="1932" extrusionOk="0">
                  <a:moveTo>
                    <a:pt x="0" y="1"/>
                  </a:moveTo>
                  <a:lnTo>
                    <a:pt x="0" y="1931"/>
                  </a:lnTo>
                  <a:lnTo>
                    <a:pt x="3461" y="1931"/>
                  </a:lnTo>
                  <a:lnTo>
                    <a:pt x="3461" y="1"/>
                  </a:lnTo>
                  <a:close/>
                </a:path>
              </a:pathLst>
            </a:custGeom>
            <a:solidFill>
              <a:srgbClr val="37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519;p15">
              <a:extLst>
                <a:ext uri="{FF2B5EF4-FFF2-40B4-BE49-F238E27FC236}">
                  <a16:creationId xmlns:a16="http://schemas.microsoft.com/office/drawing/2014/main" id="{C08F9303-BBD7-87CE-5EE7-B1C30346B716}"/>
                </a:ext>
              </a:extLst>
            </p:cNvPr>
            <p:cNvSpPr/>
            <p:nvPr/>
          </p:nvSpPr>
          <p:spPr>
            <a:xfrm>
              <a:off x="3364548" y="2950079"/>
              <a:ext cx="74730" cy="61680"/>
            </a:xfrm>
            <a:custGeom>
              <a:avLst/>
              <a:gdLst/>
              <a:ahLst/>
              <a:cxnLst/>
              <a:rect l="l" t="t" r="r" b="b"/>
              <a:pathLst>
                <a:path w="1277" h="1054" extrusionOk="0">
                  <a:moveTo>
                    <a:pt x="0" y="1"/>
                  </a:moveTo>
                  <a:lnTo>
                    <a:pt x="0" y="1053"/>
                  </a:lnTo>
                  <a:lnTo>
                    <a:pt x="1276" y="1053"/>
                  </a:lnTo>
                  <a:lnTo>
                    <a:pt x="1276" y="1"/>
                  </a:lnTo>
                  <a:close/>
                </a:path>
              </a:pathLst>
            </a:custGeom>
            <a:solidFill>
              <a:srgbClr val="245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520;p15">
              <a:extLst>
                <a:ext uri="{FF2B5EF4-FFF2-40B4-BE49-F238E27FC236}">
                  <a16:creationId xmlns:a16="http://schemas.microsoft.com/office/drawing/2014/main" id="{7853B292-5BAB-D2B1-ECDD-FEF472C0D377}"/>
                </a:ext>
              </a:extLst>
            </p:cNvPr>
            <p:cNvSpPr/>
            <p:nvPr/>
          </p:nvSpPr>
          <p:spPr>
            <a:xfrm>
              <a:off x="3401884" y="2418309"/>
              <a:ext cx="182231" cy="593451"/>
            </a:xfrm>
            <a:custGeom>
              <a:avLst/>
              <a:gdLst/>
              <a:ahLst/>
              <a:cxnLst/>
              <a:rect l="l" t="t" r="r" b="b"/>
              <a:pathLst>
                <a:path w="3114" h="10141" extrusionOk="0">
                  <a:moveTo>
                    <a:pt x="1" y="1"/>
                  </a:moveTo>
                  <a:lnTo>
                    <a:pt x="1" y="10140"/>
                  </a:lnTo>
                  <a:lnTo>
                    <a:pt x="3113" y="10140"/>
                  </a:lnTo>
                  <a:lnTo>
                    <a:pt x="3113" y="769"/>
                  </a:lnTo>
                  <a:lnTo>
                    <a:pt x="2134" y="769"/>
                  </a:lnTo>
                  <a:lnTo>
                    <a:pt x="2151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521;p15">
              <a:extLst>
                <a:ext uri="{FF2B5EF4-FFF2-40B4-BE49-F238E27FC236}">
                  <a16:creationId xmlns:a16="http://schemas.microsoft.com/office/drawing/2014/main" id="{EE0FE7DE-F0C0-BF0E-5380-BBB6ED925F7C}"/>
                </a:ext>
              </a:extLst>
            </p:cNvPr>
            <p:cNvSpPr/>
            <p:nvPr/>
          </p:nvSpPr>
          <p:spPr>
            <a:xfrm>
              <a:off x="4082300" y="2516857"/>
              <a:ext cx="192414" cy="132606"/>
            </a:xfrm>
            <a:custGeom>
              <a:avLst/>
              <a:gdLst/>
              <a:ahLst/>
              <a:cxnLst/>
              <a:rect l="l" t="t" r="r" b="b"/>
              <a:pathLst>
                <a:path w="3288" h="2266" extrusionOk="0">
                  <a:moveTo>
                    <a:pt x="1644" y="1"/>
                  </a:moveTo>
                  <a:cubicBezTo>
                    <a:pt x="736" y="1"/>
                    <a:pt x="0" y="508"/>
                    <a:pt x="0" y="1132"/>
                  </a:cubicBezTo>
                  <a:cubicBezTo>
                    <a:pt x="0" y="1758"/>
                    <a:pt x="736" y="2265"/>
                    <a:pt x="1644" y="2265"/>
                  </a:cubicBezTo>
                  <a:cubicBezTo>
                    <a:pt x="2552" y="2265"/>
                    <a:pt x="3288" y="1758"/>
                    <a:pt x="3288" y="1132"/>
                  </a:cubicBezTo>
                  <a:cubicBezTo>
                    <a:pt x="3288" y="508"/>
                    <a:pt x="2552" y="1"/>
                    <a:pt x="1644" y="1"/>
                  </a:cubicBezTo>
                  <a:close/>
                </a:path>
              </a:pathLst>
            </a:custGeom>
            <a:solidFill>
              <a:srgbClr val="4C9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522;p15">
              <a:extLst>
                <a:ext uri="{FF2B5EF4-FFF2-40B4-BE49-F238E27FC236}">
                  <a16:creationId xmlns:a16="http://schemas.microsoft.com/office/drawing/2014/main" id="{B1C5C10E-B600-57AB-4A19-A1E991FBCBEE}"/>
                </a:ext>
              </a:extLst>
            </p:cNvPr>
            <p:cNvSpPr/>
            <p:nvPr/>
          </p:nvSpPr>
          <p:spPr>
            <a:xfrm>
              <a:off x="3813984" y="2735019"/>
              <a:ext cx="460728" cy="278848"/>
            </a:xfrm>
            <a:custGeom>
              <a:avLst/>
              <a:gdLst/>
              <a:ahLst/>
              <a:cxnLst/>
              <a:rect l="l" t="t" r="r" b="b"/>
              <a:pathLst>
                <a:path w="7873" h="4765" extrusionOk="0">
                  <a:moveTo>
                    <a:pt x="0" y="0"/>
                  </a:moveTo>
                  <a:lnTo>
                    <a:pt x="0" y="4764"/>
                  </a:lnTo>
                  <a:lnTo>
                    <a:pt x="7873" y="4764"/>
                  </a:lnTo>
                  <a:lnTo>
                    <a:pt x="78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523;p15">
              <a:extLst>
                <a:ext uri="{FF2B5EF4-FFF2-40B4-BE49-F238E27FC236}">
                  <a16:creationId xmlns:a16="http://schemas.microsoft.com/office/drawing/2014/main" id="{F87473FF-0844-B869-91EC-0355C12705A4}"/>
                </a:ext>
              </a:extLst>
            </p:cNvPr>
            <p:cNvSpPr/>
            <p:nvPr/>
          </p:nvSpPr>
          <p:spPr>
            <a:xfrm>
              <a:off x="4082300" y="2583101"/>
              <a:ext cx="192414" cy="430766"/>
            </a:xfrm>
            <a:custGeom>
              <a:avLst/>
              <a:gdLst/>
              <a:ahLst/>
              <a:cxnLst/>
              <a:rect l="l" t="t" r="r" b="b"/>
              <a:pathLst>
                <a:path w="3288" h="7361" extrusionOk="0">
                  <a:moveTo>
                    <a:pt x="0" y="0"/>
                  </a:moveTo>
                  <a:lnTo>
                    <a:pt x="0" y="7360"/>
                  </a:lnTo>
                  <a:lnTo>
                    <a:pt x="3288" y="7360"/>
                  </a:lnTo>
                  <a:lnTo>
                    <a:pt x="32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524;p15">
              <a:extLst>
                <a:ext uri="{FF2B5EF4-FFF2-40B4-BE49-F238E27FC236}">
                  <a16:creationId xmlns:a16="http://schemas.microsoft.com/office/drawing/2014/main" id="{CE9387A9-1DE1-2C39-D5D7-1A5CF7F49D66}"/>
                </a:ext>
              </a:extLst>
            </p:cNvPr>
            <p:cNvSpPr/>
            <p:nvPr/>
          </p:nvSpPr>
          <p:spPr>
            <a:xfrm>
              <a:off x="4106352" y="2611425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0"/>
                  </a:moveTo>
                  <a:lnTo>
                    <a:pt x="0" y="565"/>
                  </a:lnTo>
                  <a:lnTo>
                    <a:pt x="565" y="565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525;p15">
              <a:extLst>
                <a:ext uri="{FF2B5EF4-FFF2-40B4-BE49-F238E27FC236}">
                  <a16:creationId xmlns:a16="http://schemas.microsoft.com/office/drawing/2014/main" id="{BD7D63B6-8E90-87FC-26D7-B0DD17C4A4DF}"/>
                </a:ext>
              </a:extLst>
            </p:cNvPr>
            <p:cNvSpPr/>
            <p:nvPr/>
          </p:nvSpPr>
          <p:spPr>
            <a:xfrm>
              <a:off x="4161829" y="2611425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0"/>
                  </a:moveTo>
                  <a:lnTo>
                    <a:pt x="1" y="565"/>
                  </a:lnTo>
                  <a:lnTo>
                    <a:pt x="567" y="565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526;p15">
              <a:extLst>
                <a:ext uri="{FF2B5EF4-FFF2-40B4-BE49-F238E27FC236}">
                  <a16:creationId xmlns:a16="http://schemas.microsoft.com/office/drawing/2014/main" id="{93E46979-F994-AD96-9A7A-68829DA35221}"/>
                </a:ext>
              </a:extLst>
            </p:cNvPr>
            <p:cNvSpPr/>
            <p:nvPr/>
          </p:nvSpPr>
          <p:spPr>
            <a:xfrm>
              <a:off x="4217482" y="2611425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0"/>
                  </a:moveTo>
                  <a:lnTo>
                    <a:pt x="0" y="565"/>
                  </a:lnTo>
                  <a:lnTo>
                    <a:pt x="565" y="565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527;p15">
              <a:extLst>
                <a:ext uri="{FF2B5EF4-FFF2-40B4-BE49-F238E27FC236}">
                  <a16:creationId xmlns:a16="http://schemas.microsoft.com/office/drawing/2014/main" id="{4C452B74-5115-147B-27B9-2AFC0208B9F9}"/>
                </a:ext>
              </a:extLst>
            </p:cNvPr>
            <p:cNvSpPr/>
            <p:nvPr/>
          </p:nvSpPr>
          <p:spPr>
            <a:xfrm>
              <a:off x="4106352" y="266380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528;p15">
              <a:extLst>
                <a:ext uri="{FF2B5EF4-FFF2-40B4-BE49-F238E27FC236}">
                  <a16:creationId xmlns:a16="http://schemas.microsoft.com/office/drawing/2014/main" id="{4DB67565-74C1-DA76-C2C0-988AFA7015E7}"/>
                </a:ext>
              </a:extLst>
            </p:cNvPr>
            <p:cNvSpPr/>
            <p:nvPr/>
          </p:nvSpPr>
          <p:spPr>
            <a:xfrm>
              <a:off x="4161829" y="2663800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1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529;p15">
              <a:extLst>
                <a:ext uri="{FF2B5EF4-FFF2-40B4-BE49-F238E27FC236}">
                  <a16:creationId xmlns:a16="http://schemas.microsoft.com/office/drawing/2014/main" id="{B310AF2F-DBCB-C9DB-446D-B19C7C4D49B4}"/>
                </a:ext>
              </a:extLst>
            </p:cNvPr>
            <p:cNvSpPr/>
            <p:nvPr/>
          </p:nvSpPr>
          <p:spPr>
            <a:xfrm>
              <a:off x="4217482" y="266380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530;p15">
              <a:extLst>
                <a:ext uri="{FF2B5EF4-FFF2-40B4-BE49-F238E27FC236}">
                  <a16:creationId xmlns:a16="http://schemas.microsoft.com/office/drawing/2014/main" id="{F3382104-DBEB-36F1-9D09-02C0B837CF2D}"/>
                </a:ext>
              </a:extLst>
            </p:cNvPr>
            <p:cNvSpPr/>
            <p:nvPr/>
          </p:nvSpPr>
          <p:spPr>
            <a:xfrm>
              <a:off x="4106352" y="2714186"/>
              <a:ext cx="33122" cy="33181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0" y="0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531;p15">
              <a:extLst>
                <a:ext uri="{FF2B5EF4-FFF2-40B4-BE49-F238E27FC236}">
                  <a16:creationId xmlns:a16="http://schemas.microsoft.com/office/drawing/2014/main" id="{6CA07E00-D0F8-BA69-F3A0-321E7CA87B27}"/>
                </a:ext>
              </a:extLst>
            </p:cNvPr>
            <p:cNvSpPr/>
            <p:nvPr/>
          </p:nvSpPr>
          <p:spPr>
            <a:xfrm>
              <a:off x="4161829" y="2714186"/>
              <a:ext cx="33181" cy="33181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1" y="0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532;p15">
              <a:extLst>
                <a:ext uri="{FF2B5EF4-FFF2-40B4-BE49-F238E27FC236}">
                  <a16:creationId xmlns:a16="http://schemas.microsoft.com/office/drawing/2014/main" id="{62CDF712-8F56-5005-F4AD-13E542064CAE}"/>
                </a:ext>
              </a:extLst>
            </p:cNvPr>
            <p:cNvSpPr/>
            <p:nvPr/>
          </p:nvSpPr>
          <p:spPr>
            <a:xfrm>
              <a:off x="4217482" y="2714186"/>
              <a:ext cx="33122" cy="33181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0" y="0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533;p15">
              <a:extLst>
                <a:ext uri="{FF2B5EF4-FFF2-40B4-BE49-F238E27FC236}">
                  <a16:creationId xmlns:a16="http://schemas.microsoft.com/office/drawing/2014/main" id="{23854F1D-B998-9D2E-B93D-AA17C68D6466}"/>
                </a:ext>
              </a:extLst>
            </p:cNvPr>
            <p:cNvSpPr/>
            <p:nvPr/>
          </p:nvSpPr>
          <p:spPr>
            <a:xfrm>
              <a:off x="4106352" y="276463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534;p15">
              <a:extLst>
                <a:ext uri="{FF2B5EF4-FFF2-40B4-BE49-F238E27FC236}">
                  <a16:creationId xmlns:a16="http://schemas.microsoft.com/office/drawing/2014/main" id="{FE292737-F01F-AEF0-3C96-2B98CDBF315E}"/>
                </a:ext>
              </a:extLst>
            </p:cNvPr>
            <p:cNvSpPr/>
            <p:nvPr/>
          </p:nvSpPr>
          <p:spPr>
            <a:xfrm>
              <a:off x="4161829" y="2764630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1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535;p15">
              <a:extLst>
                <a:ext uri="{FF2B5EF4-FFF2-40B4-BE49-F238E27FC236}">
                  <a16:creationId xmlns:a16="http://schemas.microsoft.com/office/drawing/2014/main" id="{57A95AC6-E850-7826-53FD-5E0152D43791}"/>
                </a:ext>
              </a:extLst>
            </p:cNvPr>
            <p:cNvSpPr/>
            <p:nvPr/>
          </p:nvSpPr>
          <p:spPr>
            <a:xfrm>
              <a:off x="3831599" y="2770774"/>
              <a:ext cx="236772" cy="20833"/>
            </a:xfrm>
            <a:custGeom>
              <a:avLst/>
              <a:gdLst/>
              <a:ahLst/>
              <a:cxnLst/>
              <a:rect l="l" t="t" r="r" b="b"/>
              <a:pathLst>
                <a:path w="4046" h="356" extrusionOk="0">
                  <a:moveTo>
                    <a:pt x="0" y="0"/>
                  </a:moveTo>
                  <a:lnTo>
                    <a:pt x="0" y="355"/>
                  </a:lnTo>
                  <a:lnTo>
                    <a:pt x="4046" y="355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536;p15">
              <a:extLst>
                <a:ext uri="{FF2B5EF4-FFF2-40B4-BE49-F238E27FC236}">
                  <a16:creationId xmlns:a16="http://schemas.microsoft.com/office/drawing/2014/main" id="{A5414C28-E569-4B0D-1E93-25B4234A6501}"/>
                </a:ext>
              </a:extLst>
            </p:cNvPr>
            <p:cNvSpPr/>
            <p:nvPr/>
          </p:nvSpPr>
          <p:spPr>
            <a:xfrm>
              <a:off x="3831599" y="2821219"/>
              <a:ext cx="236772" cy="20775"/>
            </a:xfrm>
            <a:custGeom>
              <a:avLst/>
              <a:gdLst/>
              <a:ahLst/>
              <a:cxnLst/>
              <a:rect l="l" t="t" r="r" b="b"/>
              <a:pathLst>
                <a:path w="4046" h="355" extrusionOk="0">
                  <a:moveTo>
                    <a:pt x="0" y="1"/>
                  </a:moveTo>
                  <a:lnTo>
                    <a:pt x="0" y="355"/>
                  </a:lnTo>
                  <a:lnTo>
                    <a:pt x="4046" y="355"/>
                  </a:lnTo>
                  <a:lnTo>
                    <a:pt x="40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537;p15">
              <a:extLst>
                <a:ext uri="{FF2B5EF4-FFF2-40B4-BE49-F238E27FC236}">
                  <a16:creationId xmlns:a16="http://schemas.microsoft.com/office/drawing/2014/main" id="{83736FB6-387D-29B7-29C7-78A1F7F94423}"/>
                </a:ext>
              </a:extLst>
            </p:cNvPr>
            <p:cNvSpPr/>
            <p:nvPr/>
          </p:nvSpPr>
          <p:spPr>
            <a:xfrm>
              <a:off x="3831599" y="2871604"/>
              <a:ext cx="236772" cy="20775"/>
            </a:xfrm>
            <a:custGeom>
              <a:avLst/>
              <a:gdLst/>
              <a:ahLst/>
              <a:cxnLst/>
              <a:rect l="l" t="t" r="r" b="b"/>
              <a:pathLst>
                <a:path w="4046" h="355" extrusionOk="0">
                  <a:moveTo>
                    <a:pt x="0" y="0"/>
                  </a:moveTo>
                  <a:lnTo>
                    <a:pt x="0" y="354"/>
                  </a:lnTo>
                  <a:lnTo>
                    <a:pt x="4046" y="354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538;p15">
              <a:extLst>
                <a:ext uri="{FF2B5EF4-FFF2-40B4-BE49-F238E27FC236}">
                  <a16:creationId xmlns:a16="http://schemas.microsoft.com/office/drawing/2014/main" id="{2F7FD2BC-701D-8893-57C0-37A338961A29}"/>
                </a:ext>
              </a:extLst>
            </p:cNvPr>
            <p:cNvSpPr/>
            <p:nvPr/>
          </p:nvSpPr>
          <p:spPr>
            <a:xfrm>
              <a:off x="3831599" y="2921990"/>
              <a:ext cx="236772" cy="20833"/>
            </a:xfrm>
            <a:custGeom>
              <a:avLst/>
              <a:gdLst/>
              <a:ahLst/>
              <a:cxnLst/>
              <a:rect l="l" t="t" r="r" b="b"/>
              <a:pathLst>
                <a:path w="4046" h="356" extrusionOk="0">
                  <a:moveTo>
                    <a:pt x="0" y="1"/>
                  </a:moveTo>
                  <a:lnTo>
                    <a:pt x="0" y="356"/>
                  </a:lnTo>
                  <a:lnTo>
                    <a:pt x="4046" y="356"/>
                  </a:lnTo>
                  <a:lnTo>
                    <a:pt x="40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539;p15">
              <a:extLst>
                <a:ext uri="{FF2B5EF4-FFF2-40B4-BE49-F238E27FC236}">
                  <a16:creationId xmlns:a16="http://schemas.microsoft.com/office/drawing/2014/main" id="{6F913DA7-D7D0-69D7-9148-43C3143C6D53}"/>
                </a:ext>
              </a:extLst>
            </p:cNvPr>
            <p:cNvSpPr/>
            <p:nvPr/>
          </p:nvSpPr>
          <p:spPr>
            <a:xfrm>
              <a:off x="4217482" y="276463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540;p15">
              <a:extLst>
                <a:ext uri="{FF2B5EF4-FFF2-40B4-BE49-F238E27FC236}">
                  <a16:creationId xmlns:a16="http://schemas.microsoft.com/office/drawing/2014/main" id="{120E3392-2649-6065-FB44-B4B48A5090F8}"/>
                </a:ext>
              </a:extLst>
            </p:cNvPr>
            <p:cNvSpPr/>
            <p:nvPr/>
          </p:nvSpPr>
          <p:spPr>
            <a:xfrm>
              <a:off x="4106352" y="2815015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0"/>
                  </a:moveTo>
                  <a:lnTo>
                    <a:pt x="0" y="565"/>
                  </a:lnTo>
                  <a:lnTo>
                    <a:pt x="565" y="565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541;p15">
              <a:extLst>
                <a:ext uri="{FF2B5EF4-FFF2-40B4-BE49-F238E27FC236}">
                  <a16:creationId xmlns:a16="http://schemas.microsoft.com/office/drawing/2014/main" id="{68BD77EB-201D-A680-6AEE-C565CDDBE5F9}"/>
                </a:ext>
              </a:extLst>
            </p:cNvPr>
            <p:cNvSpPr/>
            <p:nvPr/>
          </p:nvSpPr>
          <p:spPr>
            <a:xfrm>
              <a:off x="4161829" y="2815015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0"/>
                  </a:moveTo>
                  <a:lnTo>
                    <a:pt x="1" y="565"/>
                  </a:lnTo>
                  <a:lnTo>
                    <a:pt x="567" y="565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542;p15">
              <a:extLst>
                <a:ext uri="{FF2B5EF4-FFF2-40B4-BE49-F238E27FC236}">
                  <a16:creationId xmlns:a16="http://schemas.microsoft.com/office/drawing/2014/main" id="{F67C3454-AF79-5F46-0882-30EE7BDA22EA}"/>
                </a:ext>
              </a:extLst>
            </p:cNvPr>
            <p:cNvSpPr/>
            <p:nvPr/>
          </p:nvSpPr>
          <p:spPr>
            <a:xfrm>
              <a:off x="4217482" y="2815015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0"/>
                  </a:moveTo>
                  <a:lnTo>
                    <a:pt x="0" y="565"/>
                  </a:lnTo>
                  <a:lnTo>
                    <a:pt x="565" y="565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543;p15">
              <a:extLst>
                <a:ext uri="{FF2B5EF4-FFF2-40B4-BE49-F238E27FC236}">
                  <a16:creationId xmlns:a16="http://schemas.microsoft.com/office/drawing/2014/main" id="{95FF6AE1-4FBB-E2EC-07D0-6C270B64D53F}"/>
                </a:ext>
              </a:extLst>
            </p:cNvPr>
            <p:cNvSpPr/>
            <p:nvPr/>
          </p:nvSpPr>
          <p:spPr>
            <a:xfrm>
              <a:off x="4106352" y="286546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544;p15">
              <a:extLst>
                <a:ext uri="{FF2B5EF4-FFF2-40B4-BE49-F238E27FC236}">
                  <a16:creationId xmlns:a16="http://schemas.microsoft.com/office/drawing/2014/main" id="{5F72B7A0-6447-7A24-A416-BECEDBA6FAC2}"/>
                </a:ext>
              </a:extLst>
            </p:cNvPr>
            <p:cNvSpPr/>
            <p:nvPr/>
          </p:nvSpPr>
          <p:spPr>
            <a:xfrm>
              <a:off x="4161829" y="2865460"/>
              <a:ext cx="33181" cy="33122"/>
            </a:xfrm>
            <a:custGeom>
              <a:avLst/>
              <a:gdLst/>
              <a:ahLst/>
              <a:cxnLst/>
              <a:rect l="l" t="t" r="r" b="b"/>
              <a:pathLst>
                <a:path w="567" h="566" extrusionOk="0">
                  <a:moveTo>
                    <a:pt x="1" y="1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545;p15">
              <a:extLst>
                <a:ext uri="{FF2B5EF4-FFF2-40B4-BE49-F238E27FC236}">
                  <a16:creationId xmlns:a16="http://schemas.microsoft.com/office/drawing/2014/main" id="{A06302FF-BCCC-0710-FDD1-E7F9C033F190}"/>
                </a:ext>
              </a:extLst>
            </p:cNvPr>
            <p:cNvSpPr/>
            <p:nvPr/>
          </p:nvSpPr>
          <p:spPr>
            <a:xfrm>
              <a:off x="4217482" y="2865460"/>
              <a:ext cx="33122" cy="33122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0" y="1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1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546;p15">
              <a:extLst>
                <a:ext uri="{FF2B5EF4-FFF2-40B4-BE49-F238E27FC236}">
                  <a16:creationId xmlns:a16="http://schemas.microsoft.com/office/drawing/2014/main" id="{BEE3CA3E-C10A-2C41-5AEB-E3212FA9C22C}"/>
                </a:ext>
              </a:extLst>
            </p:cNvPr>
            <p:cNvSpPr/>
            <p:nvPr/>
          </p:nvSpPr>
          <p:spPr>
            <a:xfrm>
              <a:off x="4106352" y="2915904"/>
              <a:ext cx="33122" cy="33181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0" y="0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547;p15">
              <a:extLst>
                <a:ext uri="{FF2B5EF4-FFF2-40B4-BE49-F238E27FC236}">
                  <a16:creationId xmlns:a16="http://schemas.microsoft.com/office/drawing/2014/main" id="{A81DBDC8-F72A-D522-3E33-DE80E9A7BF10}"/>
                </a:ext>
              </a:extLst>
            </p:cNvPr>
            <p:cNvSpPr/>
            <p:nvPr/>
          </p:nvSpPr>
          <p:spPr>
            <a:xfrm>
              <a:off x="4161829" y="2915904"/>
              <a:ext cx="33181" cy="33181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1" y="0"/>
                  </a:moveTo>
                  <a:lnTo>
                    <a:pt x="1" y="566"/>
                  </a:lnTo>
                  <a:lnTo>
                    <a:pt x="567" y="566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548;p15">
              <a:extLst>
                <a:ext uri="{FF2B5EF4-FFF2-40B4-BE49-F238E27FC236}">
                  <a16:creationId xmlns:a16="http://schemas.microsoft.com/office/drawing/2014/main" id="{4ADC2CC7-4027-5F6C-C602-E10E263552E1}"/>
                </a:ext>
              </a:extLst>
            </p:cNvPr>
            <p:cNvSpPr/>
            <p:nvPr/>
          </p:nvSpPr>
          <p:spPr>
            <a:xfrm>
              <a:off x="4217482" y="2915904"/>
              <a:ext cx="33122" cy="33181"/>
            </a:xfrm>
            <a:custGeom>
              <a:avLst/>
              <a:gdLst/>
              <a:ahLst/>
              <a:cxnLst/>
              <a:rect l="l" t="t" r="r" b="b"/>
              <a:pathLst>
                <a:path w="566" h="567" extrusionOk="0">
                  <a:moveTo>
                    <a:pt x="0" y="0"/>
                  </a:moveTo>
                  <a:lnTo>
                    <a:pt x="0" y="566"/>
                  </a:lnTo>
                  <a:lnTo>
                    <a:pt x="565" y="566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71E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549;p15">
              <a:extLst>
                <a:ext uri="{FF2B5EF4-FFF2-40B4-BE49-F238E27FC236}">
                  <a16:creationId xmlns:a16="http://schemas.microsoft.com/office/drawing/2014/main" id="{A954E056-D888-87C2-D8CC-F30A6FBAED9C}"/>
                </a:ext>
              </a:extLst>
            </p:cNvPr>
            <p:cNvSpPr/>
            <p:nvPr/>
          </p:nvSpPr>
          <p:spPr>
            <a:xfrm>
              <a:off x="3911362" y="2967050"/>
              <a:ext cx="64606" cy="46875"/>
            </a:xfrm>
            <a:custGeom>
              <a:avLst/>
              <a:gdLst/>
              <a:ahLst/>
              <a:cxnLst/>
              <a:rect l="l" t="t" r="r" b="b"/>
              <a:pathLst>
                <a:path w="1104" h="801" extrusionOk="0">
                  <a:moveTo>
                    <a:pt x="1" y="0"/>
                  </a:moveTo>
                  <a:lnTo>
                    <a:pt x="1" y="800"/>
                  </a:lnTo>
                  <a:lnTo>
                    <a:pt x="1104" y="800"/>
                  </a:lnTo>
                  <a:lnTo>
                    <a:pt x="1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550;p15">
              <a:extLst>
                <a:ext uri="{FF2B5EF4-FFF2-40B4-BE49-F238E27FC236}">
                  <a16:creationId xmlns:a16="http://schemas.microsoft.com/office/drawing/2014/main" id="{3E6EA75F-B536-96FE-F423-7D0BC7F7C8FA}"/>
                </a:ext>
              </a:extLst>
            </p:cNvPr>
            <p:cNvSpPr/>
            <p:nvPr/>
          </p:nvSpPr>
          <p:spPr>
            <a:xfrm>
              <a:off x="4161829" y="2967050"/>
              <a:ext cx="33181" cy="46875"/>
            </a:xfrm>
            <a:custGeom>
              <a:avLst/>
              <a:gdLst/>
              <a:ahLst/>
              <a:cxnLst/>
              <a:rect l="l" t="t" r="r" b="b"/>
              <a:pathLst>
                <a:path w="567" h="801" extrusionOk="0">
                  <a:moveTo>
                    <a:pt x="1" y="0"/>
                  </a:moveTo>
                  <a:lnTo>
                    <a:pt x="1" y="800"/>
                  </a:lnTo>
                  <a:lnTo>
                    <a:pt x="567" y="800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551;p15">
              <a:extLst>
                <a:ext uri="{FF2B5EF4-FFF2-40B4-BE49-F238E27FC236}">
                  <a16:creationId xmlns:a16="http://schemas.microsoft.com/office/drawing/2014/main" id="{62C4DB4D-27DD-3F29-E2E6-4B91E88EC54D}"/>
                </a:ext>
              </a:extLst>
            </p:cNvPr>
            <p:cNvSpPr/>
            <p:nvPr/>
          </p:nvSpPr>
          <p:spPr>
            <a:xfrm>
              <a:off x="4068372" y="2574791"/>
              <a:ext cx="216465" cy="17732"/>
            </a:xfrm>
            <a:custGeom>
              <a:avLst/>
              <a:gdLst/>
              <a:ahLst/>
              <a:cxnLst/>
              <a:rect l="l" t="t" r="r" b="b"/>
              <a:pathLst>
                <a:path w="3699" h="303" extrusionOk="0">
                  <a:moveTo>
                    <a:pt x="3551" y="0"/>
                  </a:moveTo>
                  <a:cubicBezTo>
                    <a:pt x="3550" y="0"/>
                    <a:pt x="3548" y="0"/>
                    <a:pt x="3547" y="0"/>
                  </a:cubicBezTo>
                  <a:lnTo>
                    <a:pt x="151" y="0"/>
                  </a:lnTo>
                  <a:cubicBezTo>
                    <a:pt x="68" y="0"/>
                    <a:pt x="1" y="68"/>
                    <a:pt x="1" y="151"/>
                  </a:cubicBezTo>
                  <a:cubicBezTo>
                    <a:pt x="1" y="234"/>
                    <a:pt x="68" y="302"/>
                    <a:pt x="151" y="302"/>
                  </a:cubicBezTo>
                  <a:lnTo>
                    <a:pt x="3547" y="302"/>
                  </a:lnTo>
                  <a:cubicBezTo>
                    <a:pt x="3630" y="302"/>
                    <a:pt x="3699" y="234"/>
                    <a:pt x="3699" y="151"/>
                  </a:cubicBezTo>
                  <a:cubicBezTo>
                    <a:pt x="3699" y="68"/>
                    <a:pt x="3632" y="0"/>
                    <a:pt x="3551" y="0"/>
                  </a:cubicBezTo>
                  <a:close/>
                </a:path>
              </a:pathLst>
            </a:custGeom>
            <a:solidFill>
              <a:srgbClr val="0E3B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552;p15">
              <a:extLst>
                <a:ext uri="{FF2B5EF4-FFF2-40B4-BE49-F238E27FC236}">
                  <a16:creationId xmlns:a16="http://schemas.microsoft.com/office/drawing/2014/main" id="{38A71E38-0FDA-D302-8232-2C18C23031D5}"/>
                </a:ext>
              </a:extLst>
            </p:cNvPr>
            <p:cNvSpPr/>
            <p:nvPr/>
          </p:nvSpPr>
          <p:spPr>
            <a:xfrm>
              <a:off x="4176693" y="2516857"/>
              <a:ext cx="108203" cy="497069"/>
            </a:xfrm>
            <a:custGeom>
              <a:avLst/>
              <a:gdLst/>
              <a:ahLst/>
              <a:cxnLst/>
              <a:rect l="l" t="t" r="r" b="b"/>
              <a:pathLst>
                <a:path w="1849" h="8494" extrusionOk="0">
                  <a:moveTo>
                    <a:pt x="32" y="1"/>
                  </a:moveTo>
                  <a:cubicBezTo>
                    <a:pt x="21" y="1"/>
                    <a:pt x="11" y="3"/>
                    <a:pt x="1" y="3"/>
                  </a:cubicBezTo>
                  <a:lnTo>
                    <a:pt x="1" y="8493"/>
                  </a:lnTo>
                  <a:lnTo>
                    <a:pt x="1676" y="8493"/>
                  </a:lnTo>
                  <a:lnTo>
                    <a:pt x="1676" y="1293"/>
                  </a:lnTo>
                  <a:lnTo>
                    <a:pt x="1697" y="1293"/>
                  </a:lnTo>
                  <a:cubicBezTo>
                    <a:pt x="1781" y="1293"/>
                    <a:pt x="1849" y="1226"/>
                    <a:pt x="1849" y="1142"/>
                  </a:cubicBezTo>
                  <a:cubicBezTo>
                    <a:pt x="1848" y="1057"/>
                    <a:pt x="1779" y="988"/>
                    <a:pt x="1696" y="988"/>
                  </a:cubicBezTo>
                  <a:lnTo>
                    <a:pt x="1660" y="988"/>
                  </a:lnTo>
                  <a:cubicBezTo>
                    <a:pt x="1557" y="433"/>
                    <a:pt x="868" y="1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553;p15">
              <a:extLst>
                <a:ext uri="{FF2B5EF4-FFF2-40B4-BE49-F238E27FC236}">
                  <a16:creationId xmlns:a16="http://schemas.microsoft.com/office/drawing/2014/main" id="{90949935-0D69-75E3-B179-19F5A21BC71B}"/>
                </a:ext>
              </a:extLst>
            </p:cNvPr>
            <p:cNvSpPr/>
            <p:nvPr/>
          </p:nvSpPr>
          <p:spPr>
            <a:xfrm>
              <a:off x="4412296" y="2682526"/>
              <a:ext cx="121780" cy="15976"/>
            </a:xfrm>
            <a:custGeom>
              <a:avLst/>
              <a:gdLst/>
              <a:ahLst/>
              <a:cxnLst/>
              <a:rect l="l" t="t" r="r" b="b"/>
              <a:pathLst>
                <a:path w="2081" h="273" extrusionOk="0">
                  <a:moveTo>
                    <a:pt x="1949" y="1"/>
                  </a:moveTo>
                  <a:cubicBezTo>
                    <a:pt x="1947" y="1"/>
                    <a:pt x="1946" y="1"/>
                    <a:pt x="1945" y="1"/>
                  </a:cubicBezTo>
                  <a:lnTo>
                    <a:pt x="136" y="1"/>
                  </a:lnTo>
                  <a:cubicBezTo>
                    <a:pt x="61" y="1"/>
                    <a:pt x="1" y="60"/>
                    <a:pt x="1" y="136"/>
                  </a:cubicBezTo>
                  <a:cubicBezTo>
                    <a:pt x="1" y="211"/>
                    <a:pt x="60" y="272"/>
                    <a:pt x="136" y="272"/>
                  </a:cubicBezTo>
                  <a:lnTo>
                    <a:pt x="1945" y="272"/>
                  </a:lnTo>
                  <a:cubicBezTo>
                    <a:pt x="2019" y="272"/>
                    <a:pt x="2080" y="212"/>
                    <a:pt x="2080" y="136"/>
                  </a:cubicBezTo>
                  <a:cubicBezTo>
                    <a:pt x="2080" y="62"/>
                    <a:pt x="2021" y="1"/>
                    <a:pt x="19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554;p15">
              <a:extLst>
                <a:ext uri="{FF2B5EF4-FFF2-40B4-BE49-F238E27FC236}">
                  <a16:creationId xmlns:a16="http://schemas.microsoft.com/office/drawing/2014/main" id="{DEE2DF57-68A5-0F88-61F5-A290BF13BA1C}"/>
                </a:ext>
              </a:extLst>
            </p:cNvPr>
            <p:cNvSpPr/>
            <p:nvPr/>
          </p:nvSpPr>
          <p:spPr>
            <a:xfrm>
              <a:off x="4392341" y="2693411"/>
              <a:ext cx="161983" cy="315774"/>
            </a:xfrm>
            <a:custGeom>
              <a:avLst/>
              <a:gdLst/>
              <a:ahLst/>
              <a:cxnLst/>
              <a:rect l="l" t="t" r="r" b="b"/>
              <a:pathLst>
                <a:path w="2768" h="5396" extrusionOk="0">
                  <a:moveTo>
                    <a:pt x="0" y="0"/>
                  </a:moveTo>
                  <a:lnTo>
                    <a:pt x="0" y="5395"/>
                  </a:lnTo>
                  <a:lnTo>
                    <a:pt x="2768" y="5395"/>
                  </a:lnTo>
                  <a:lnTo>
                    <a:pt x="27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555;p15">
              <a:extLst>
                <a:ext uri="{FF2B5EF4-FFF2-40B4-BE49-F238E27FC236}">
                  <a16:creationId xmlns:a16="http://schemas.microsoft.com/office/drawing/2014/main" id="{82EEE2C6-6806-76D6-22E3-00E1DA532413}"/>
                </a:ext>
              </a:extLst>
            </p:cNvPr>
            <p:cNvSpPr/>
            <p:nvPr/>
          </p:nvSpPr>
          <p:spPr>
            <a:xfrm>
              <a:off x="4412179" y="2719862"/>
              <a:ext cx="20541" cy="20541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48"/>
                  </a:lnTo>
                  <a:cubicBezTo>
                    <a:pt x="1" y="350"/>
                    <a:pt x="3" y="350"/>
                    <a:pt x="3" y="350"/>
                  </a:cubicBezTo>
                  <a:lnTo>
                    <a:pt x="349" y="350"/>
                  </a:lnTo>
                  <a:lnTo>
                    <a:pt x="351" y="2"/>
                  </a:lnTo>
                  <a:cubicBezTo>
                    <a:pt x="351" y="0"/>
                    <a:pt x="349" y="0"/>
                    <a:pt x="3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556;p15">
              <a:extLst>
                <a:ext uri="{FF2B5EF4-FFF2-40B4-BE49-F238E27FC236}">
                  <a16:creationId xmlns:a16="http://schemas.microsoft.com/office/drawing/2014/main" id="{AA53B531-355A-6FE7-C0F3-B4CEE804CA2D}"/>
                </a:ext>
              </a:extLst>
            </p:cNvPr>
            <p:cNvSpPr/>
            <p:nvPr/>
          </p:nvSpPr>
          <p:spPr>
            <a:xfrm>
              <a:off x="4446179" y="2719862"/>
              <a:ext cx="20423" cy="20541"/>
            </a:xfrm>
            <a:custGeom>
              <a:avLst/>
              <a:gdLst/>
              <a:ahLst/>
              <a:cxnLst/>
              <a:rect l="l" t="t" r="r" b="b"/>
              <a:pathLst>
                <a:path w="349" h="351" extrusionOk="0">
                  <a:moveTo>
                    <a:pt x="1" y="0"/>
                  </a:moveTo>
                  <a:cubicBezTo>
                    <a:pt x="0" y="0"/>
                    <a:pt x="0" y="2"/>
                    <a:pt x="0" y="2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557;p15">
              <a:extLst>
                <a:ext uri="{FF2B5EF4-FFF2-40B4-BE49-F238E27FC236}">
                  <a16:creationId xmlns:a16="http://schemas.microsoft.com/office/drawing/2014/main" id="{59524D7B-3FA2-712A-F4B8-B569BF862F98}"/>
                </a:ext>
              </a:extLst>
            </p:cNvPr>
            <p:cNvSpPr/>
            <p:nvPr/>
          </p:nvSpPr>
          <p:spPr>
            <a:xfrm>
              <a:off x="4480063" y="2719862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0"/>
                  </a:moveTo>
                  <a:cubicBezTo>
                    <a:pt x="0" y="0"/>
                    <a:pt x="0" y="2"/>
                    <a:pt x="0" y="2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558;p15">
              <a:extLst>
                <a:ext uri="{FF2B5EF4-FFF2-40B4-BE49-F238E27FC236}">
                  <a16:creationId xmlns:a16="http://schemas.microsoft.com/office/drawing/2014/main" id="{B1433CB3-AB3D-FA2A-E638-25B7C7F1AC3B}"/>
                </a:ext>
              </a:extLst>
            </p:cNvPr>
            <p:cNvSpPr/>
            <p:nvPr/>
          </p:nvSpPr>
          <p:spPr>
            <a:xfrm>
              <a:off x="4513946" y="2719862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0"/>
                  </a:moveTo>
                  <a:cubicBezTo>
                    <a:pt x="0" y="0"/>
                    <a:pt x="0" y="2"/>
                    <a:pt x="0" y="2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559;p15">
              <a:extLst>
                <a:ext uri="{FF2B5EF4-FFF2-40B4-BE49-F238E27FC236}">
                  <a16:creationId xmlns:a16="http://schemas.microsoft.com/office/drawing/2014/main" id="{79F911FC-08B3-9969-4F26-C6837E99C0E0}"/>
                </a:ext>
              </a:extLst>
            </p:cNvPr>
            <p:cNvSpPr/>
            <p:nvPr/>
          </p:nvSpPr>
          <p:spPr>
            <a:xfrm>
              <a:off x="4412179" y="2754389"/>
              <a:ext cx="20541" cy="20482"/>
            </a:xfrm>
            <a:custGeom>
              <a:avLst/>
              <a:gdLst/>
              <a:ahLst/>
              <a:cxnLst/>
              <a:rect l="l" t="t" r="r" b="b"/>
              <a:pathLst>
                <a:path w="351" h="350" extrusionOk="0">
                  <a:moveTo>
                    <a:pt x="3" y="1"/>
                  </a:moveTo>
                  <a:cubicBezTo>
                    <a:pt x="1" y="1"/>
                    <a:pt x="1" y="2"/>
                    <a:pt x="1" y="2"/>
                  </a:cubicBezTo>
                  <a:lnTo>
                    <a:pt x="1" y="349"/>
                  </a:lnTo>
                  <a:cubicBezTo>
                    <a:pt x="1" y="350"/>
                    <a:pt x="3" y="350"/>
                    <a:pt x="3" y="350"/>
                  </a:cubicBezTo>
                  <a:lnTo>
                    <a:pt x="349" y="350"/>
                  </a:lnTo>
                  <a:lnTo>
                    <a:pt x="351" y="2"/>
                  </a:lnTo>
                  <a:cubicBezTo>
                    <a:pt x="351" y="1"/>
                    <a:pt x="349" y="1"/>
                    <a:pt x="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560;p15">
              <a:extLst>
                <a:ext uri="{FF2B5EF4-FFF2-40B4-BE49-F238E27FC236}">
                  <a16:creationId xmlns:a16="http://schemas.microsoft.com/office/drawing/2014/main" id="{CAFA7BD2-BC5A-3DDC-3FD2-2725EE9A334B}"/>
                </a:ext>
              </a:extLst>
            </p:cNvPr>
            <p:cNvSpPr/>
            <p:nvPr/>
          </p:nvSpPr>
          <p:spPr>
            <a:xfrm>
              <a:off x="4446179" y="2754389"/>
              <a:ext cx="20423" cy="20482"/>
            </a:xfrm>
            <a:custGeom>
              <a:avLst/>
              <a:gdLst/>
              <a:ahLst/>
              <a:cxnLst/>
              <a:rect l="l" t="t" r="r" b="b"/>
              <a:pathLst>
                <a:path w="349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561;p15">
              <a:extLst>
                <a:ext uri="{FF2B5EF4-FFF2-40B4-BE49-F238E27FC236}">
                  <a16:creationId xmlns:a16="http://schemas.microsoft.com/office/drawing/2014/main" id="{5A662391-9AA1-9556-19B5-B5331C1F57C8}"/>
                </a:ext>
              </a:extLst>
            </p:cNvPr>
            <p:cNvSpPr/>
            <p:nvPr/>
          </p:nvSpPr>
          <p:spPr>
            <a:xfrm>
              <a:off x="4480063" y="2754389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562;p15">
              <a:extLst>
                <a:ext uri="{FF2B5EF4-FFF2-40B4-BE49-F238E27FC236}">
                  <a16:creationId xmlns:a16="http://schemas.microsoft.com/office/drawing/2014/main" id="{686D2EF3-9A72-6DEA-EB62-4298EE1B361E}"/>
                </a:ext>
              </a:extLst>
            </p:cNvPr>
            <p:cNvSpPr/>
            <p:nvPr/>
          </p:nvSpPr>
          <p:spPr>
            <a:xfrm>
              <a:off x="4513946" y="2754389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563;p15">
              <a:extLst>
                <a:ext uri="{FF2B5EF4-FFF2-40B4-BE49-F238E27FC236}">
                  <a16:creationId xmlns:a16="http://schemas.microsoft.com/office/drawing/2014/main" id="{E8063EE7-CE4E-E8B7-CD65-C560A1B7E6C7}"/>
                </a:ext>
              </a:extLst>
            </p:cNvPr>
            <p:cNvSpPr/>
            <p:nvPr/>
          </p:nvSpPr>
          <p:spPr>
            <a:xfrm>
              <a:off x="4412179" y="2788974"/>
              <a:ext cx="20541" cy="20482"/>
            </a:xfrm>
            <a:custGeom>
              <a:avLst/>
              <a:gdLst/>
              <a:ahLst/>
              <a:cxnLst/>
              <a:rect l="l" t="t" r="r" b="b"/>
              <a:pathLst>
                <a:path w="351" h="350" extrusionOk="0">
                  <a:moveTo>
                    <a:pt x="3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48"/>
                  </a:lnTo>
                  <a:cubicBezTo>
                    <a:pt x="1" y="349"/>
                    <a:pt x="3" y="349"/>
                    <a:pt x="3" y="349"/>
                  </a:cubicBezTo>
                  <a:lnTo>
                    <a:pt x="349" y="349"/>
                  </a:lnTo>
                  <a:lnTo>
                    <a:pt x="351" y="1"/>
                  </a:lnTo>
                  <a:cubicBezTo>
                    <a:pt x="351" y="0"/>
                    <a:pt x="349" y="0"/>
                    <a:pt x="349" y="0"/>
                  </a:cubicBezTo>
                  <a:close/>
                  <a:moveTo>
                    <a:pt x="350" y="349"/>
                  </a:moveTo>
                  <a:cubicBezTo>
                    <a:pt x="350" y="349"/>
                    <a:pt x="349" y="349"/>
                    <a:pt x="349" y="349"/>
                  </a:cubicBezTo>
                  <a:cubicBezTo>
                    <a:pt x="350" y="349"/>
                    <a:pt x="351" y="349"/>
                    <a:pt x="350" y="3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564;p15">
              <a:extLst>
                <a:ext uri="{FF2B5EF4-FFF2-40B4-BE49-F238E27FC236}">
                  <a16:creationId xmlns:a16="http://schemas.microsoft.com/office/drawing/2014/main" id="{46EEFC4A-06CE-1EA7-3D38-F788C43915C1}"/>
                </a:ext>
              </a:extLst>
            </p:cNvPr>
            <p:cNvSpPr/>
            <p:nvPr/>
          </p:nvSpPr>
          <p:spPr>
            <a:xfrm>
              <a:off x="4446179" y="2788974"/>
              <a:ext cx="20423" cy="20482"/>
            </a:xfrm>
            <a:custGeom>
              <a:avLst/>
              <a:gdLst/>
              <a:ahLst/>
              <a:cxnLst/>
              <a:rect l="l" t="t" r="r" b="b"/>
              <a:pathLst>
                <a:path w="349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  <a:moveTo>
                    <a:pt x="349" y="349"/>
                  </a:moveTo>
                  <a:lnTo>
                    <a:pt x="349" y="349"/>
                  </a:lnTo>
                  <a:cubicBezTo>
                    <a:pt x="348" y="349"/>
                    <a:pt x="348" y="349"/>
                    <a:pt x="348" y="349"/>
                  </a:cubicBezTo>
                  <a:cubicBezTo>
                    <a:pt x="349" y="349"/>
                    <a:pt x="349" y="349"/>
                    <a:pt x="349" y="3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565;p15">
              <a:extLst>
                <a:ext uri="{FF2B5EF4-FFF2-40B4-BE49-F238E27FC236}">
                  <a16:creationId xmlns:a16="http://schemas.microsoft.com/office/drawing/2014/main" id="{A1EB749A-72D8-7D1D-9411-D978C470D332}"/>
                </a:ext>
              </a:extLst>
            </p:cNvPr>
            <p:cNvSpPr/>
            <p:nvPr/>
          </p:nvSpPr>
          <p:spPr>
            <a:xfrm>
              <a:off x="4480063" y="2788974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  <a:moveTo>
                    <a:pt x="349" y="349"/>
                  </a:moveTo>
                  <a:lnTo>
                    <a:pt x="349" y="349"/>
                  </a:lnTo>
                  <a:cubicBezTo>
                    <a:pt x="349" y="349"/>
                    <a:pt x="348" y="349"/>
                    <a:pt x="348" y="349"/>
                  </a:cubicBezTo>
                  <a:cubicBezTo>
                    <a:pt x="349" y="349"/>
                    <a:pt x="349" y="349"/>
                    <a:pt x="349" y="3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566;p15">
              <a:extLst>
                <a:ext uri="{FF2B5EF4-FFF2-40B4-BE49-F238E27FC236}">
                  <a16:creationId xmlns:a16="http://schemas.microsoft.com/office/drawing/2014/main" id="{1274FF8D-3F5E-2B9A-6E67-FA7AB54C04FF}"/>
                </a:ext>
              </a:extLst>
            </p:cNvPr>
            <p:cNvSpPr/>
            <p:nvPr/>
          </p:nvSpPr>
          <p:spPr>
            <a:xfrm>
              <a:off x="4513946" y="2788974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  <a:moveTo>
                    <a:pt x="349" y="349"/>
                  </a:moveTo>
                  <a:lnTo>
                    <a:pt x="349" y="349"/>
                  </a:lnTo>
                  <a:cubicBezTo>
                    <a:pt x="349" y="349"/>
                    <a:pt x="349" y="349"/>
                    <a:pt x="348" y="349"/>
                  </a:cubicBezTo>
                  <a:cubicBezTo>
                    <a:pt x="349" y="349"/>
                    <a:pt x="349" y="349"/>
                    <a:pt x="349" y="3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567;p15">
              <a:extLst>
                <a:ext uri="{FF2B5EF4-FFF2-40B4-BE49-F238E27FC236}">
                  <a16:creationId xmlns:a16="http://schemas.microsoft.com/office/drawing/2014/main" id="{A4F219E5-E885-AD99-B89A-B4EE1678FE64}"/>
                </a:ext>
              </a:extLst>
            </p:cNvPr>
            <p:cNvSpPr/>
            <p:nvPr/>
          </p:nvSpPr>
          <p:spPr>
            <a:xfrm>
              <a:off x="4412179" y="2823442"/>
              <a:ext cx="20541" cy="20541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" y="1"/>
                  </a:moveTo>
                  <a:cubicBezTo>
                    <a:pt x="1" y="1"/>
                    <a:pt x="1" y="3"/>
                    <a:pt x="1" y="3"/>
                  </a:cubicBezTo>
                  <a:lnTo>
                    <a:pt x="1" y="348"/>
                  </a:lnTo>
                  <a:cubicBezTo>
                    <a:pt x="1" y="350"/>
                    <a:pt x="3" y="350"/>
                    <a:pt x="3" y="350"/>
                  </a:cubicBezTo>
                  <a:lnTo>
                    <a:pt x="349" y="350"/>
                  </a:lnTo>
                  <a:lnTo>
                    <a:pt x="351" y="3"/>
                  </a:lnTo>
                  <a:cubicBezTo>
                    <a:pt x="351" y="1"/>
                    <a:pt x="349" y="1"/>
                    <a:pt x="349" y="1"/>
                  </a:cubicBezTo>
                  <a:close/>
                  <a:moveTo>
                    <a:pt x="350" y="350"/>
                  </a:moveTo>
                  <a:cubicBezTo>
                    <a:pt x="350" y="350"/>
                    <a:pt x="349" y="350"/>
                    <a:pt x="349" y="350"/>
                  </a:cubicBezTo>
                  <a:cubicBezTo>
                    <a:pt x="350" y="350"/>
                    <a:pt x="351" y="350"/>
                    <a:pt x="350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568;p15">
              <a:extLst>
                <a:ext uri="{FF2B5EF4-FFF2-40B4-BE49-F238E27FC236}">
                  <a16:creationId xmlns:a16="http://schemas.microsoft.com/office/drawing/2014/main" id="{57B94829-55EC-C818-906D-C0FD57C4F379}"/>
                </a:ext>
              </a:extLst>
            </p:cNvPr>
            <p:cNvSpPr/>
            <p:nvPr/>
          </p:nvSpPr>
          <p:spPr>
            <a:xfrm>
              <a:off x="4446179" y="2823442"/>
              <a:ext cx="20423" cy="20541"/>
            </a:xfrm>
            <a:custGeom>
              <a:avLst/>
              <a:gdLst/>
              <a:ahLst/>
              <a:cxnLst/>
              <a:rect l="l" t="t" r="r" b="b"/>
              <a:pathLst>
                <a:path w="349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8" y="350"/>
                    <a:pt x="348" y="350"/>
                    <a:pt x="348" y="350"/>
                  </a:cubicBezTo>
                  <a:cubicBezTo>
                    <a:pt x="349" y="350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569;p15">
              <a:extLst>
                <a:ext uri="{FF2B5EF4-FFF2-40B4-BE49-F238E27FC236}">
                  <a16:creationId xmlns:a16="http://schemas.microsoft.com/office/drawing/2014/main" id="{6CE648AE-1B6F-B43F-B68D-AFAA73E05AE6}"/>
                </a:ext>
              </a:extLst>
            </p:cNvPr>
            <p:cNvSpPr/>
            <p:nvPr/>
          </p:nvSpPr>
          <p:spPr>
            <a:xfrm>
              <a:off x="4480063" y="2823442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9" y="350"/>
                    <a:pt x="348" y="350"/>
                    <a:pt x="348" y="350"/>
                  </a:cubicBezTo>
                  <a:cubicBezTo>
                    <a:pt x="349" y="350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570;p15">
              <a:extLst>
                <a:ext uri="{FF2B5EF4-FFF2-40B4-BE49-F238E27FC236}">
                  <a16:creationId xmlns:a16="http://schemas.microsoft.com/office/drawing/2014/main" id="{125DC6E7-69D3-2B54-6AFD-C1962217F145}"/>
                </a:ext>
              </a:extLst>
            </p:cNvPr>
            <p:cNvSpPr/>
            <p:nvPr/>
          </p:nvSpPr>
          <p:spPr>
            <a:xfrm>
              <a:off x="4513946" y="2823442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8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9" y="350"/>
                    <a:pt x="349" y="350"/>
                    <a:pt x="348" y="350"/>
                  </a:cubicBezTo>
                  <a:cubicBezTo>
                    <a:pt x="349" y="350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571;p15">
              <a:extLst>
                <a:ext uri="{FF2B5EF4-FFF2-40B4-BE49-F238E27FC236}">
                  <a16:creationId xmlns:a16="http://schemas.microsoft.com/office/drawing/2014/main" id="{DFA46697-13C7-E61B-B3A4-48BB76F3D4C3}"/>
                </a:ext>
              </a:extLst>
            </p:cNvPr>
            <p:cNvSpPr/>
            <p:nvPr/>
          </p:nvSpPr>
          <p:spPr>
            <a:xfrm>
              <a:off x="4412179" y="2857969"/>
              <a:ext cx="20541" cy="20482"/>
            </a:xfrm>
            <a:custGeom>
              <a:avLst/>
              <a:gdLst/>
              <a:ahLst/>
              <a:cxnLst/>
              <a:rect l="l" t="t" r="r" b="b"/>
              <a:pathLst>
                <a:path w="351" h="350" extrusionOk="0">
                  <a:moveTo>
                    <a:pt x="3" y="1"/>
                  </a:moveTo>
                  <a:cubicBezTo>
                    <a:pt x="1" y="1"/>
                    <a:pt x="1" y="2"/>
                    <a:pt x="1" y="2"/>
                  </a:cubicBezTo>
                  <a:lnTo>
                    <a:pt x="1" y="349"/>
                  </a:lnTo>
                  <a:cubicBezTo>
                    <a:pt x="1" y="350"/>
                    <a:pt x="3" y="350"/>
                    <a:pt x="3" y="350"/>
                  </a:cubicBezTo>
                  <a:lnTo>
                    <a:pt x="349" y="350"/>
                  </a:lnTo>
                  <a:lnTo>
                    <a:pt x="351" y="2"/>
                  </a:lnTo>
                  <a:cubicBezTo>
                    <a:pt x="351" y="1"/>
                    <a:pt x="349" y="1"/>
                    <a:pt x="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572;p15">
              <a:extLst>
                <a:ext uri="{FF2B5EF4-FFF2-40B4-BE49-F238E27FC236}">
                  <a16:creationId xmlns:a16="http://schemas.microsoft.com/office/drawing/2014/main" id="{58F0627F-9765-5B4D-F0B1-5908AE1F9D2B}"/>
                </a:ext>
              </a:extLst>
            </p:cNvPr>
            <p:cNvSpPr/>
            <p:nvPr/>
          </p:nvSpPr>
          <p:spPr>
            <a:xfrm>
              <a:off x="4446179" y="2857969"/>
              <a:ext cx="20423" cy="20482"/>
            </a:xfrm>
            <a:custGeom>
              <a:avLst/>
              <a:gdLst/>
              <a:ahLst/>
              <a:cxnLst/>
              <a:rect l="l" t="t" r="r" b="b"/>
              <a:pathLst>
                <a:path w="349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573;p15">
              <a:extLst>
                <a:ext uri="{FF2B5EF4-FFF2-40B4-BE49-F238E27FC236}">
                  <a16:creationId xmlns:a16="http://schemas.microsoft.com/office/drawing/2014/main" id="{DEEB5009-F586-8F55-2CCE-1904FB70D492}"/>
                </a:ext>
              </a:extLst>
            </p:cNvPr>
            <p:cNvSpPr/>
            <p:nvPr/>
          </p:nvSpPr>
          <p:spPr>
            <a:xfrm>
              <a:off x="4480063" y="2857969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574;p15">
              <a:extLst>
                <a:ext uri="{FF2B5EF4-FFF2-40B4-BE49-F238E27FC236}">
                  <a16:creationId xmlns:a16="http://schemas.microsoft.com/office/drawing/2014/main" id="{D83A4996-9B2F-0A72-216B-94CB9050CC54}"/>
                </a:ext>
              </a:extLst>
            </p:cNvPr>
            <p:cNvSpPr/>
            <p:nvPr/>
          </p:nvSpPr>
          <p:spPr>
            <a:xfrm>
              <a:off x="4513946" y="2857969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1"/>
                  </a:moveTo>
                  <a:cubicBezTo>
                    <a:pt x="0" y="1"/>
                    <a:pt x="0" y="2"/>
                    <a:pt x="0" y="2"/>
                  </a:cubicBezTo>
                  <a:lnTo>
                    <a:pt x="0" y="349"/>
                  </a:lnTo>
                  <a:cubicBezTo>
                    <a:pt x="0" y="350"/>
                    <a:pt x="1" y="350"/>
                    <a:pt x="1" y="350"/>
                  </a:cubicBezTo>
                  <a:lnTo>
                    <a:pt x="348" y="350"/>
                  </a:lnTo>
                  <a:lnTo>
                    <a:pt x="349" y="2"/>
                  </a:lnTo>
                  <a:cubicBezTo>
                    <a:pt x="349" y="1"/>
                    <a:pt x="348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575;p15">
              <a:extLst>
                <a:ext uri="{FF2B5EF4-FFF2-40B4-BE49-F238E27FC236}">
                  <a16:creationId xmlns:a16="http://schemas.microsoft.com/office/drawing/2014/main" id="{4E030B6D-B935-8C39-8B96-D649EF0188CF}"/>
                </a:ext>
              </a:extLst>
            </p:cNvPr>
            <p:cNvSpPr/>
            <p:nvPr/>
          </p:nvSpPr>
          <p:spPr>
            <a:xfrm>
              <a:off x="4412179" y="2892496"/>
              <a:ext cx="20541" cy="20482"/>
            </a:xfrm>
            <a:custGeom>
              <a:avLst/>
              <a:gdLst/>
              <a:ahLst/>
              <a:cxnLst/>
              <a:rect l="l" t="t" r="r" b="b"/>
              <a:pathLst>
                <a:path w="351" h="350" extrusionOk="0">
                  <a:moveTo>
                    <a:pt x="3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48"/>
                  </a:lnTo>
                  <a:cubicBezTo>
                    <a:pt x="1" y="349"/>
                    <a:pt x="3" y="349"/>
                    <a:pt x="3" y="349"/>
                  </a:cubicBezTo>
                  <a:lnTo>
                    <a:pt x="349" y="349"/>
                  </a:lnTo>
                  <a:lnTo>
                    <a:pt x="351" y="1"/>
                  </a:lnTo>
                  <a:cubicBezTo>
                    <a:pt x="351" y="0"/>
                    <a:pt x="349" y="0"/>
                    <a:pt x="3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576;p15">
              <a:extLst>
                <a:ext uri="{FF2B5EF4-FFF2-40B4-BE49-F238E27FC236}">
                  <a16:creationId xmlns:a16="http://schemas.microsoft.com/office/drawing/2014/main" id="{D88303A5-6EAB-1EB1-B4C4-536442A441D6}"/>
                </a:ext>
              </a:extLst>
            </p:cNvPr>
            <p:cNvSpPr/>
            <p:nvPr/>
          </p:nvSpPr>
          <p:spPr>
            <a:xfrm>
              <a:off x="4446179" y="2892496"/>
              <a:ext cx="20423" cy="20482"/>
            </a:xfrm>
            <a:custGeom>
              <a:avLst/>
              <a:gdLst/>
              <a:ahLst/>
              <a:cxnLst/>
              <a:rect l="l" t="t" r="r" b="b"/>
              <a:pathLst>
                <a:path w="349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577;p15">
              <a:extLst>
                <a:ext uri="{FF2B5EF4-FFF2-40B4-BE49-F238E27FC236}">
                  <a16:creationId xmlns:a16="http://schemas.microsoft.com/office/drawing/2014/main" id="{D4F5C211-FE3E-EB5C-B8BA-3F439124875A}"/>
                </a:ext>
              </a:extLst>
            </p:cNvPr>
            <p:cNvSpPr/>
            <p:nvPr/>
          </p:nvSpPr>
          <p:spPr>
            <a:xfrm>
              <a:off x="4480063" y="2892496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578;p15">
              <a:extLst>
                <a:ext uri="{FF2B5EF4-FFF2-40B4-BE49-F238E27FC236}">
                  <a16:creationId xmlns:a16="http://schemas.microsoft.com/office/drawing/2014/main" id="{EC5634C2-993F-BAE5-DD74-9260AEE693E6}"/>
                </a:ext>
              </a:extLst>
            </p:cNvPr>
            <p:cNvSpPr/>
            <p:nvPr/>
          </p:nvSpPr>
          <p:spPr>
            <a:xfrm>
              <a:off x="4513946" y="2892496"/>
              <a:ext cx="20482" cy="20482"/>
            </a:xfrm>
            <a:custGeom>
              <a:avLst/>
              <a:gdLst/>
              <a:ahLst/>
              <a:cxnLst/>
              <a:rect l="l" t="t" r="r" b="b"/>
              <a:pathLst>
                <a:path w="350" h="350" extrusionOk="0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lnTo>
                    <a:pt x="0" y="348"/>
                  </a:lnTo>
                  <a:cubicBezTo>
                    <a:pt x="0" y="349"/>
                    <a:pt x="1" y="349"/>
                    <a:pt x="1" y="349"/>
                  </a:cubicBezTo>
                  <a:lnTo>
                    <a:pt x="348" y="349"/>
                  </a:lnTo>
                  <a:lnTo>
                    <a:pt x="349" y="1"/>
                  </a:lnTo>
                  <a:cubicBezTo>
                    <a:pt x="349" y="0"/>
                    <a:pt x="34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579;p15">
              <a:extLst>
                <a:ext uri="{FF2B5EF4-FFF2-40B4-BE49-F238E27FC236}">
                  <a16:creationId xmlns:a16="http://schemas.microsoft.com/office/drawing/2014/main" id="{520796E0-E8B5-7C32-AD7A-DDF3ED67276A}"/>
                </a:ext>
              </a:extLst>
            </p:cNvPr>
            <p:cNvSpPr/>
            <p:nvPr/>
          </p:nvSpPr>
          <p:spPr>
            <a:xfrm>
              <a:off x="4412179" y="2927023"/>
              <a:ext cx="20541" cy="20541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" y="1"/>
                  </a:moveTo>
                  <a:cubicBezTo>
                    <a:pt x="1" y="1"/>
                    <a:pt x="1" y="3"/>
                    <a:pt x="1" y="3"/>
                  </a:cubicBezTo>
                  <a:lnTo>
                    <a:pt x="1" y="349"/>
                  </a:lnTo>
                  <a:cubicBezTo>
                    <a:pt x="1" y="351"/>
                    <a:pt x="3" y="351"/>
                    <a:pt x="3" y="351"/>
                  </a:cubicBezTo>
                  <a:lnTo>
                    <a:pt x="349" y="351"/>
                  </a:lnTo>
                  <a:lnTo>
                    <a:pt x="351" y="3"/>
                  </a:lnTo>
                  <a:cubicBezTo>
                    <a:pt x="351" y="1"/>
                    <a:pt x="349" y="1"/>
                    <a:pt x="349" y="1"/>
                  </a:cubicBezTo>
                  <a:close/>
                  <a:moveTo>
                    <a:pt x="350" y="350"/>
                  </a:moveTo>
                  <a:cubicBezTo>
                    <a:pt x="350" y="350"/>
                    <a:pt x="349" y="350"/>
                    <a:pt x="349" y="351"/>
                  </a:cubicBezTo>
                  <a:cubicBezTo>
                    <a:pt x="350" y="351"/>
                    <a:pt x="351" y="350"/>
                    <a:pt x="350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580;p15">
              <a:extLst>
                <a:ext uri="{FF2B5EF4-FFF2-40B4-BE49-F238E27FC236}">
                  <a16:creationId xmlns:a16="http://schemas.microsoft.com/office/drawing/2014/main" id="{4B2170A6-B191-CAB4-3DE4-9A596171E8E5}"/>
                </a:ext>
              </a:extLst>
            </p:cNvPr>
            <p:cNvSpPr/>
            <p:nvPr/>
          </p:nvSpPr>
          <p:spPr>
            <a:xfrm>
              <a:off x="4446179" y="2927023"/>
              <a:ext cx="20423" cy="20541"/>
            </a:xfrm>
            <a:custGeom>
              <a:avLst/>
              <a:gdLst/>
              <a:ahLst/>
              <a:cxnLst/>
              <a:rect l="l" t="t" r="r" b="b"/>
              <a:pathLst>
                <a:path w="349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9"/>
                  </a:lnTo>
                  <a:cubicBezTo>
                    <a:pt x="0" y="351"/>
                    <a:pt x="1" y="351"/>
                    <a:pt x="1" y="351"/>
                  </a:cubicBezTo>
                  <a:lnTo>
                    <a:pt x="348" y="351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8" y="350"/>
                    <a:pt x="348" y="350"/>
                    <a:pt x="348" y="351"/>
                  </a:cubicBezTo>
                  <a:cubicBezTo>
                    <a:pt x="349" y="351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581;p15">
              <a:extLst>
                <a:ext uri="{FF2B5EF4-FFF2-40B4-BE49-F238E27FC236}">
                  <a16:creationId xmlns:a16="http://schemas.microsoft.com/office/drawing/2014/main" id="{24491B56-71AC-C986-6507-2C301F4E9B82}"/>
                </a:ext>
              </a:extLst>
            </p:cNvPr>
            <p:cNvSpPr/>
            <p:nvPr/>
          </p:nvSpPr>
          <p:spPr>
            <a:xfrm>
              <a:off x="4480063" y="2927023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9"/>
                  </a:lnTo>
                  <a:cubicBezTo>
                    <a:pt x="0" y="351"/>
                    <a:pt x="1" y="351"/>
                    <a:pt x="1" y="351"/>
                  </a:cubicBezTo>
                  <a:lnTo>
                    <a:pt x="348" y="351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9" y="350"/>
                    <a:pt x="348" y="350"/>
                    <a:pt x="348" y="351"/>
                  </a:cubicBezTo>
                  <a:cubicBezTo>
                    <a:pt x="349" y="351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582;p15">
              <a:extLst>
                <a:ext uri="{FF2B5EF4-FFF2-40B4-BE49-F238E27FC236}">
                  <a16:creationId xmlns:a16="http://schemas.microsoft.com/office/drawing/2014/main" id="{D03A49C6-121E-1B9F-3D4C-10F9B9428868}"/>
                </a:ext>
              </a:extLst>
            </p:cNvPr>
            <p:cNvSpPr/>
            <p:nvPr/>
          </p:nvSpPr>
          <p:spPr>
            <a:xfrm>
              <a:off x="4513946" y="2927023"/>
              <a:ext cx="20482" cy="20541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1" y="1"/>
                  </a:moveTo>
                  <a:cubicBezTo>
                    <a:pt x="0" y="1"/>
                    <a:pt x="0" y="3"/>
                    <a:pt x="0" y="3"/>
                  </a:cubicBezTo>
                  <a:lnTo>
                    <a:pt x="0" y="349"/>
                  </a:lnTo>
                  <a:cubicBezTo>
                    <a:pt x="0" y="351"/>
                    <a:pt x="1" y="351"/>
                    <a:pt x="1" y="351"/>
                  </a:cubicBezTo>
                  <a:lnTo>
                    <a:pt x="348" y="351"/>
                  </a:lnTo>
                  <a:lnTo>
                    <a:pt x="349" y="3"/>
                  </a:lnTo>
                  <a:cubicBezTo>
                    <a:pt x="349" y="1"/>
                    <a:pt x="348" y="1"/>
                    <a:pt x="348" y="1"/>
                  </a:cubicBezTo>
                  <a:close/>
                  <a:moveTo>
                    <a:pt x="349" y="350"/>
                  </a:moveTo>
                  <a:lnTo>
                    <a:pt x="349" y="350"/>
                  </a:lnTo>
                  <a:cubicBezTo>
                    <a:pt x="349" y="350"/>
                    <a:pt x="349" y="350"/>
                    <a:pt x="348" y="351"/>
                  </a:cubicBezTo>
                  <a:cubicBezTo>
                    <a:pt x="349" y="351"/>
                    <a:pt x="349" y="350"/>
                    <a:pt x="349" y="3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583;p15">
              <a:extLst>
                <a:ext uri="{FF2B5EF4-FFF2-40B4-BE49-F238E27FC236}">
                  <a16:creationId xmlns:a16="http://schemas.microsoft.com/office/drawing/2014/main" id="{B510DBA7-DDDB-C4DD-9CB2-BF95CC046944}"/>
                </a:ext>
              </a:extLst>
            </p:cNvPr>
            <p:cNvSpPr/>
            <p:nvPr/>
          </p:nvSpPr>
          <p:spPr>
            <a:xfrm>
              <a:off x="4446179" y="2976296"/>
              <a:ext cx="54365" cy="33005"/>
            </a:xfrm>
            <a:custGeom>
              <a:avLst/>
              <a:gdLst/>
              <a:ahLst/>
              <a:cxnLst/>
              <a:rect l="l" t="t" r="r" b="b"/>
              <a:pathLst>
                <a:path w="929" h="564" extrusionOk="0">
                  <a:moveTo>
                    <a:pt x="0" y="1"/>
                  </a:moveTo>
                  <a:lnTo>
                    <a:pt x="0" y="563"/>
                  </a:lnTo>
                  <a:lnTo>
                    <a:pt x="928" y="563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584;p15">
              <a:extLst>
                <a:ext uri="{FF2B5EF4-FFF2-40B4-BE49-F238E27FC236}">
                  <a16:creationId xmlns:a16="http://schemas.microsoft.com/office/drawing/2014/main" id="{AE2F3A42-E9C2-8A05-FF22-865EBD1ECE52}"/>
                </a:ext>
              </a:extLst>
            </p:cNvPr>
            <p:cNvSpPr/>
            <p:nvPr/>
          </p:nvSpPr>
          <p:spPr>
            <a:xfrm>
              <a:off x="2150017" y="1097866"/>
              <a:ext cx="554184" cy="277209"/>
            </a:xfrm>
            <a:custGeom>
              <a:avLst/>
              <a:gdLst/>
              <a:ahLst/>
              <a:cxnLst/>
              <a:rect l="l" t="t" r="r" b="b"/>
              <a:pathLst>
                <a:path w="9470" h="4737" extrusionOk="0">
                  <a:moveTo>
                    <a:pt x="4675" y="1"/>
                  </a:moveTo>
                  <a:cubicBezTo>
                    <a:pt x="3612" y="1"/>
                    <a:pt x="2549" y="757"/>
                    <a:pt x="2549" y="2271"/>
                  </a:cubicBezTo>
                  <a:cubicBezTo>
                    <a:pt x="2215" y="2134"/>
                    <a:pt x="1920" y="2074"/>
                    <a:pt x="1670" y="2074"/>
                  </a:cubicBezTo>
                  <a:cubicBezTo>
                    <a:pt x="0" y="2074"/>
                    <a:pt x="371" y="4737"/>
                    <a:pt x="4899" y="4737"/>
                  </a:cubicBezTo>
                  <a:cubicBezTo>
                    <a:pt x="9426" y="4737"/>
                    <a:pt x="9470" y="2074"/>
                    <a:pt x="7706" y="2074"/>
                  </a:cubicBezTo>
                  <a:cubicBezTo>
                    <a:pt x="7442" y="2074"/>
                    <a:pt x="7138" y="2134"/>
                    <a:pt x="6802" y="2271"/>
                  </a:cubicBezTo>
                  <a:cubicBezTo>
                    <a:pt x="6802" y="757"/>
                    <a:pt x="5739" y="1"/>
                    <a:pt x="4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585;p15">
              <a:extLst>
                <a:ext uri="{FF2B5EF4-FFF2-40B4-BE49-F238E27FC236}">
                  <a16:creationId xmlns:a16="http://schemas.microsoft.com/office/drawing/2014/main" id="{57971DDC-7A81-C12C-4713-7523E467D09F}"/>
                </a:ext>
              </a:extLst>
            </p:cNvPr>
            <p:cNvSpPr/>
            <p:nvPr/>
          </p:nvSpPr>
          <p:spPr>
            <a:xfrm>
              <a:off x="3525011" y="1264472"/>
              <a:ext cx="624350" cy="277268"/>
            </a:xfrm>
            <a:custGeom>
              <a:avLst/>
              <a:gdLst/>
              <a:ahLst/>
              <a:cxnLst/>
              <a:rect l="l" t="t" r="r" b="b"/>
              <a:pathLst>
                <a:path w="10669" h="4738" extrusionOk="0">
                  <a:moveTo>
                    <a:pt x="5241" y="1"/>
                  </a:moveTo>
                  <a:cubicBezTo>
                    <a:pt x="4178" y="1"/>
                    <a:pt x="3115" y="757"/>
                    <a:pt x="3115" y="2271"/>
                  </a:cubicBezTo>
                  <a:cubicBezTo>
                    <a:pt x="0" y="2271"/>
                    <a:pt x="260" y="4737"/>
                    <a:pt x="5464" y="4737"/>
                  </a:cubicBezTo>
                  <a:cubicBezTo>
                    <a:pt x="10668" y="4737"/>
                    <a:pt x="10034" y="2271"/>
                    <a:pt x="7367" y="2271"/>
                  </a:cubicBezTo>
                  <a:cubicBezTo>
                    <a:pt x="7367" y="757"/>
                    <a:pt x="6304" y="1"/>
                    <a:pt x="5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586;p15">
              <a:extLst>
                <a:ext uri="{FF2B5EF4-FFF2-40B4-BE49-F238E27FC236}">
                  <a16:creationId xmlns:a16="http://schemas.microsoft.com/office/drawing/2014/main" id="{25D4829D-B168-5D5F-984F-C55E07B7E9BF}"/>
                </a:ext>
              </a:extLst>
            </p:cNvPr>
            <p:cNvSpPr/>
            <p:nvPr/>
          </p:nvSpPr>
          <p:spPr>
            <a:xfrm>
              <a:off x="1164417" y="3008014"/>
              <a:ext cx="3479365" cy="43422"/>
            </a:xfrm>
            <a:custGeom>
              <a:avLst/>
              <a:gdLst/>
              <a:ahLst/>
              <a:cxnLst/>
              <a:rect l="l" t="t" r="r" b="b"/>
              <a:pathLst>
                <a:path w="59456" h="742" extrusionOk="0">
                  <a:moveTo>
                    <a:pt x="372" y="0"/>
                  </a:moveTo>
                  <a:cubicBezTo>
                    <a:pt x="167" y="0"/>
                    <a:pt x="0" y="166"/>
                    <a:pt x="0" y="370"/>
                  </a:cubicBezTo>
                  <a:cubicBezTo>
                    <a:pt x="0" y="575"/>
                    <a:pt x="167" y="742"/>
                    <a:pt x="372" y="742"/>
                  </a:cubicBezTo>
                  <a:lnTo>
                    <a:pt x="59084" y="742"/>
                  </a:lnTo>
                  <a:cubicBezTo>
                    <a:pt x="59289" y="742"/>
                    <a:pt x="59456" y="575"/>
                    <a:pt x="59456" y="370"/>
                  </a:cubicBezTo>
                  <a:cubicBezTo>
                    <a:pt x="59456" y="166"/>
                    <a:pt x="59289" y="0"/>
                    <a:pt x="59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587;p15">
              <a:extLst>
                <a:ext uri="{FF2B5EF4-FFF2-40B4-BE49-F238E27FC236}">
                  <a16:creationId xmlns:a16="http://schemas.microsoft.com/office/drawing/2014/main" id="{D9FDB748-E3E0-926A-B836-7BBA02DB31A7}"/>
                </a:ext>
              </a:extLst>
            </p:cNvPr>
            <p:cNvSpPr/>
            <p:nvPr/>
          </p:nvSpPr>
          <p:spPr>
            <a:xfrm>
              <a:off x="1020925" y="3088069"/>
              <a:ext cx="3735917" cy="63728"/>
            </a:xfrm>
            <a:custGeom>
              <a:avLst/>
              <a:gdLst/>
              <a:ahLst/>
              <a:cxnLst/>
              <a:rect l="l" t="t" r="r" b="b"/>
              <a:pathLst>
                <a:path w="63840" h="1089" extrusionOk="0">
                  <a:moveTo>
                    <a:pt x="2" y="0"/>
                  </a:moveTo>
                  <a:cubicBezTo>
                    <a:pt x="1" y="602"/>
                    <a:pt x="488" y="1089"/>
                    <a:pt x="1089" y="1089"/>
                  </a:cubicBezTo>
                  <a:lnTo>
                    <a:pt x="62752" y="1089"/>
                  </a:lnTo>
                  <a:cubicBezTo>
                    <a:pt x="63352" y="1089"/>
                    <a:pt x="63839" y="602"/>
                    <a:pt x="638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588;p15">
              <a:extLst>
                <a:ext uri="{FF2B5EF4-FFF2-40B4-BE49-F238E27FC236}">
                  <a16:creationId xmlns:a16="http://schemas.microsoft.com/office/drawing/2014/main" id="{06BCF40A-2AFC-FBEF-E69E-E72197CFC8E1}"/>
                </a:ext>
              </a:extLst>
            </p:cNvPr>
            <p:cNvSpPr/>
            <p:nvPr/>
          </p:nvSpPr>
          <p:spPr>
            <a:xfrm>
              <a:off x="1020984" y="3024341"/>
              <a:ext cx="3735858" cy="63787"/>
            </a:xfrm>
            <a:custGeom>
              <a:avLst/>
              <a:gdLst/>
              <a:ahLst/>
              <a:cxnLst/>
              <a:rect l="l" t="t" r="r" b="b"/>
              <a:pathLst>
                <a:path w="63839" h="1090" extrusionOk="0">
                  <a:moveTo>
                    <a:pt x="1089" y="0"/>
                  </a:moveTo>
                  <a:cubicBezTo>
                    <a:pt x="488" y="0"/>
                    <a:pt x="1" y="488"/>
                    <a:pt x="1" y="1089"/>
                  </a:cubicBezTo>
                  <a:lnTo>
                    <a:pt x="63838" y="1089"/>
                  </a:lnTo>
                  <a:cubicBezTo>
                    <a:pt x="63838" y="488"/>
                    <a:pt x="63351" y="0"/>
                    <a:pt x="627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589;p15">
              <a:extLst>
                <a:ext uri="{FF2B5EF4-FFF2-40B4-BE49-F238E27FC236}">
                  <a16:creationId xmlns:a16="http://schemas.microsoft.com/office/drawing/2014/main" id="{D63F156D-E844-A024-C3A5-A7F704EDAC8A}"/>
                </a:ext>
              </a:extLst>
            </p:cNvPr>
            <p:cNvSpPr/>
            <p:nvPr/>
          </p:nvSpPr>
          <p:spPr>
            <a:xfrm>
              <a:off x="1387965" y="1179443"/>
              <a:ext cx="69288" cy="68702"/>
            </a:xfrm>
            <a:custGeom>
              <a:avLst/>
              <a:gdLst/>
              <a:ahLst/>
              <a:cxnLst/>
              <a:rect l="l" t="t" r="r" b="b"/>
              <a:pathLst>
                <a:path w="1184" h="1174" extrusionOk="0">
                  <a:moveTo>
                    <a:pt x="1" y="1"/>
                  </a:moveTo>
                  <a:lnTo>
                    <a:pt x="624" y="1173"/>
                  </a:lnTo>
                  <a:lnTo>
                    <a:pt x="1184" y="6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590;p15">
              <a:extLst>
                <a:ext uri="{FF2B5EF4-FFF2-40B4-BE49-F238E27FC236}">
                  <a16:creationId xmlns:a16="http://schemas.microsoft.com/office/drawing/2014/main" id="{7DB1891E-0712-E6DD-7A26-18B8C448EE04}"/>
                </a:ext>
              </a:extLst>
            </p:cNvPr>
            <p:cNvSpPr/>
            <p:nvPr/>
          </p:nvSpPr>
          <p:spPr>
            <a:xfrm>
              <a:off x="1295503" y="1379815"/>
              <a:ext cx="74320" cy="46465"/>
            </a:xfrm>
            <a:custGeom>
              <a:avLst/>
              <a:gdLst/>
              <a:ahLst/>
              <a:cxnLst/>
              <a:rect l="l" t="t" r="r" b="b"/>
              <a:pathLst>
                <a:path w="1270" h="794" extrusionOk="0">
                  <a:moveTo>
                    <a:pt x="1270" y="0"/>
                  </a:moveTo>
                  <a:lnTo>
                    <a:pt x="1" y="405"/>
                  </a:lnTo>
                  <a:lnTo>
                    <a:pt x="1270" y="793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591;p15">
              <a:extLst>
                <a:ext uri="{FF2B5EF4-FFF2-40B4-BE49-F238E27FC236}">
                  <a16:creationId xmlns:a16="http://schemas.microsoft.com/office/drawing/2014/main" id="{170E97B2-E1D4-D41F-EA54-0F4A40943FBC}"/>
                </a:ext>
              </a:extLst>
            </p:cNvPr>
            <p:cNvSpPr/>
            <p:nvPr/>
          </p:nvSpPr>
          <p:spPr>
            <a:xfrm>
              <a:off x="1388550" y="1557950"/>
              <a:ext cx="68702" cy="69288"/>
            </a:xfrm>
            <a:custGeom>
              <a:avLst/>
              <a:gdLst/>
              <a:ahLst/>
              <a:cxnLst/>
              <a:rect l="l" t="t" r="r" b="b"/>
              <a:pathLst>
                <a:path w="1174" h="1184" extrusionOk="0">
                  <a:moveTo>
                    <a:pt x="614" y="0"/>
                  </a:moveTo>
                  <a:lnTo>
                    <a:pt x="1" y="1183"/>
                  </a:lnTo>
                  <a:lnTo>
                    <a:pt x="1174" y="562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592;p15">
              <a:extLst>
                <a:ext uri="{FF2B5EF4-FFF2-40B4-BE49-F238E27FC236}">
                  <a16:creationId xmlns:a16="http://schemas.microsoft.com/office/drawing/2014/main" id="{BB39BB50-906E-AC52-524A-98546968AE2C}"/>
                </a:ext>
              </a:extLst>
            </p:cNvPr>
            <p:cNvSpPr/>
            <p:nvPr/>
          </p:nvSpPr>
          <p:spPr>
            <a:xfrm>
              <a:off x="1767118" y="1557950"/>
              <a:ext cx="69229" cy="68761"/>
            </a:xfrm>
            <a:custGeom>
              <a:avLst/>
              <a:gdLst/>
              <a:ahLst/>
              <a:cxnLst/>
              <a:rect l="l" t="t" r="r" b="b"/>
              <a:pathLst>
                <a:path w="1183" h="1175" extrusionOk="0">
                  <a:moveTo>
                    <a:pt x="561" y="0"/>
                  </a:moveTo>
                  <a:lnTo>
                    <a:pt x="1" y="562"/>
                  </a:lnTo>
                  <a:lnTo>
                    <a:pt x="1182" y="1174"/>
                  </a:lnTo>
                  <a:lnTo>
                    <a:pt x="561" y="0"/>
                  </a:lnTo>
                  <a:close/>
                  <a:moveTo>
                    <a:pt x="1182" y="1174"/>
                  </a:moveTo>
                  <a:lnTo>
                    <a:pt x="1182" y="1174"/>
                  </a:lnTo>
                  <a:lnTo>
                    <a:pt x="1182" y="1174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593;p15">
              <a:extLst>
                <a:ext uri="{FF2B5EF4-FFF2-40B4-BE49-F238E27FC236}">
                  <a16:creationId xmlns:a16="http://schemas.microsoft.com/office/drawing/2014/main" id="{60685593-9B08-17F0-7F37-3F0C9AEECC42}"/>
                </a:ext>
              </a:extLst>
            </p:cNvPr>
            <p:cNvSpPr/>
            <p:nvPr/>
          </p:nvSpPr>
          <p:spPr>
            <a:xfrm>
              <a:off x="1854489" y="1379815"/>
              <a:ext cx="74320" cy="46465"/>
            </a:xfrm>
            <a:custGeom>
              <a:avLst/>
              <a:gdLst/>
              <a:ahLst/>
              <a:cxnLst/>
              <a:rect l="l" t="t" r="r" b="b"/>
              <a:pathLst>
                <a:path w="1270" h="794" extrusionOk="0">
                  <a:moveTo>
                    <a:pt x="0" y="0"/>
                  </a:moveTo>
                  <a:lnTo>
                    <a:pt x="0" y="793"/>
                  </a:lnTo>
                  <a:lnTo>
                    <a:pt x="1269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594;p15">
              <a:extLst>
                <a:ext uri="{FF2B5EF4-FFF2-40B4-BE49-F238E27FC236}">
                  <a16:creationId xmlns:a16="http://schemas.microsoft.com/office/drawing/2014/main" id="{2CB4B538-7746-F5F6-B5A9-9B45292795E2}"/>
                </a:ext>
              </a:extLst>
            </p:cNvPr>
            <p:cNvSpPr/>
            <p:nvPr/>
          </p:nvSpPr>
          <p:spPr>
            <a:xfrm>
              <a:off x="1767118" y="1178858"/>
              <a:ext cx="68644" cy="69288"/>
            </a:xfrm>
            <a:custGeom>
              <a:avLst/>
              <a:gdLst/>
              <a:ahLst/>
              <a:cxnLst/>
              <a:rect l="l" t="t" r="r" b="b"/>
              <a:pathLst>
                <a:path w="1173" h="1184" extrusionOk="0">
                  <a:moveTo>
                    <a:pt x="1172" y="1"/>
                  </a:moveTo>
                  <a:lnTo>
                    <a:pt x="1" y="623"/>
                  </a:lnTo>
                  <a:lnTo>
                    <a:pt x="561" y="1183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595;p15">
              <a:extLst>
                <a:ext uri="{FF2B5EF4-FFF2-40B4-BE49-F238E27FC236}">
                  <a16:creationId xmlns:a16="http://schemas.microsoft.com/office/drawing/2014/main" id="{D7EAB679-B07A-A1DD-CC0C-E9DC531562D5}"/>
                </a:ext>
              </a:extLst>
            </p:cNvPr>
            <p:cNvSpPr/>
            <p:nvPr/>
          </p:nvSpPr>
          <p:spPr>
            <a:xfrm>
              <a:off x="1398849" y="1189801"/>
              <a:ext cx="212896" cy="426552"/>
            </a:xfrm>
            <a:custGeom>
              <a:avLst/>
              <a:gdLst/>
              <a:ahLst/>
              <a:cxnLst/>
              <a:rect l="l" t="t" r="r" b="b"/>
              <a:pathLst>
                <a:path w="3638" h="7289" extrusionOk="0">
                  <a:moveTo>
                    <a:pt x="3637" y="1"/>
                  </a:moveTo>
                  <a:cubicBezTo>
                    <a:pt x="1630" y="4"/>
                    <a:pt x="1" y="1634"/>
                    <a:pt x="1" y="3644"/>
                  </a:cubicBezTo>
                  <a:cubicBezTo>
                    <a:pt x="1" y="5655"/>
                    <a:pt x="1630" y="7284"/>
                    <a:pt x="3637" y="7288"/>
                  </a:cubicBezTo>
                  <a:lnTo>
                    <a:pt x="36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596;p15">
              <a:extLst>
                <a:ext uri="{FF2B5EF4-FFF2-40B4-BE49-F238E27FC236}">
                  <a16:creationId xmlns:a16="http://schemas.microsoft.com/office/drawing/2014/main" id="{1A2EB431-E20E-87BC-EB80-D13266AAFF99}"/>
                </a:ext>
              </a:extLst>
            </p:cNvPr>
            <p:cNvSpPr/>
            <p:nvPr/>
          </p:nvSpPr>
          <p:spPr>
            <a:xfrm>
              <a:off x="1611688" y="1189801"/>
              <a:ext cx="213774" cy="426552"/>
            </a:xfrm>
            <a:custGeom>
              <a:avLst/>
              <a:gdLst/>
              <a:ahLst/>
              <a:cxnLst/>
              <a:rect l="l" t="t" r="r" b="b"/>
              <a:pathLst>
                <a:path w="3653" h="7289" extrusionOk="0">
                  <a:moveTo>
                    <a:pt x="0" y="1"/>
                  </a:moveTo>
                  <a:lnTo>
                    <a:pt x="0" y="7288"/>
                  </a:lnTo>
                  <a:lnTo>
                    <a:pt x="9" y="7288"/>
                  </a:lnTo>
                  <a:cubicBezTo>
                    <a:pt x="2021" y="7288"/>
                    <a:pt x="3652" y="5656"/>
                    <a:pt x="3652" y="3644"/>
                  </a:cubicBezTo>
                  <a:cubicBezTo>
                    <a:pt x="3652" y="1633"/>
                    <a:pt x="2020" y="1"/>
                    <a:pt x="9" y="1"/>
                  </a:cubicBez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597;p15">
              <a:extLst>
                <a:ext uri="{FF2B5EF4-FFF2-40B4-BE49-F238E27FC236}">
                  <a16:creationId xmlns:a16="http://schemas.microsoft.com/office/drawing/2014/main" id="{2FB88439-D4F6-823F-9E3D-0ED0582A52CC}"/>
                </a:ext>
              </a:extLst>
            </p:cNvPr>
            <p:cNvSpPr/>
            <p:nvPr/>
          </p:nvSpPr>
          <p:spPr>
            <a:xfrm>
              <a:off x="1611746" y="1086396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1"/>
                  </a:moveTo>
                  <a:lnTo>
                    <a:pt x="0" y="1270"/>
                  </a:lnTo>
                  <a:lnTo>
                    <a:pt x="404" y="1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598;p15">
              <a:extLst>
                <a:ext uri="{FF2B5EF4-FFF2-40B4-BE49-F238E27FC236}">
                  <a16:creationId xmlns:a16="http://schemas.microsoft.com/office/drawing/2014/main" id="{16AA1D18-60F1-2737-439A-4E333D93D3A2}"/>
                </a:ext>
              </a:extLst>
            </p:cNvPr>
            <p:cNvSpPr/>
            <p:nvPr/>
          </p:nvSpPr>
          <p:spPr>
            <a:xfrm>
              <a:off x="1588924" y="1086396"/>
              <a:ext cx="22881" cy="74320"/>
            </a:xfrm>
            <a:custGeom>
              <a:avLst/>
              <a:gdLst/>
              <a:ahLst/>
              <a:cxnLst/>
              <a:rect l="l" t="t" r="r" b="b"/>
              <a:pathLst>
                <a:path w="391" h="1270" extrusionOk="0">
                  <a:moveTo>
                    <a:pt x="390" y="1"/>
                  </a:moveTo>
                  <a:lnTo>
                    <a:pt x="1" y="1270"/>
                  </a:lnTo>
                  <a:lnTo>
                    <a:pt x="390" y="1270"/>
                  </a:lnTo>
                  <a:lnTo>
                    <a:pt x="3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599;p15">
              <a:extLst>
                <a:ext uri="{FF2B5EF4-FFF2-40B4-BE49-F238E27FC236}">
                  <a16:creationId xmlns:a16="http://schemas.microsoft.com/office/drawing/2014/main" id="{FD791175-7FCC-F60D-47EE-B6351325C724}"/>
                </a:ext>
              </a:extLst>
            </p:cNvPr>
            <p:cNvSpPr/>
            <p:nvPr/>
          </p:nvSpPr>
          <p:spPr>
            <a:xfrm>
              <a:off x="1611746" y="1645378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0"/>
                  </a:moveTo>
                  <a:lnTo>
                    <a:pt x="0" y="1223"/>
                  </a:lnTo>
                  <a:lnTo>
                    <a:pt x="15" y="1269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600;p15">
              <a:extLst>
                <a:ext uri="{FF2B5EF4-FFF2-40B4-BE49-F238E27FC236}">
                  <a16:creationId xmlns:a16="http://schemas.microsoft.com/office/drawing/2014/main" id="{D047E3AA-0142-6936-45E9-B71247B46B03}"/>
                </a:ext>
              </a:extLst>
            </p:cNvPr>
            <p:cNvSpPr/>
            <p:nvPr/>
          </p:nvSpPr>
          <p:spPr>
            <a:xfrm>
              <a:off x="1767118" y="1557950"/>
              <a:ext cx="69229" cy="68761"/>
            </a:xfrm>
            <a:custGeom>
              <a:avLst/>
              <a:gdLst/>
              <a:ahLst/>
              <a:cxnLst/>
              <a:rect l="l" t="t" r="r" b="b"/>
              <a:pathLst>
                <a:path w="1183" h="1175" extrusionOk="0">
                  <a:moveTo>
                    <a:pt x="561" y="0"/>
                  </a:moveTo>
                  <a:lnTo>
                    <a:pt x="1" y="562"/>
                  </a:lnTo>
                  <a:lnTo>
                    <a:pt x="1182" y="1174"/>
                  </a:lnTo>
                  <a:lnTo>
                    <a:pt x="561" y="0"/>
                  </a:lnTo>
                  <a:close/>
                  <a:moveTo>
                    <a:pt x="1182" y="1174"/>
                  </a:moveTo>
                  <a:lnTo>
                    <a:pt x="1182" y="1174"/>
                  </a:lnTo>
                  <a:lnTo>
                    <a:pt x="1182" y="1174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601;p15">
              <a:extLst>
                <a:ext uri="{FF2B5EF4-FFF2-40B4-BE49-F238E27FC236}">
                  <a16:creationId xmlns:a16="http://schemas.microsoft.com/office/drawing/2014/main" id="{E09F15AD-7FAE-B5AD-15DB-5F7AF4434B12}"/>
                </a:ext>
              </a:extLst>
            </p:cNvPr>
            <p:cNvSpPr/>
            <p:nvPr/>
          </p:nvSpPr>
          <p:spPr>
            <a:xfrm>
              <a:off x="1854489" y="1379815"/>
              <a:ext cx="74320" cy="46465"/>
            </a:xfrm>
            <a:custGeom>
              <a:avLst/>
              <a:gdLst/>
              <a:ahLst/>
              <a:cxnLst/>
              <a:rect l="l" t="t" r="r" b="b"/>
              <a:pathLst>
                <a:path w="1270" h="794" extrusionOk="0">
                  <a:moveTo>
                    <a:pt x="0" y="0"/>
                  </a:moveTo>
                  <a:lnTo>
                    <a:pt x="0" y="793"/>
                  </a:lnTo>
                  <a:lnTo>
                    <a:pt x="1269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602;p15">
              <a:extLst>
                <a:ext uri="{FF2B5EF4-FFF2-40B4-BE49-F238E27FC236}">
                  <a16:creationId xmlns:a16="http://schemas.microsoft.com/office/drawing/2014/main" id="{1D1FF42E-1F32-12BD-1A0F-FE22B5768F69}"/>
                </a:ext>
              </a:extLst>
            </p:cNvPr>
            <p:cNvSpPr/>
            <p:nvPr/>
          </p:nvSpPr>
          <p:spPr>
            <a:xfrm>
              <a:off x="1767118" y="1178858"/>
              <a:ext cx="68644" cy="69288"/>
            </a:xfrm>
            <a:custGeom>
              <a:avLst/>
              <a:gdLst/>
              <a:ahLst/>
              <a:cxnLst/>
              <a:rect l="l" t="t" r="r" b="b"/>
              <a:pathLst>
                <a:path w="1173" h="1184" extrusionOk="0">
                  <a:moveTo>
                    <a:pt x="1172" y="1"/>
                  </a:moveTo>
                  <a:lnTo>
                    <a:pt x="1" y="623"/>
                  </a:lnTo>
                  <a:lnTo>
                    <a:pt x="561" y="1183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603;p15">
              <a:extLst>
                <a:ext uri="{FF2B5EF4-FFF2-40B4-BE49-F238E27FC236}">
                  <a16:creationId xmlns:a16="http://schemas.microsoft.com/office/drawing/2014/main" id="{36A64783-6FD3-E4F3-1799-3F36DC3D6554}"/>
                </a:ext>
              </a:extLst>
            </p:cNvPr>
            <p:cNvSpPr/>
            <p:nvPr/>
          </p:nvSpPr>
          <p:spPr>
            <a:xfrm>
              <a:off x="1611688" y="1189801"/>
              <a:ext cx="213774" cy="426552"/>
            </a:xfrm>
            <a:custGeom>
              <a:avLst/>
              <a:gdLst/>
              <a:ahLst/>
              <a:cxnLst/>
              <a:rect l="l" t="t" r="r" b="b"/>
              <a:pathLst>
                <a:path w="3653" h="7289" extrusionOk="0">
                  <a:moveTo>
                    <a:pt x="0" y="1"/>
                  </a:moveTo>
                  <a:lnTo>
                    <a:pt x="0" y="7288"/>
                  </a:lnTo>
                  <a:lnTo>
                    <a:pt x="9" y="7288"/>
                  </a:lnTo>
                  <a:cubicBezTo>
                    <a:pt x="2021" y="7288"/>
                    <a:pt x="3652" y="5656"/>
                    <a:pt x="3652" y="3644"/>
                  </a:cubicBezTo>
                  <a:cubicBezTo>
                    <a:pt x="3652" y="1633"/>
                    <a:pt x="2020" y="1"/>
                    <a:pt x="9" y="1"/>
                  </a:cubicBez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604;p15">
              <a:extLst>
                <a:ext uri="{FF2B5EF4-FFF2-40B4-BE49-F238E27FC236}">
                  <a16:creationId xmlns:a16="http://schemas.microsoft.com/office/drawing/2014/main" id="{1F28DB01-6319-9DA7-53F7-DE85E5B48A42}"/>
                </a:ext>
              </a:extLst>
            </p:cNvPr>
            <p:cNvSpPr/>
            <p:nvPr/>
          </p:nvSpPr>
          <p:spPr>
            <a:xfrm>
              <a:off x="1611746" y="1086396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1"/>
                  </a:moveTo>
                  <a:lnTo>
                    <a:pt x="0" y="1270"/>
                  </a:lnTo>
                  <a:lnTo>
                    <a:pt x="404" y="1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605;p15">
              <a:extLst>
                <a:ext uri="{FF2B5EF4-FFF2-40B4-BE49-F238E27FC236}">
                  <a16:creationId xmlns:a16="http://schemas.microsoft.com/office/drawing/2014/main" id="{8D6D1463-6376-62BD-09A4-565678AF7463}"/>
                </a:ext>
              </a:extLst>
            </p:cNvPr>
            <p:cNvSpPr/>
            <p:nvPr/>
          </p:nvSpPr>
          <p:spPr>
            <a:xfrm>
              <a:off x="1611746" y="1645378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0"/>
                  </a:moveTo>
                  <a:lnTo>
                    <a:pt x="0" y="1223"/>
                  </a:lnTo>
                  <a:lnTo>
                    <a:pt x="15" y="1269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FDB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606;p15">
              <a:extLst>
                <a:ext uri="{FF2B5EF4-FFF2-40B4-BE49-F238E27FC236}">
                  <a16:creationId xmlns:a16="http://schemas.microsoft.com/office/drawing/2014/main" id="{E5362EB6-F917-B634-2E27-8A7C8E3C80F1}"/>
                </a:ext>
              </a:extLst>
            </p:cNvPr>
            <p:cNvSpPr/>
            <p:nvPr/>
          </p:nvSpPr>
          <p:spPr>
            <a:xfrm>
              <a:off x="1588924" y="1645378"/>
              <a:ext cx="22881" cy="71628"/>
            </a:xfrm>
            <a:custGeom>
              <a:avLst/>
              <a:gdLst/>
              <a:ahLst/>
              <a:cxnLst/>
              <a:rect l="l" t="t" r="r" b="b"/>
              <a:pathLst>
                <a:path w="391" h="1224" extrusionOk="0">
                  <a:moveTo>
                    <a:pt x="1" y="0"/>
                  </a:moveTo>
                  <a:lnTo>
                    <a:pt x="390" y="1223"/>
                  </a:lnTo>
                  <a:lnTo>
                    <a:pt x="3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607;p15">
              <a:extLst>
                <a:ext uri="{FF2B5EF4-FFF2-40B4-BE49-F238E27FC236}">
                  <a16:creationId xmlns:a16="http://schemas.microsoft.com/office/drawing/2014/main" id="{CB60BDE4-7CB8-DF51-BDEE-20A123CD4FC8}"/>
                </a:ext>
              </a:extLst>
            </p:cNvPr>
            <p:cNvSpPr/>
            <p:nvPr/>
          </p:nvSpPr>
          <p:spPr>
            <a:xfrm>
              <a:off x="1767118" y="1557950"/>
              <a:ext cx="69229" cy="68761"/>
            </a:xfrm>
            <a:custGeom>
              <a:avLst/>
              <a:gdLst/>
              <a:ahLst/>
              <a:cxnLst/>
              <a:rect l="l" t="t" r="r" b="b"/>
              <a:pathLst>
                <a:path w="1183" h="1175" extrusionOk="0">
                  <a:moveTo>
                    <a:pt x="561" y="0"/>
                  </a:moveTo>
                  <a:lnTo>
                    <a:pt x="1" y="562"/>
                  </a:lnTo>
                  <a:lnTo>
                    <a:pt x="1182" y="1174"/>
                  </a:lnTo>
                  <a:lnTo>
                    <a:pt x="561" y="0"/>
                  </a:lnTo>
                  <a:close/>
                  <a:moveTo>
                    <a:pt x="1182" y="1174"/>
                  </a:moveTo>
                  <a:lnTo>
                    <a:pt x="1182" y="1174"/>
                  </a:lnTo>
                  <a:lnTo>
                    <a:pt x="1182" y="11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608;p15">
              <a:extLst>
                <a:ext uri="{FF2B5EF4-FFF2-40B4-BE49-F238E27FC236}">
                  <a16:creationId xmlns:a16="http://schemas.microsoft.com/office/drawing/2014/main" id="{597C7E3F-3188-5485-8A67-7E07A77313EA}"/>
                </a:ext>
              </a:extLst>
            </p:cNvPr>
            <p:cNvSpPr/>
            <p:nvPr/>
          </p:nvSpPr>
          <p:spPr>
            <a:xfrm>
              <a:off x="1854489" y="1379815"/>
              <a:ext cx="74320" cy="46465"/>
            </a:xfrm>
            <a:custGeom>
              <a:avLst/>
              <a:gdLst/>
              <a:ahLst/>
              <a:cxnLst/>
              <a:rect l="l" t="t" r="r" b="b"/>
              <a:pathLst>
                <a:path w="1270" h="794" extrusionOk="0">
                  <a:moveTo>
                    <a:pt x="0" y="0"/>
                  </a:moveTo>
                  <a:lnTo>
                    <a:pt x="0" y="793"/>
                  </a:lnTo>
                  <a:lnTo>
                    <a:pt x="1269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609;p15">
              <a:extLst>
                <a:ext uri="{FF2B5EF4-FFF2-40B4-BE49-F238E27FC236}">
                  <a16:creationId xmlns:a16="http://schemas.microsoft.com/office/drawing/2014/main" id="{46F901D7-23AE-F868-1A46-E8835023BBDB}"/>
                </a:ext>
              </a:extLst>
            </p:cNvPr>
            <p:cNvSpPr/>
            <p:nvPr/>
          </p:nvSpPr>
          <p:spPr>
            <a:xfrm>
              <a:off x="1767118" y="1178858"/>
              <a:ext cx="68644" cy="69288"/>
            </a:xfrm>
            <a:custGeom>
              <a:avLst/>
              <a:gdLst/>
              <a:ahLst/>
              <a:cxnLst/>
              <a:rect l="l" t="t" r="r" b="b"/>
              <a:pathLst>
                <a:path w="1173" h="1184" extrusionOk="0">
                  <a:moveTo>
                    <a:pt x="1172" y="1"/>
                  </a:moveTo>
                  <a:lnTo>
                    <a:pt x="1" y="623"/>
                  </a:lnTo>
                  <a:lnTo>
                    <a:pt x="561" y="1183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610;p15">
              <a:extLst>
                <a:ext uri="{FF2B5EF4-FFF2-40B4-BE49-F238E27FC236}">
                  <a16:creationId xmlns:a16="http://schemas.microsoft.com/office/drawing/2014/main" id="{1FFC0488-0AFA-C369-8B76-D58FD73E43C1}"/>
                </a:ext>
              </a:extLst>
            </p:cNvPr>
            <p:cNvSpPr/>
            <p:nvPr/>
          </p:nvSpPr>
          <p:spPr>
            <a:xfrm>
              <a:off x="1611688" y="1189801"/>
              <a:ext cx="213774" cy="426552"/>
            </a:xfrm>
            <a:custGeom>
              <a:avLst/>
              <a:gdLst/>
              <a:ahLst/>
              <a:cxnLst/>
              <a:rect l="l" t="t" r="r" b="b"/>
              <a:pathLst>
                <a:path w="3653" h="7289" extrusionOk="0">
                  <a:moveTo>
                    <a:pt x="0" y="1"/>
                  </a:moveTo>
                  <a:lnTo>
                    <a:pt x="0" y="7288"/>
                  </a:lnTo>
                  <a:lnTo>
                    <a:pt x="9" y="7288"/>
                  </a:lnTo>
                  <a:cubicBezTo>
                    <a:pt x="2021" y="7288"/>
                    <a:pt x="3652" y="5656"/>
                    <a:pt x="3652" y="3644"/>
                  </a:cubicBezTo>
                  <a:cubicBezTo>
                    <a:pt x="3652" y="1633"/>
                    <a:pt x="2020" y="1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611;p15">
              <a:extLst>
                <a:ext uri="{FF2B5EF4-FFF2-40B4-BE49-F238E27FC236}">
                  <a16:creationId xmlns:a16="http://schemas.microsoft.com/office/drawing/2014/main" id="{A10D4BF6-104A-9114-7402-305E0EB46834}"/>
                </a:ext>
              </a:extLst>
            </p:cNvPr>
            <p:cNvSpPr/>
            <p:nvPr/>
          </p:nvSpPr>
          <p:spPr>
            <a:xfrm>
              <a:off x="1611746" y="1086396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1"/>
                  </a:moveTo>
                  <a:lnTo>
                    <a:pt x="0" y="1270"/>
                  </a:lnTo>
                  <a:lnTo>
                    <a:pt x="404" y="1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612;p15">
              <a:extLst>
                <a:ext uri="{FF2B5EF4-FFF2-40B4-BE49-F238E27FC236}">
                  <a16:creationId xmlns:a16="http://schemas.microsoft.com/office/drawing/2014/main" id="{94DBC668-209D-59AD-FDAB-85B66E988A6D}"/>
                </a:ext>
              </a:extLst>
            </p:cNvPr>
            <p:cNvSpPr/>
            <p:nvPr/>
          </p:nvSpPr>
          <p:spPr>
            <a:xfrm>
              <a:off x="1611746" y="1645378"/>
              <a:ext cx="23642" cy="74320"/>
            </a:xfrm>
            <a:custGeom>
              <a:avLst/>
              <a:gdLst/>
              <a:ahLst/>
              <a:cxnLst/>
              <a:rect l="l" t="t" r="r" b="b"/>
              <a:pathLst>
                <a:path w="404" h="1270" extrusionOk="0">
                  <a:moveTo>
                    <a:pt x="0" y="0"/>
                  </a:moveTo>
                  <a:lnTo>
                    <a:pt x="0" y="1223"/>
                  </a:lnTo>
                  <a:lnTo>
                    <a:pt x="15" y="1269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3" name="Google Shape;59;p15">
            <a:extLst>
              <a:ext uri="{FF2B5EF4-FFF2-40B4-BE49-F238E27FC236}">
                <a16:creationId xmlns:a16="http://schemas.microsoft.com/office/drawing/2014/main" id="{F27A830E-4D0A-CDA1-B6F0-2BC95E501251}"/>
              </a:ext>
            </a:extLst>
          </p:cNvPr>
          <p:cNvSpPr txBox="1"/>
          <p:nvPr/>
        </p:nvSpPr>
        <p:spPr>
          <a:xfrm>
            <a:off x="8889775" y="5089718"/>
            <a:ext cx="3178400" cy="11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1600"/>
              </a:spcAft>
            </a:pPr>
            <a:r>
              <a:rPr lang="en-US" sz="1800">
                <a:latin typeface="Fira Sans"/>
                <a:ea typeface="Fira Sans"/>
                <a:cs typeface="Fira Sans"/>
                <a:sym typeface="Fira Sans"/>
              </a:rPr>
              <a:t>Julia Ihrenberger,</a:t>
            </a:r>
            <a:br>
              <a:rPr lang="en-US" sz="1800">
                <a:latin typeface="Fira Sans"/>
                <a:ea typeface="Fira Sans"/>
                <a:cs typeface="Fira Sans"/>
                <a:sym typeface="Fira Sans"/>
              </a:rPr>
            </a:br>
            <a:r>
              <a:rPr lang="en-US" sz="1800">
                <a:latin typeface="Fira Sans"/>
                <a:ea typeface="Fira Sans"/>
                <a:cs typeface="Fira Sans"/>
                <a:sym typeface="Fira Sans"/>
              </a:rPr>
              <a:t>Leonardo Kharraz Tavakol,</a:t>
            </a:r>
            <a:br>
              <a:rPr lang="en-US" sz="1800">
                <a:latin typeface="Fira Sans"/>
                <a:ea typeface="Fira Sans"/>
                <a:cs typeface="Fira Sans"/>
                <a:sym typeface="Fira Sans"/>
              </a:rPr>
            </a:br>
            <a:r>
              <a:rPr lang="en-US" sz="1800">
                <a:latin typeface="Fira Sans"/>
                <a:ea typeface="Fira Sans"/>
                <a:cs typeface="Fira Sans"/>
                <a:sym typeface="Fira Sans"/>
              </a:rPr>
              <a:t>Paula Macedo da Cruz</a:t>
            </a:r>
          </a:p>
        </p:txBody>
      </p:sp>
      <p:sp>
        <p:nvSpPr>
          <p:cNvPr id="1434" name="Google Shape;59;p15">
            <a:extLst>
              <a:ext uri="{FF2B5EF4-FFF2-40B4-BE49-F238E27FC236}">
                <a16:creationId xmlns:a16="http://schemas.microsoft.com/office/drawing/2014/main" id="{BC5249AC-6F78-71D3-F0A3-92342B20EC0F}"/>
              </a:ext>
            </a:extLst>
          </p:cNvPr>
          <p:cNvSpPr txBox="1"/>
          <p:nvPr/>
        </p:nvSpPr>
        <p:spPr>
          <a:xfrm>
            <a:off x="8111136" y="6276118"/>
            <a:ext cx="3957039" cy="383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1600"/>
              </a:spcAft>
            </a:pPr>
            <a:r>
              <a:rPr lang="en-US" sz="1200" b="1">
                <a:latin typeface="Fira Sans"/>
                <a:ea typeface="Fira Sans"/>
                <a:cs typeface="Fira Sans"/>
                <a:sym typeface="Fira Sans"/>
              </a:rPr>
              <a:t>Gruppe 1 | Softwarearchitektur | 16.01.2026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itySlides">
  <a:themeElements>
    <a:clrScheme name="Simple Light">
      <a:dk1>
        <a:srgbClr val="000000"/>
      </a:dk1>
      <a:lt1>
        <a:srgbClr val="FFFFFF"/>
      </a:lt1>
      <a:dk2>
        <a:srgbClr val="DAA622"/>
      </a:dk2>
      <a:lt2>
        <a:srgbClr val="1E2F55"/>
      </a:lt2>
      <a:accent1>
        <a:srgbClr val="4E6BAC"/>
      </a:accent1>
      <a:accent2>
        <a:srgbClr val="8BBFFF"/>
      </a:accent2>
      <a:accent3>
        <a:srgbClr val="B2E0FF"/>
      </a:accent3>
      <a:accent4>
        <a:srgbClr val="DEF8FF"/>
      </a:accent4>
      <a:accent5>
        <a:srgbClr val="FFD25F"/>
      </a:accent5>
      <a:accent6>
        <a:srgbClr val="FFEFC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ySlides" id="{5D9BBC36-F3A5-491C-B96D-3D12FE7B8A86}" vid="{38CE2C9F-F5AD-4CA8-81D7-3EAE95E3C8B7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ity Infographics by Slidesgo">
  <a:themeElements>
    <a:clrScheme name="Simple Light">
      <a:dk1>
        <a:srgbClr val="000000"/>
      </a:dk1>
      <a:lt1>
        <a:srgbClr val="FFFFFF"/>
      </a:lt1>
      <a:dk2>
        <a:srgbClr val="DAA622"/>
      </a:dk2>
      <a:lt2>
        <a:srgbClr val="1E2F55"/>
      </a:lt2>
      <a:accent1>
        <a:srgbClr val="4E6BAC"/>
      </a:accent1>
      <a:accent2>
        <a:srgbClr val="8BBFFF"/>
      </a:accent2>
      <a:accent3>
        <a:srgbClr val="B2E0FF"/>
      </a:accent3>
      <a:accent4>
        <a:srgbClr val="DEF8FF"/>
      </a:accent4>
      <a:accent5>
        <a:srgbClr val="FFD25F"/>
      </a:accent5>
      <a:accent6>
        <a:srgbClr val="FFEFC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CitySlides</Template>
  <TotalTime>24</TotalTime>
  <Words>1285</Words>
  <Application>Microsoft Office PowerPoint</Application>
  <PresentationFormat>Widescreen</PresentationFormat>
  <Paragraphs>166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Aptos</vt:lpstr>
      <vt:lpstr>Arial</vt:lpstr>
      <vt:lpstr>Fira Sans</vt:lpstr>
      <vt:lpstr>Proxima Nova</vt:lpstr>
      <vt:lpstr>Proxima Nova Semibold</vt:lpstr>
      <vt:lpstr>Roboto</vt:lpstr>
      <vt:lpstr>CitySlides</vt:lpstr>
      <vt:lpstr>Slidesgo Final Pages</vt:lpstr>
      <vt:lpstr>City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Edison Scriven</dc:creator>
  <cp:lastModifiedBy>Edison Scriven</cp:lastModifiedBy>
  <cp:revision>1</cp:revision>
  <dcterms:created xsi:type="dcterms:W3CDTF">2026-01-13T17:56:53Z</dcterms:created>
  <dcterms:modified xsi:type="dcterms:W3CDTF">2026-01-16T12:08:33Z</dcterms:modified>
</cp:coreProperties>
</file>