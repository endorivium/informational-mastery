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C107B-964C-ED79-9D33-03B7BA338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7827EC-8528-F4F7-1847-53FEF45099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CDA41-6C4E-1498-AF24-C1C659D11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F70A4-8F57-8A31-707A-B4F13105C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700E5-E84A-022A-6242-141947177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11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376F1-BF0F-7E1B-DC6A-F9E2DAD42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5C70D-DD1A-013C-62C3-ED1515CC6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03BC4-4F46-66E9-7C34-58AB0D8F0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FE48C4-A658-47AD-81B9-97E28A5A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02E93-5654-D8BF-1F61-AB7935B5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6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F1DCB-DB32-E309-2C3E-2D6F5337A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D0C87-2D84-F29C-D1DF-9158EE45C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1E1EF-B458-430B-F615-8388F518A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DE334-589B-0188-43FD-EEAA661CD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BFDB4-A3B8-E43F-A727-FF4695416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991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1F623-C907-CBEC-F6B5-E6FE92C53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52071-2281-7227-228C-A17B7E9EBB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8135A-C69F-5D86-8E69-2CE193A0F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B42E66-9242-3EBE-7CC1-2C26F173C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BE4407-6929-6036-AD8B-535487520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3602CD-E904-8639-E55A-3058CF761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140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6B51A-F209-5489-D43A-269A33D22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201B1-F232-BD7D-8374-1439C22587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20E63-A7D9-BD85-7DFC-72E767B28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C5D9C5-CA46-5996-4378-7DC3046B2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5F8D25-CDDF-BD05-0441-2255BBD4E0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05AB4A-67FF-2BE1-D761-ADB040F9F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05AC2D-E477-86E6-42EC-0E7E066DC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FC32F2-5B40-0E97-81E9-0021FD222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528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7DE79-39AE-79FE-C44E-3740BF09F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4DC903-5B72-E802-24D7-A7E8B6ED8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2C12F3-B464-F277-DA63-CBE1B7E10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C5AF4F-7141-999F-9FD1-600F7CC5C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06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F54166-A744-0755-CE49-DD81E7292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13B00F-A64C-DE89-411E-52EF65036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D801C-CB01-0065-B096-C3A6D6328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852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42B47-BD62-53C1-C919-0C0B2AD1A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2C4E7-B97F-9E8C-5587-13DEC05A3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F50D15-5FCC-4523-339C-93AF7B8D3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8431A-2594-ECAB-EEB4-DEFFA39A8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B5CF4-6E0F-BD17-BDEC-AB4CABBD8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06B3C-8317-3529-BDB6-744CD08DB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435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D04C-E70D-9CA2-4432-27DCA407D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626117-4D36-DD93-94C4-534A7163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33EBB1-2590-1474-3210-E7A86D577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67FB6-BCE5-EB7E-DA07-6F7D7938E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8A826-719E-0DD9-FC9E-2F42455B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CCAB-CCF0-A0A2-36A1-776B3508A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678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08DB0-27CB-1DF9-4C8C-A1C6FCDEC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D8EE91-DCA0-EFBC-9EFD-C6E4688B70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1B2343-59B0-21D9-D887-CAE7EBBAF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A81ED-F43D-2346-2D5F-151AFC4EF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41C91B-C0A2-4963-9725-88F12CEE3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49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FAD4B7-5B7C-F978-3471-3CF84F70F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45C36-5715-6805-7743-879F94AB1B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49CCE-571E-AD6E-36F2-5964A13E6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FDE40-F045-4369-D406-083EDB821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0E208-6DCD-16DD-041F-64E84349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34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69414F-381F-B069-C9D7-242785188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62682D-A47E-93F9-19E8-CB39E4CF5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FB021-7DC9-B6CD-9321-A1D81CB0B2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C9E0E-63A9-4E02-859A-8EEA70AFCC1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8B9FA-EBA9-0BB3-DB36-F3D72FABEB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984BA-AE19-FBE0-D2C2-887CB0777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860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95AF3-8958-53D9-9AF7-C160ACB30B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6CEAED-3C66-356D-5B8A-3F08F04378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543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Edison Scriven</dc:creator>
  <cp:lastModifiedBy>Edison Scriven</cp:lastModifiedBy>
  <cp:revision>1</cp:revision>
  <dcterms:created xsi:type="dcterms:W3CDTF">2026-01-13T17:56:53Z</dcterms:created>
  <dcterms:modified xsi:type="dcterms:W3CDTF">2026-01-13T17:57:03Z</dcterms:modified>
</cp:coreProperties>
</file>