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10"/>
  </p:notesMasterIdLst>
  <p:sldIdLst>
    <p:sldId id="306" r:id="rId2"/>
    <p:sldId id="302" r:id="rId3"/>
    <p:sldId id="299" r:id="rId4"/>
    <p:sldId id="310" r:id="rId5"/>
    <p:sldId id="312" r:id="rId6"/>
    <p:sldId id="309" r:id="rId7"/>
    <p:sldId id="307" r:id="rId8"/>
    <p:sldId id="30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6"/>
    <a:srgbClr val="24DC84"/>
    <a:srgbClr val="8F1543"/>
    <a:srgbClr val="212121"/>
    <a:srgbClr val="168C54"/>
    <a:srgbClr val="FDD903"/>
    <a:srgbClr val="FFCC00"/>
    <a:srgbClr val="C2C3C6"/>
    <a:srgbClr val="161717"/>
    <a:srgbClr val="38BA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52" autoAdjust="0"/>
    <p:restoredTop sz="96327" autoAdjust="0"/>
  </p:normalViewPr>
  <p:slideViewPr>
    <p:cSldViewPr snapToGrid="0">
      <p:cViewPr varScale="1">
        <p:scale>
          <a:sx n="102" d="100"/>
          <a:sy n="102" d="100"/>
        </p:scale>
        <p:origin x="13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549CF-A02E-E20F-BEAF-04353732D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6D3469-3D17-1F6D-C55A-77C102958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AC5A5-630D-9F50-CE41-EF2A25A6E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68DEC-B1A5-1D73-B55B-BE02DC3884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379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6126-EF57-F334-2A2C-B38B0AC12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5B86D-8D9B-FDC7-85EA-EE6D3D483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F71E6-A417-9636-9295-CEDAE34A6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FFD6-BE77-DFCA-C1BA-36E4F13FCC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473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27C79-C440-023F-7C7D-A439550D7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5C1FA-20A7-AE9F-30E8-F2FFDC6DDF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DD766-9F66-6986-1F21-846703EC7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E267F-5FF6-6EBA-0694-504E21C85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156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EFF4A-83EC-1A42-9400-C6CC38DEF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F7DDDA-0D79-E22F-4199-E6C2C0F0C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81F6-002A-0F5C-7028-89A0D6673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5B6A-90AD-FD3D-C26E-AD2FE12CC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792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CB53E-A29B-3DC1-F9A5-2CBFB663D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BB9F6-4CA5-5FC7-2C88-7D6460D22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05D54-730B-4832-CD26-5369D20CE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93EA7-5BE6-B0D1-CF27-274B5E133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25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039D7-B60E-832C-D4FE-93E3943C9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F2ACE1-5F63-B709-D07D-A45E62504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9F4A-295A-E60D-6E48-1908EE71B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95728-E18D-E81D-DAD4-09CE72DF4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7929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60D4E-3E46-EA0D-2545-2D19BB25E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E5D19-E613-B2D3-2058-00AE353490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CBA050-53E7-B902-A9CD-7759F71C3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09E06-E260-ED8D-2B44-A17BD5AB5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260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B7B15-6CC9-5292-3284-16076A49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A781E1-317B-6E8F-9F7E-86001F2F7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0FEE55-0CD0-B0E9-DF24-78656F9A8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73117-2282-E4A7-8C8E-9A75B3FDFF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854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5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6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7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9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11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4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8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87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19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5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482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12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11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15.svg"/><Relationship Id="rId4" Type="http://schemas.openxmlformats.org/officeDocument/2006/relationships/image" Target="../media/image6.sv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5.sv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12" Type="http://schemas.openxmlformats.org/officeDocument/2006/relationships/image" Target="../media/image1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11" Type="http://schemas.openxmlformats.org/officeDocument/2006/relationships/image" Target="../media/image17.png"/><Relationship Id="rId5" Type="http://schemas.openxmlformats.org/officeDocument/2006/relationships/image" Target="../media/image7.png"/><Relationship Id="rId10" Type="http://schemas.openxmlformats.org/officeDocument/2006/relationships/image" Target="../media/image15.svg"/><Relationship Id="rId4" Type="http://schemas.openxmlformats.org/officeDocument/2006/relationships/image" Target="../media/image6.sv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2.sv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11" Type="http://schemas.openxmlformats.org/officeDocument/2006/relationships/image" Target="../media/image6.svg"/><Relationship Id="rId5" Type="http://schemas.openxmlformats.org/officeDocument/2006/relationships/image" Target="../media/image9.png"/><Relationship Id="rId15" Type="http://schemas.openxmlformats.org/officeDocument/2006/relationships/image" Target="../media/image15.svg"/><Relationship Id="rId10" Type="http://schemas.openxmlformats.org/officeDocument/2006/relationships/image" Target="../media/image5.svg"/><Relationship Id="rId4" Type="http://schemas.openxmlformats.org/officeDocument/2006/relationships/image" Target="../media/image8.svg"/><Relationship Id="rId9" Type="http://schemas.openxmlformats.org/officeDocument/2006/relationships/image" Target="../media/image4.png"/><Relationship Id="rId1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268B6-EE62-C3DF-7314-2A5704D7B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EA1E87-4E64-2CC8-7890-FEE5180BF5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53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2D5E-789E-474C-70AE-A01E4742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3834BC-5ECC-DBE5-570B-3FCA9E1B6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36A6D2-B2BA-4A66-D35C-27B359B0CB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pattFill prst="lgGrid">
            <a:fgClr>
              <a:srgbClr val="C2C3C6"/>
            </a:fgClr>
            <a:bgClr>
              <a:schemeClr val="tx1">
                <a:lumMod val="85000"/>
              </a:schemeClr>
            </a:bgClr>
          </a:patt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653909-56EC-7190-1871-427870C43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51" y="233412"/>
            <a:ext cx="11694695" cy="661937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9747C2-AA67-61ED-F486-351D83CAAC4C}"/>
              </a:ext>
            </a:extLst>
          </p:cNvPr>
          <p:cNvSpPr/>
          <p:nvPr/>
        </p:nvSpPr>
        <p:spPr>
          <a:xfrm>
            <a:off x="881207" y="283392"/>
            <a:ext cx="2100118" cy="561975"/>
          </a:xfrm>
          <a:prstGeom prst="rect">
            <a:avLst/>
          </a:prstGeom>
          <a:solidFill>
            <a:srgbClr val="161717"/>
          </a:solidFill>
          <a:ln>
            <a:solidFill>
              <a:srgbClr val="1617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75495-9298-0535-B3F0-05A61F509538}"/>
              </a:ext>
            </a:extLst>
          </p:cNvPr>
          <p:cNvSpPr txBox="1"/>
          <p:nvPr/>
        </p:nvSpPr>
        <p:spPr>
          <a:xfrm>
            <a:off x="881206" y="379713"/>
            <a:ext cx="2419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Beck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D00AB2E-27CD-3810-ECAB-7DFE2F8F2ADF}"/>
              </a:ext>
            </a:extLst>
          </p:cNvPr>
          <p:cNvGrpSpPr/>
          <p:nvPr/>
        </p:nvGrpSpPr>
        <p:grpSpPr>
          <a:xfrm flipH="1">
            <a:off x="8150668" y="2403451"/>
            <a:ext cx="3503028" cy="841422"/>
            <a:chOff x="881206" y="4371746"/>
            <a:chExt cx="3503028" cy="841422"/>
          </a:xfrm>
        </p:grpSpPr>
        <p:sp>
          <p:nvSpPr>
            <p:cNvPr id="28" name="Right Triangle 27">
              <a:extLst>
                <a:ext uri="{FF2B5EF4-FFF2-40B4-BE49-F238E27FC236}">
                  <a16:creationId xmlns:a16="http://schemas.microsoft.com/office/drawing/2014/main" id="{65207A01-4DA7-571C-115B-ADA507AE3715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1206" y="4373177"/>
              <a:ext cx="419100" cy="310327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DF2BDB7-DC98-23CC-4C28-635728A1E0DA}"/>
                </a:ext>
              </a:extLst>
            </p:cNvPr>
            <p:cNvSpPr>
              <a:spLocks/>
            </p:cNvSpPr>
            <p:nvPr/>
          </p:nvSpPr>
          <p:spPr>
            <a:xfrm>
              <a:off x="1164784" y="4371746"/>
              <a:ext cx="3219450" cy="841422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Example Textbox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A75211C-170A-5070-78FC-027CD2C78746}"/>
              </a:ext>
            </a:extLst>
          </p:cNvPr>
          <p:cNvGrpSpPr/>
          <p:nvPr/>
        </p:nvGrpSpPr>
        <p:grpSpPr>
          <a:xfrm>
            <a:off x="538306" y="1257192"/>
            <a:ext cx="3503028" cy="841422"/>
            <a:chOff x="881206" y="4371746"/>
            <a:chExt cx="3503028" cy="841422"/>
          </a:xfrm>
          <a:solidFill>
            <a:srgbClr val="46B1E6"/>
          </a:solidFill>
        </p:grpSpPr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5DB7D4B4-AB00-18E5-6C27-AC152BA3A195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1206" y="4373177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D982FE9B-E954-F064-B8CE-8A106D1FB8B7}"/>
                </a:ext>
              </a:extLst>
            </p:cNvPr>
            <p:cNvSpPr>
              <a:spLocks/>
            </p:cNvSpPr>
            <p:nvPr/>
          </p:nvSpPr>
          <p:spPr>
            <a:xfrm>
              <a:off x="1164784" y="4371746"/>
              <a:ext cx="3219450" cy="841422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Example Textbox</a:t>
              </a:r>
            </a:p>
          </p:txBody>
        </p: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E7B4B4F1-930C-29B4-CC8D-6E41F63F90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24"/>
            <a:ext cx="12192000" cy="904875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4679DD1-7BB1-F140-5F91-6AF16E78F35F}"/>
              </a:ext>
            </a:extLst>
          </p:cNvPr>
          <p:cNvSpPr txBox="1"/>
          <p:nvPr/>
        </p:nvSpPr>
        <p:spPr>
          <a:xfrm>
            <a:off x="1171575" y="6036230"/>
            <a:ext cx="3371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>
                    <a:lumMod val="65000"/>
                    <a:lumOff val="35000"/>
                  </a:schemeClr>
                </a:solidFill>
              </a:rPr>
              <a:t>Typing...</a:t>
            </a:r>
          </a:p>
        </p:txBody>
      </p:sp>
    </p:spTree>
    <p:extLst>
      <p:ext uri="{BB962C8B-B14F-4D97-AF65-F5344CB8AC3E}">
        <p14:creationId xmlns:p14="http://schemas.microsoft.com/office/powerpoint/2010/main" val="4291990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8AF9D2-45AA-BD93-D83F-01C23051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37EDF-7CC0-B3DB-D785-CC442F9C58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0" y="233412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6CDF7C-2104-57EE-CAC3-8AA190C3847C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209032-21B6-2D3E-2790-436326768A6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AE6F6E2-D0B7-4949-301A-1CDAD8DBBA2F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Das Gesprochene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ADBA887-6443-C102-72C3-7222849D934E}"/>
              </a:ext>
            </a:extLst>
          </p:cNvPr>
          <p:cNvSpPr txBox="1"/>
          <p:nvPr/>
        </p:nvSpPr>
        <p:spPr>
          <a:xfrm>
            <a:off x="3326002" y="6378365"/>
            <a:ext cx="8617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Source: SourceLink</a:t>
            </a:r>
            <a:endParaRPr lang="en-US" sz="1000"/>
          </a:p>
        </p:txBody>
      </p:sp>
      <p:pic>
        <p:nvPicPr>
          <p:cNvPr id="6" name="Graphic 5" descr="Head with gears outline">
            <a:extLst>
              <a:ext uri="{FF2B5EF4-FFF2-40B4-BE49-F238E27FC236}">
                <a16:creationId xmlns:a16="http://schemas.microsoft.com/office/drawing/2014/main" id="{C8A318D2-9624-04FA-FF7C-EBBB4EE03E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9827" y="1513774"/>
            <a:ext cx="2562225" cy="2562225"/>
          </a:xfrm>
          <a:prstGeom prst="rect">
            <a:avLst/>
          </a:prstGeom>
        </p:spPr>
      </p:pic>
      <p:pic>
        <p:nvPicPr>
          <p:cNvPr id="7" name="Graphic 6" descr="Head with gears outline">
            <a:extLst>
              <a:ext uri="{FF2B5EF4-FFF2-40B4-BE49-F238E27FC236}">
                <a16:creationId xmlns:a16="http://schemas.microsoft.com/office/drawing/2014/main" id="{0FD899CF-0059-8D00-3FD5-8F942FFA1F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8713600" y="1513774"/>
            <a:ext cx="2562225" cy="25622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360E3311-FFD0-F9DF-5F18-B8DA2F51B271}"/>
              </a:ext>
            </a:extLst>
          </p:cNvPr>
          <p:cNvSpPr/>
          <p:nvPr/>
        </p:nvSpPr>
        <p:spPr>
          <a:xfrm>
            <a:off x="4071934" y="1769173"/>
            <a:ext cx="3914775" cy="1399371"/>
          </a:xfrm>
          <a:prstGeom prst="wedgeRoundRectCallout">
            <a:avLst>
              <a:gd name="adj1" fmla="val -69495"/>
              <a:gd name="adj2" fmla="val 41047"/>
              <a:gd name="adj3" fmla="val 16667"/>
            </a:avLst>
          </a:prstGeom>
          <a:solidFill>
            <a:srgbClr val="21212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168C54"/>
                </a:solidFill>
              </a:rPr>
              <a:t>Das ist schon in Ordnung so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3361F54-C56E-0A14-CCBC-B29D455D6410}"/>
              </a:ext>
            </a:extLst>
          </p:cNvPr>
          <p:cNvSpPr/>
          <p:nvPr/>
        </p:nvSpPr>
        <p:spPr>
          <a:xfrm flipH="1">
            <a:off x="4071934" y="4070698"/>
            <a:ext cx="3914775" cy="1399371"/>
          </a:xfrm>
          <a:prstGeom prst="wedgeRoundRectCallout">
            <a:avLst>
              <a:gd name="adj1" fmla="val -67549"/>
              <a:gd name="adj2" fmla="val -51523"/>
              <a:gd name="adj3" fmla="val 16667"/>
            </a:avLst>
          </a:prstGeom>
          <a:solidFill>
            <a:srgbClr val="21212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8F1543"/>
                </a:solidFill>
              </a:rPr>
              <a:t>Das ist schon in Ordnung so</a:t>
            </a:r>
          </a:p>
        </p:txBody>
      </p:sp>
      <p:pic>
        <p:nvPicPr>
          <p:cNvPr id="13" name="Graphic 12" descr="Eye with solid fill">
            <a:extLst>
              <a:ext uri="{FF2B5EF4-FFF2-40B4-BE49-F238E27FC236}">
                <a16:creationId xmlns:a16="http://schemas.microsoft.com/office/drawing/2014/main" id="{7E03A287-CA89-6586-32C9-954A5E4D85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11270" y="3980899"/>
            <a:ext cx="914400" cy="914400"/>
          </a:xfrm>
          <a:prstGeom prst="rect">
            <a:avLst/>
          </a:prstGeom>
        </p:spPr>
      </p:pic>
      <p:pic>
        <p:nvPicPr>
          <p:cNvPr id="18" name="Graphic 17" descr="Eye with solid fill">
            <a:extLst>
              <a:ext uri="{FF2B5EF4-FFF2-40B4-BE49-F238E27FC236}">
                <a16:creationId xmlns:a16="http://schemas.microsoft.com/office/drawing/2014/main" id="{AE956E0C-AAA1-CE55-D4FB-DB87D63ABA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29982" y="3980899"/>
            <a:ext cx="914400" cy="914400"/>
          </a:xfrm>
          <a:prstGeom prst="rect">
            <a:avLst/>
          </a:prstGeom>
        </p:spPr>
      </p:pic>
      <p:pic>
        <p:nvPicPr>
          <p:cNvPr id="20" name="Graphic 19" descr="Ear with solid fill">
            <a:extLst>
              <a:ext uri="{FF2B5EF4-FFF2-40B4-BE49-F238E27FC236}">
                <a16:creationId xmlns:a16="http://schemas.microsoft.com/office/drawing/2014/main" id="{569E5463-8F9C-5E2A-6382-F1984F22FF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11270" y="4800198"/>
            <a:ext cx="914400" cy="914400"/>
          </a:xfrm>
          <a:prstGeom prst="rect">
            <a:avLst/>
          </a:prstGeom>
        </p:spPr>
      </p:pic>
      <p:pic>
        <p:nvPicPr>
          <p:cNvPr id="21" name="Graphic 20" descr="Ear with solid fill">
            <a:extLst>
              <a:ext uri="{FF2B5EF4-FFF2-40B4-BE49-F238E27FC236}">
                <a16:creationId xmlns:a16="http://schemas.microsoft.com/office/drawing/2014/main" id="{E0280E53-A36F-EF7B-87A9-1F8A51B9B08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29982" y="4800198"/>
            <a:ext cx="914400" cy="914400"/>
          </a:xfrm>
          <a:prstGeom prst="rect">
            <a:avLst/>
          </a:prstGeom>
        </p:spPr>
      </p:pic>
      <p:pic>
        <p:nvPicPr>
          <p:cNvPr id="28" name="Graphic 27" descr="Angry face outline with solid fill">
            <a:extLst>
              <a:ext uri="{FF2B5EF4-FFF2-40B4-BE49-F238E27FC236}">
                <a16:creationId xmlns:a16="http://schemas.microsoft.com/office/drawing/2014/main" id="{3CE181FA-3643-4DEA-6379-E0FADBFD67E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520626" y="4312782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5E6AAC9-D214-1B92-5F10-915F741AC43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099" y="1884131"/>
            <a:ext cx="1169453" cy="1169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009973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517BA7-6682-448A-6965-0530BC48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2D42B8-3FC9-E52F-D306-EC30E32F7C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0" y="233412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5E3F2E-F503-3ADB-66C9-F73442F0DCC3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0F3431D-38AC-15FA-1C42-58CDD76745DE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91F30D6-2B3C-3BE2-8FD4-F7944B75FFA6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Das Gesprochene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1498077-E8BF-D0A6-BE62-D40F778DF77F}"/>
              </a:ext>
            </a:extLst>
          </p:cNvPr>
          <p:cNvSpPr txBox="1"/>
          <p:nvPr/>
        </p:nvSpPr>
        <p:spPr>
          <a:xfrm>
            <a:off x="3326002" y="6378365"/>
            <a:ext cx="8617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Source: SourceLink</a:t>
            </a:r>
            <a:endParaRPr lang="en-US" sz="1000"/>
          </a:p>
        </p:txBody>
      </p:sp>
      <p:pic>
        <p:nvPicPr>
          <p:cNvPr id="7" name="Graphic 6" descr="Head with gears outline">
            <a:extLst>
              <a:ext uri="{FF2B5EF4-FFF2-40B4-BE49-F238E27FC236}">
                <a16:creationId xmlns:a16="http://schemas.microsoft.com/office/drawing/2014/main" id="{D32F3186-D64D-EE8F-8906-F9A8D7834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713600" y="1513774"/>
            <a:ext cx="2562225" cy="25622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0AF6AFA3-3B9D-93CC-BCDE-E84A9009CDF0}"/>
              </a:ext>
            </a:extLst>
          </p:cNvPr>
          <p:cNvSpPr/>
          <p:nvPr/>
        </p:nvSpPr>
        <p:spPr>
          <a:xfrm>
            <a:off x="4071934" y="1769173"/>
            <a:ext cx="3914775" cy="1399371"/>
          </a:xfrm>
          <a:prstGeom prst="wedgeRoundRectCallout">
            <a:avLst>
              <a:gd name="adj1" fmla="val -69495"/>
              <a:gd name="adj2" fmla="val 41047"/>
              <a:gd name="adj3" fmla="val 16667"/>
            </a:avLst>
          </a:prstGeom>
          <a:solidFill>
            <a:srgbClr val="21212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24DC84"/>
                </a:solidFill>
              </a:rPr>
              <a:t>Das ist schon in Ordnung so</a:t>
            </a:r>
          </a:p>
        </p:txBody>
      </p:sp>
      <p:pic>
        <p:nvPicPr>
          <p:cNvPr id="18" name="Graphic 17" descr="Eye with solid fill">
            <a:extLst>
              <a:ext uri="{FF2B5EF4-FFF2-40B4-BE49-F238E27FC236}">
                <a16:creationId xmlns:a16="http://schemas.microsoft.com/office/drawing/2014/main" id="{F6833089-027E-0AD2-CB3B-F6B940749D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29982" y="3980899"/>
            <a:ext cx="914400" cy="914400"/>
          </a:xfrm>
          <a:prstGeom prst="rect">
            <a:avLst/>
          </a:prstGeom>
        </p:spPr>
      </p:pic>
      <p:pic>
        <p:nvPicPr>
          <p:cNvPr id="21" name="Graphic 20" descr="Ear with solid fill">
            <a:extLst>
              <a:ext uri="{FF2B5EF4-FFF2-40B4-BE49-F238E27FC236}">
                <a16:creationId xmlns:a16="http://schemas.microsoft.com/office/drawing/2014/main" id="{50B1F31D-A00A-ED48-C547-AF76F322EC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29982" y="4800198"/>
            <a:ext cx="914400" cy="914400"/>
          </a:xfrm>
          <a:prstGeom prst="rect">
            <a:avLst/>
          </a:prstGeom>
        </p:spPr>
      </p:pic>
      <p:pic>
        <p:nvPicPr>
          <p:cNvPr id="10" name="Graphic 9" descr="Thought bubble outline">
            <a:extLst>
              <a:ext uri="{FF2B5EF4-FFF2-40B4-BE49-F238E27FC236}">
                <a16:creationId xmlns:a16="http://schemas.microsoft.com/office/drawing/2014/main" id="{08386A41-E3D3-25EE-36B0-ECFA4C6EB9A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H="1" flipV="1">
            <a:off x="5961910" y="3168542"/>
            <a:ext cx="2988040" cy="29880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4D708C-395B-EB3C-7235-3E8C8A91974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71203" y="4438099"/>
            <a:ext cx="1169453" cy="1169453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0F7ABD33-0DD0-9ECC-1032-07DAC14C8AD3}"/>
              </a:ext>
            </a:extLst>
          </p:cNvPr>
          <p:cNvGrpSpPr/>
          <p:nvPr/>
        </p:nvGrpSpPr>
        <p:grpSpPr>
          <a:xfrm>
            <a:off x="679827" y="1513774"/>
            <a:ext cx="2562225" cy="2562225"/>
            <a:chOff x="679827" y="1513774"/>
            <a:chExt cx="2562225" cy="2562225"/>
          </a:xfrm>
        </p:grpSpPr>
        <p:pic>
          <p:nvPicPr>
            <p:cNvPr id="6" name="Graphic 5" descr="Head with gears outline">
              <a:extLst>
                <a:ext uri="{FF2B5EF4-FFF2-40B4-BE49-F238E27FC236}">
                  <a16:creationId xmlns:a16="http://schemas.microsoft.com/office/drawing/2014/main" id="{E880DBD3-0EAA-0B8D-6880-C78E3FE7B5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79827" y="1513774"/>
              <a:ext cx="2562225" cy="2562225"/>
            </a:xfrm>
            <a:prstGeom prst="rect">
              <a:avLst/>
            </a:prstGeom>
          </p:spPr>
        </p:pic>
        <p:sp>
          <p:nvSpPr>
            <p:cNvPr id="17" name="Flowchart: Connector 16">
              <a:extLst>
                <a:ext uri="{FF2B5EF4-FFF2-40B4-BE49-F238E27FC236}">
                  <a16:creationId xmlns:a16="http://schemas.microsoft.com/office/drawing/2014/main" id="{2DD861FF-D0BE-316F-FE0E-7C37E1410F95}"/>
                </a:ext>
              </a:extLst>
            </p:cNvPr>
            <p:cNvSpPr>
              <a:spLocks/>
            </p:cNvSpPr>
            <p:nvPr/>
          </p:nvSpPr>
          <p:spPr>
            <a:xfrm>
              <a:off x="1178351" y="1826984"/>
              <a:ext cx="1357459" cy="1319753"/>
            </a:xfrm>
            <a:prstGeom prst="flowChartConnector">
              <a:avLst/>
            </a:prstGeom>
            <a:solidFill>
              <a:srgbClr val="212121"/>
            </a:solidFill>
            <a:ln>
              <a:solidFill>
                <a:srgbClr val="21212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09309593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92DB73-EA53-5E7E-AA21-FD673738C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748EA8-D15B-196E-FF92-7BCF235A53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0" y="233412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385CB99-5FED-F1E5-C1B8-5CDA99C64D4A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A87B5A3-BEBC-B4B8-0744-BC54EB7B7D3E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7525CD-A17B-8250-1B28-8CE7A676851E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Das Gesprochene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4E2724D-203D-0ACD-73A2-D983CF8A04E7}"/>
              </a:ext>
            </a:extLst>
          </p:cNvPr>
          <p:cNvSpPr txBox="1"/>
          <p:nvPr/>
        </p:nvSpPr>
        <p:spPr>
          <a:xfrm>
            <a:off x="3326002" y="6378365"/>
            <a:ext cx="8617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Source: SourceLink</a:t>
            </a:r>
            <a:endParaRPr lang="en-US" sz="1000"/>
          </a:p>
        </p:txBody>
      </p:sp>
      <p:pic>
        <p:nvPicPr>
          <p:cNvPr id="7" name="Graphic 6" descr="Head with gears outline">
            <a:extLst>
              <a:ext uri="{FF2B5EF4-FFF2-40B4-BE49-F238E27FC236}">
                <a16:creationId xmlns:a16="http://schemas.microsoft.com/office/drawing/2014/main" id="{E25D8D55-6C60-F923-71B6-1486D287A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713600" y="1513774"/>
            <a:ext cx="2562225" cy="25622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0384DA4-8559-67AD-E9BD-75155256DA02}"/>
              </a:ext>
            </a:extLst>
          </p:cNvPr>
          <p:cNvSpPr/>
          <p:nvPr/>
        </p:nvSpPr>
        <p:spPr>
          <a:xfrm>
            <a:off x="4071934" y="1769173"/>
            <a:ext cx="3914775" cy="1399371"/>
          </a:xfrm>
          <a:prstGeom prst="wedgeRoundRectCallout">
            <a:avLst>
              <a:gd name="adj1" fmla="val -69495"/>
              <a:gd name="adj2" fmla="val 41047"/>
              <a:gd name="adj3" fmla="val 16667"/>
            </a:avLst>
          </a:prstGeom>
          <a:solidFill>
            <a:srgbClr val="21212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accent3">
                    <a:lumMod val="75000"/>
                  </a:schemeClr>
                </a:solidFill>
              </a:rPr>
              <a:t>Das ist schon in Ordnung so</a:t>
            </a:r>
          </a:p>
        </p:txBody>
      </p:sp>
      <p:pic>
        <p:nvPicPr>
          <p:cNvPr id="18" name="Graphic 17" descr="Eye with solid fill">
            <a:extLst>
              <a:ext uri="{FF2B5EF4-FFF2-40B4-BE49-F238E27FC236}">
                <a16:creationId xmlns:a16="http://schemas.microsoft.com/office/drawing/2014/main" id="{D10DE9DA-2997-A42E-049A-A2E68CAACE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29982" y="3980899"/>
            <a:ext cx="914400" cy="914400"/>
          </a:xfrm>
          <a:prstGeom prst="rect">
            <a:avLst/>
          </a:prstGeom>
        </p:spPr>
      </p:pic>
      <p:pic>
        <p:nvPicPr>
          <p:cNvPr id="21" name="Graphic 20" descr="Ear with solid fill">
            <a:extLst>
              <a:ext uri="{FF2B5EF4-FFF2-40B4-BE49-F238E27FC236}">
                <a16:creationId xmlns:a16="http://schemas.microsoft.com/office/drawing/2014/main" id="{D4DA3317-398E-7637-8CD9-E9115CF2781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29982" y="4800198"/>
            <a:ext cx="914400" cy="914400"/>
          </a:xfrm>
          <a:prstGeom prst="rect">
            <a:avLst/>
          </a:prstGeom>
        </p:spPr>
      </p:pic>
      <p:pic>
        <p:nvPicPr>
          <p:cNvPr id="10" name="Graphic 9" descr="Thought bubble outline">
            <a:extLst>
              <a:ext uri="{FF2B5EF4-FFF2-40B4-BE49-F238E27FC236}">
                <a16:creationId xmlns:a16="http://schemas.microsoft.com/office/drawing/2014/main" id="{6E7E4460-5AB6-C7B3-F53D-B7770A78DB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H="1" flipV="1">
            <a:off x="5961910" y="3168542"/>
            <a:ext cx="2988040" cy="2988040"/>
          </a:xfrm>
          <a:prstGeom prst="rect">
            <a:avLst/>
          </a:prstGeom>
        </p:spPr>
      </p:pic>
      <p:pic>
        <p:nvPicPr>
          <p:cNvPr id="4" name="Graphic 3" descr="Angry face outline with solid fill">
            <a:extLst>
              <a:ext uri="{FF2B5EF4-FFF2-40B4-BE49-F238E27FC236}">
                <a16:creationId xmlns:a16="http://schemas.microsoft.com/office/drawing/2014/main" id="{4B93FD20-3C48-A666-0CAA-8D2FE2E7C7A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24530" y="4556510"/>
            <a:ext cx="914400" cy="9144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9F33D2F-DF07-AFA0-4C27-611072EC56BD}"/>
              </a:ext>
            </a:extLst>
          </p:cNvPr>
          <p:cNvGrpSpPr/>
          <p:nvPr/>
        </p:nvGrpSpPr>
        <p:grpSpPr>
          <a:xfrm>
            <a:off x="679827" y="1513774"/>
            <a:ext cx="2562225" cy="2562225"/>
            <a:chOff x="679827" y="1513774"/>
            <a:chExt cx="2562225" cy="2562225"/>
          </a:xfrm>
        </p:grpSpPr>
        <p:pic>
          <p:nvPicPr>
            <p:cNvPr id="6" name="Graphic 5" descr="Head with gears outline">
              <a:extLst>
                <a:ext uri="{FF2B5EF4-FFF2-40B4-BE49-F238E27FC236}">
                  <a16:creationId xmlns:a16="http://schemas.microsoft.com/office/drawing/2014/main" id="{450513D9-AB80-A538-1577-7AD79908A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79827" y="1513774"/>
              <a:ext cx="2562225" cy="2562225"/>
            </a:xfrm>
            <a:prstGeom prst="rect">
              <a:avLst/>
            </a:prstGeom>
          </p:spPr>
        </p:pic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1E7F9FD3-A6F0-4D1B-567A-4C5E581CC3ED}"/>
                </a:ext>
              </a:extLst>
            </p:cNvPr>
            <p:cNvSpPr/>
            <p:nvPr/>
          </p:nvSpPr>
          <p:spPr>
            <a:xfrm>
              <a:off x="1178351" y="1826984"/>
              <a:ext cx="1357459" cy="1319753"/>
            </a:xfrm>
            <a:prstGeom prst="flowChartConnector">
              <a:avLst/>
            </a:prstGeom>
            <a:solidFill>
              <a:srgbClr val="212121"/>
            </a:solidFill>
            <a:ln>
              <a:solidFill>
                <a:srgbClr val="21212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36421576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99C6B0-FDEE-A2BA-1BF4-81B7C8D6B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5FA442-8C5D-4563-5A96-1F54C93A68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0" y="233412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28990D9-CBCE-23FD-E73D-0C0C57B33470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3661319-5035-D0C7-FED6-C904D7B7DA53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57D6309-1F82-413F-CF88-82CBA3EF7D99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Das Gesprochene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9A75FD-9F44-A5B6-DCA6-C885852F1578}"/>
              </a:ext>
            </a:extLst>
          </p:cNvPr>
          <p:cNvSpPr txBox="1"/>
          <p:nvPr/>
        </p:nvSpPr>
        <p:spPr>
          <a:xfrm>
            <a:off x="3326002" y="6378365"/>
            <a:ext cx="8617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Source: SourceLink</a:t>
            </a:r>
            <a:endParaRPr lang="en-US" sz="1000"/>
          </a:p>
        </p:txBody>
      </p:sp>
      <p:pic>
        <p:nvPicPr>
          <p:cNvPr id="18" name="Graphic 17" descr="Eye with solid fill">
            <a:extLst>
              <a:ext uri="{FF2B5EF4-FFF2-40B4-BE49-F238E27FC236}">
                <a16:creationId xmlns:a16="http://schemas.microsoft.com/office/drawing/2014/main" id="{BE0B277D-50C0-5F2B-D27D-E31E4C58DC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29982" y="3980899"/>
            <a:ext cx="914400" cy="914400"/>
          </a:xfrm>
          <a:prstGeom prst="rect">
            <a:avLst/>
          </a:prstGeom>
        </p:spPr>
      </p:pic>
      <p:pic>
        <p:nvPicPr>
          <p:cNvPr id="21" name="Graphic 20" descr="Ear with solid fill">
            <a:extLst>
              <a:ext uri="{FF2B5EF4-FFF2-40B4-BE49-F238E27FC236}">
                <a16:creationId xmlns:a16="http://schemas.microsoft.com/office/drawing/2014/main" id="{69DD0C0A-BA79-12BE-1393-D371EA7BFB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29982" y="4800198"/>
            <a:ext cx="914400" cy="914400"/>
          </a:xfrm>
          <a:prstGeom prst="rect">
            <a:avLst/>
          </a:prstGeom>
        </p:spPr>
      </p:pic>
      <p:pic>
        <p:nvPicPr>
          <p:cNvPr id="10" name="Graphic 9" descr="Close with solid fill">
            <a:extLst>
              <a:ext uri="{FF2B5EF4-FFF2-40B4-BE49-F238E27FC236}">
                <a16:creationId xmlns:a16="http://schemas.microsoft.com/office/drawing/2014/main" id="{B52D9365-91A8-60D9-2BCF-3FF5CBFF19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29982" y="4800198"/>
            <a:ext cx="914400" cy="914400"/>
          </a:xfrm>
          <a:prstGeom prst="rect">
            <a:avLst/>
          </a:prstGeom>
        </p:spPr>
      </p:pic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A457FC85-63E3-F502-8952-3252BEC543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29982" y="3985152"/>
            <a:ext cx="914400" cy="914400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E0F88687-5C73-99EB-9D16-549B580C60D6}"/>
              </a:ext>
            </a:extLst>
          </p:cNvPr>
          <p:cNvGrpSpPr/>
          <p:nvPr/>
        </p:nvGrpSpPr>
        <p:grpSpPr>
          <a:xfrm>
            <a:off x="679827" y="1513774"/>
            <a:ext cx="2562225" cy="2562225"/>
            <a:chOff x="679827" y="1513774"/>
            <a:chExt cx="2562225" cy="2562225"/>
          </a:xfrm>
        </p:grpSpPr>
        <p:pic>
          <p:nvPicPr>
            <p:cNvPr id="6" name="Graphic 5" descr="Head with gears outline">
              <a:extLst>
                <a:ext uri="{FF2B5EF4-FFF2-40B4-BE49-F238E27FC236}">
                  <a16:creationId xmlns:a16="http://schemas.microsoft.com/office/drawing/2014/main" id="{E3E28A19-A4E5-F736-3038-4AB4330F2B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79827" y="1513774"/>
              <a:ext cx="2562225" cy="2562225"/>
            </a:xfrm>
            <a:prstGeom prst="rect">
              <a:avLst/>
            </a:prstGeom>
          </p:spPr>
        </p:pic>
        <p:sp>
          <p:nvSpPr>
            <p:cNvPr id="17" name="Flowchart: Connector 16">
              <a:extLst>
                <a:ext uri="{FF2B5EF4-FFF2-40B4-BE49-F238E27FC236}">
                  <a16:creationId xmlns:a16="http://schemas.microsoft.com/office/drawing/2014/main" id="{07796B07-951A-255A-7EDA-E177C45EF6DC}"/>
                </a:ext>
              </a:extLst>
            </p:cNvPr>
            <p:cNvSpPr/>
            <p:nvPr/>
          </p:nvSpPr>
          <p:spPr>
            <a:xfrm>
              <a:off x="1178351" y="1826984"/>
              <a:ext cx="1357459" cy="1319753"/>
            </a:xfrm>
            <a:prstGeom prst="flowChartConnector">
              <a:avLst/>
            </a:prstGeom>
            <a:solidFill>
              <a:srgbClr val="212121"/>
            </a:solidFill>
            <a:ln>
              <a:solidFill>
                <a:srgbClr val="21212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B9B5413-6F15-79CC-3734-63D8692CCC99}"/>
              </a:ext>
            </a:extLst>
          </p:cNvPr>
          <p:cNvGrpSpPr/>
          <p:nvPr/>
        </p:nvGrpSpPr>
        <p:grpSpPr>
          <a:xfrm>
            <a:off x="8713600" y="1513774"/>
            <a:ext cx="2562225" cy="2562225"/>
            <a:chOff x="8713600" y="1513774"/>
            <a:chExt cx="2562225" cy="2562225"/>
          </a:xfrm>
        </p:grpSpPr>
        <p:pic>
          <p:nvPicPr>
            <p:cNvPr id="7" name="Graphic 6" descr="Head with gears outline">
              <a:extLst>
                <a:ext uri="{FF2B5EF4-FFF2-40B4-BE49-F238E27FC236}">
                  <a16:creationId xmlns:a16="http://schemas.microsoft.com/office/drawing/2014/main" id="{D9BF958E-BF32-E4A9-8B22-9D8EEED04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713600" y="1513774"/>
              <a:ext cx="2562225" cy="2562225"/>
            </a:xfrm>
            <a:prstGeom prst="rect">
              <a:avLst/>
            </a:prstGeom>
          </p:spPr>
        </p:pic>
        <p:sp>
          <p:nvSpPr>
            <p:cNvPr id="19" name="Flowchart: Connector 18">
              <a:extLst>
                <a:ext uri="{FF2B5EF4-FFF2-40B4-BE49-F238E27FC236}">
                  <a16:creationId xmlns:a16="http://schemas.microsoft.com/office/drawing/2014/main" id="{F7A5CFFC-4EF5-2A2E-F39A-E9FF78606AB9}"/>
                </a:ext>
              </a:extLst>
            </p:cNvPr>
            <p:cNvSpPr/>
            <p:nvPr/>
          </p:nvSpPr>
          <p:spPr>
            <a:xfrm>
              <a:off x="9390669" y="1826984"/>
              <a:ext cx="1357459" cy="1319753"/>
            </a:xfrm>
            <a:prstGeom prst="flowChartConnector">
              <a:avLst/>
            </a:prstGeom>
            <a:solidFill>
              <a:srgbClr val="212121"/>
            </a:solidFill>
            <a:ln>
              <a:solidFill>
                <a:srgbClr val="21212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3" name="Graphic 22" descr="Question Mark with solid fill">
            <a:extLst>
              <a:ext uri="{FF2B5EF4-FFF2-40B4-BE49-F238E27FC236}">
                <a16:creationId xmlns:a16="http://schemas.microsoft.com/office/drawing/2014/main" id="{6C70410B-875A-0B4E-17BF-1E834B2E1F8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116321" y="4647357"/>
            <a:ext cx="679218" cy="679218"/>
          </a:xfrm>
          <a:prstGeom prst="rect">
            <a:avLst/>
          </a:prstGeom>
        </p:spPr>
      </p:pic>
      <p:pic>
        <p:nvPicPr>
          <p:cNvPr id="29" name="Graphic 28" descr="Question Mark with solid fill">
            <a:extLst>
              <a:ext uri="{FF2B5EF4-FFF2-40B4-BE49-F238E27FC236}">
                <a16:creationId xmlns:a16="http://schemas.microsoft.com/office/drawing/2014/main" id="{3DCBC3AC-2C49-BD29-7324-64D8ADAA576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21499" y="2153971"/>
            <a:ext cx="679218" cy="679218"/>
          </a:xfrm>
          <a:prstGeom prst="rect">
            <a:avLst/>
          </a:prstGeom>
        </p:spPr>
      </p:pic>
      <p:pic>
        <p:nvPicPr>
          <p:cNvPr id="30" name="Graphic 29" descr="Question Mark with solid fill">
            <a:extLst>
              <a:ext uri="{FF2B5EF4-FFF2-40B4-BE49-F238E27FC236}">
                <a16:creationId xmlns:a16="http://schemas.microsoft.com/office/drawing/2014/main" id="{C507DDDA-B197-36D7-C4D1-005E3572073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84945" y="1918789"/>
            <a:ext cx="679217" cy="679217"/>
          </a:xfrm>
          <a:prstGeom prst="rect">
            <a:avLst/>
          </a:prstGeom>
        </p:spPr>
      </p:pic>
      <p:pic>
        <p:nvPicPr>
          <p:cNvPr id="31" name="Graphic 30" descr="Thought bubble outline">
            <a:extLst>
              <a:ext uri="{FF2B5EF4-FFF2-40B4-BE49-F238E27FC236}">
                <a16:creationId xmlns:a16="http://schemas.microsoft.com/office/drawing/2014/main" id="{58812C77-289B-F1CA-39BD-68207BA8745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flipH="1" flipV="1">
            <a:off x="5961910" y="3168542"/>
            <a:ext cx="2988040" cy="2988040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E50C46C6-9FC1-FD3E-DB24-C2EF280F2E67}"/>
              </a:ext>
            </a:extLst>
          </p:cNvPr>
          <p:cNvSpPr/>
          <p:nvPr/>
        </p:nvSpPr>
        <p:spPr>
          <a:xfrm>
            <a:off x="3121901" y="1826983"/>
            <a:ext cx="5426284" cy="1558847"/>
          </a:xfrm>
          <a:prstGeom prst="rect">
            <a:avLst/>
          </a:prstGeom>
          <a:pattFill prst="lgGrid">
            <a:fgClr>
              <a:srgbClr val="C2C3C6"/>
            </a:fgClr>
            <a:bgClr>
              <a:schemeClr val="tx1">
                <a:lumMod val="85000"/>
              </a:schemeClr>
            </a:bgClr>
          </a:patt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E8EEA37-D9C3-83E5-A550-276A4488E38F}"/>
              </a:ext>
            </a:extLst>
          </p:cNvPr>
          <p:cNvGrpSpPr/>
          <p:nvPr/>
        </p:nvGrpSpPr>
        <p:grpSpPr>
          <a:xfrm>
            <a:off x="3405258" y="2177295"/>
            <a:ext cx="4547796" cy="841422"/>
            <a:chOff x="881206" y="4371746"/>
            <a:chExt cx="3503028" cy="841422"/>
          </a:xfrm>
          <a:solidFill>
            <a:srgbClr val="46B1E6"/>
          </a:solidFill>
        </p:grpSpPr>
        <p:sp>
          <p:nvSpPr>
            <p:cNvPr id="35" name="Right Triangle 34">
              <a:extLst>
                <a:ext uri="{FF2B5EF4-FFF2-40B4-BE49-F238E27FC236}">
                  <a16:creationId xmlns:a16="http://schemas.microsoft.com/office/drawing/2014/main" id="{2691778D-79AB-858C-A7D5-43DEDC5566C3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1206" y="4373177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E4DA4689-0D29-F152-AA47-3C34C959C1FD}"/>
                </a:ext>
              </a:extLst>
            </p:cNvPr>
            <p:cNvSpPr>
              <a:spLocks/>
            </p:cNvSpPr>
            <p:nvPr/>
          </p:nvSpPr>
          <p:spPr>
            <a:xfrm>
              <a:off x="1164784" y="4371746"/>
              <a:ext cx="3219450" cy="841422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Das ist schon in Ordnung so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6597024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1E58AF-92FA-B12A-9C1B-D016D0E3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2FFF2D-AEFC-C6B2-C169-609E1A80B680}"/>
              </a:ext>
            </a:extLst>
          </p:cNvPr>
          <p:cNvSpPr/>
          <p:nvPr/>
        </p:nvSpPr>
        <p:spPr>
          <a:xfrm>
            <a:off x="248650" y="233412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5C80FF-9CD7-F17D-64BB-F351498471F3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82E60FD-2548-53AD-5913-7C8A839B8BF1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EAE9066-66AC-FCB2-15D8-D9FACBE901F4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Das Wahrgenommene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C0D91CF-B580-43FB-1E5D-928E104C8DDC}"/>
              </a:ext>
            </a:extLst>
          </p:cNvPr>
          <p:cNvSpPr txBox="1"/>
          <p:nvPr/>
        </p:nvSpPr>
        <p:spPr>
          <a:xfrm>
            <a:off x="1728174" y="1859339"/>
            <a:ext cx="873564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Kotlin was developed by </a:t>
            </a:r>
            <a:r>
              <a:rPr lang="en-US" err="1">
                <a:solidFill>
                  <a:schemeClr val="accent3"/>
                </a:solidFill>
              </a:rPr>
              <a:t>Jetbrains</a:t>
            </a:r>
            <a:r>
              <a:rPr lang="en-US"/>
              <a:t> (</a:t>
            </a:r>
            <a:r>
              <a:rPr lang="en-US" err="1"/>
              <a:t>Intellj</a:t>
            </a:r>
            <a:r>
              <a:rPr lang="en-US"/>
              <a:t> Idea, Rider, Goland) and released in 2011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Goal: </a:t>
            </a:r>
            <a:r>
              <a:rPr lang="en-US">
                <a:solidFill>
                  <a:srgbClr val="00B0F0"/>
                </a:solidFill>
              </a:rPr>
              <a:t>concise and expressive</a:t>
            </a:r>
            <a:r>
              <a:rPr lang="en-US"/>
              <a:t>, interoperable with Java (previous language used), introduction of new constructs such as higher order functions</a:t>
            </a:r>
          </a:p>
          <a:p>
            <a:r>
              <a:rPr lang="en-US"/>
              <a:t>	&gt; a </a:t>
            </a:r>
            <a:r>
              <a:rPr lang="en-US">
                <a:solidFill>
                  <a:srgbClr val="92D050"/>
                </a:solidFill>
              </a:rPr>
              <a:t>better Java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Used in: </a:t>
            </a:r>
            <a:r>
              <a:rPr lang="en-US" err="1"/>
              <a:t>mobie</a:t>
            </a:r>
            <a:r>
              <a:rPr lang="en-US"/>
              <a:t> applications (android), web development, server side application, data science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IDE: </a:t>
            </a:r>
            <a:r>
              <a:rPr lang="en-US" err="1"/>
              <a:t>Intellj</a:t>
            </a:r>
            <a:r>
              <a:rPr lang="en-US"/>
              <a:t> Idea, Android Studio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17232-94AD-59F3-9DF6-21E75FD88B91}"/>
              </a:ext>
            </a:extLst>
          </p:cNvPr>
          <p:cNvSpPr txBox="1"/>
          <p:nvPr/>
        </p:nvSpPr>
        <p:spPr>
          <a:xfrm>
            <a:off x="3326002" y="6378365"/>
            <a:ext cx="8617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Source: SourceLink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072596414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A99658-46BA-5AE8-C926-E31C9AB75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849B75-6F39-FE38-995D-94ADC8FAA249}"/>
              </a:ext>
            </a:extLst>
          </p:cNvPr>
          <p:cNvSpPr/>
          <p:nvPr/>
        </p:nvSpPr>
        <p:spPr>
          <a:xfrm>
            <a:off x="248650" y="233412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16E15B3-6778-7AA2-16C6-28037CC5B49F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DB9805-C156-C082-9CB7-4CB86EBE055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4F10E9-3FE1-FB55-B24A-BE1112071712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Das Gefühlte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C15D857-E671-941E-45A1-65FAC23F342B}"/>
              </a:ext>
            </a:extLst>
          </p:cNvPr>
          <p:cNvSpPr txBox="1"/>
          <p:nvPr/>
        </p:nvSpPr>
        <p:spPr>
          <a:xfrm>
            <a:off x="1728174" y="1859339"/>
            <a:ext cx="873564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Kotlin was developed by </a:t>
            </a:r>
            <a:r>
              <a:rPr lang="en-US" err="1">
                <a:solidFill>
                  <a:schemeClr val="accent3"/>
                </a:solidFill>
              </a:rPr>
              <a:t>Jetbrains</a:t>
            </a:r>
            <a:r>
              <a:rPr lang="en-US"/>
              <a:t> (</a:t>
            </a:r>
            <a:r>
              <a:rPr lang="en-US" err="1"/>
              <a:t>Intellj</a:t>
            </a:r>
            <a:r>
              <a:rPr lang="en-US"/>
              <a:t> Idea, Rider, Goland) and released in 2011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Goal: </a:t>
            </a:r>
            <a:r>
              <a:rPr lang="en-US">
                <a:solidFill>
                  <a:srgbClr val="00B0F0"/>
                </a:solidFill>
              </a:rPr>
              <a:t>concise and expressive</a:t>
            </a:r>
            <a:r>
              <a:rPr lang="en-US"/>
              <a:t>, interoperable with Java (previous language used), introduction of new constructs such as higher order functions</a:t>
            </a:r>
          </a:p>
          <a:p>
            <a:r>
              <a:rPr lang="en-US"/>
              <a:t>	&gt; a </a:t>
            </a:r>
            <a:r>
              <a:rPr lang="en-US">
                <a:solidFill>
                  <a:srgbClr val="92D050"/>
                </a:solidFill>
              </a:rPr>
              <a:t>better Java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Used in: </a:t>
            </a:r>
            <a:r>
              <a:rPr lang="en-US" err="1"/>
              <a:t>mobie</a:t>
            </a:r>
            <a:r>
              <a:rPr lang="en-US"/>
              <a:t> applications (android), web development, server side application, data science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IDE: </a:t>
            </a:r>
            <a:r>
              <a:rPr lang="en-US" err="1"/>
              <a:t>Intellj</a:t>
            </a:r>
            <a:r>
              <a:rPr lang="en-US"/>
              <a:t> Idea, Android Studio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4EA671-D493-196D-F37F-306AF8F334C1}"/>
              </a:ext>
            </a:extLst>
          </p:cNvPr>
          <p:cNvSpPr txBox="1"/>
          <p:nvPr/>
        </p:nvSpPr>
        <p:spPr>
          <a:xfrm>
            <a:off x="3326002" y="6378365"/>
            <a:ext cx="8617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Source: SourceLink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465615360"/>
      </p:ext>
    </p:extLst>
  </p:cSld>
  <p:clrMapOvr>
    <a:masterClrMapping/>
  </p:clrMapOvr>
  <p:transition spd="slow">
    <p:cover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1089</TotalTime>
  <Words>214</Words>
  <Application>Microsoft Office PowerPoint</Application>
  <PresentationFormat>Widescreen</PresentationFormat>
  <Paragraphs>46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Cascadia Code</vt:lpstr>
      <vt:lpstr>Wingdings 2</vt:lpstr>
      <vt:lpstr>Quotable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Edison Scriven</cp:lastModifiedBy>
  <cp:revision>898</cp:revision>
  <dcterms:created xsi:type="dcterms:W3CDTF">2025-03-21T16:11:25Z</dcterms:created>
  <dcterms:modified xsi:type="dcterms:W3CDTF">2026-01-05T19:10:34Z</dcterms:modified>
</cp:coreProperties>
</file>