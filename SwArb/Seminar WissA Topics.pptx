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ags/tag1.xml" ContentType="application/vnd.openxmlformats-officedocument.presentationml.tags+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theme/theme4.xml" ContentType="application/vnd.openxmlformats-officedocument.theme+xml"/>
  <Override PartName="/ppt/tags/tag4.xml" ContentType="application/vnd.openxmlformats-officedocument.presentationml.tags+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theme/theme5.xml" ContentType="application/vnd.openxmlformats-officedocument.theme+xml"/>
  <Override PartName="/ppt/tags/tag5.xml" ContentType="application/vnd.openxmlformats-officedocument.presentationml.tags+xml"/>
  <Override PartName="/ppt/theme/theme6.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33" r:id="rId2"/>
    <p:sldMasterId id="2147483805" r:id="rId3"/>
    <p:sldMasterId id="2147483886" r:id="rId4"/>
    <p:sldMasterId id="2147483958" r:id="rId5"/>
  </p:sldMasterIdLst>
  <p:notesMasterIdLst>
    <p:notesMasterId r:id="rId16"/>
  </p:notesMasterIdLst>
  <p:sldIdLst>
    <p:sldId id="256" r:id="rId6"/>
    <p:sldId id="322" r:id="rId7"/>
    <p:sldId id="323" r:id="rId8"/>
    <p:sldId id="324" r:id="rId9"/>
    <p:sldId id="325" r:id="rId10"/>
    <p:sldId id="326" r:id="rId11"/>
    <p:sldId id="327" r:id="rId12"/>
    <p:sldId id="329" r:id="rId13"/>
    <p:sldId id="328" r:id="rId14"/>
    <p:sldId id="257" r:id="rId15"/>
  </p:sldIdLst>
  <p:sldSz cx="12192000" cy="6858000"/>
  <p:notesSz cx="7315200" cy="9601200"/>
  <p:defaultTextStyle>
    <a:defPPr>
      <a:defRPr lang="en-US"/>
    </a:defPPr>
    <a:lvl1pPr>
      <a:spcBef>
        <a:spcPts val="0"/>
      </a:spcBef>
      <a:buClr>
        <a:schemeClr val="accent1"/>
      </a:buClr>
      <a:defRPr sz="1800"/>
    </a:lvl1pPr>
    <a:lvl2pPr marL="180000" indent="-180000">
      <a:spcBef>
        <a:spcPts val="0"/>
      </a:spcBef>
      <a:buClr>
        <a:schemeClr val="accent1"/>
      </a:buClr>
      <a:buFont typeface="Arial" panose="020B0604020202020204" pitchFamily="34" charset="0"/>
      <a:buChar char="•"/>
      <a:defRPr sz="1800"/>
    </a:lvl2pPr>
    <a:lvl3pPr marL="360000" indent="-180000">
      <a:spcBef>
        <a:spcPts val="0"/>
      </a:spcBef>
      <a:buClr>
        <a:schemeClr val="accent1"/>
      </a:buClr>
      <a:buFont typeface="Arial" panose="020B0604020202020204" pitchFamily="34" charset="0"/>
      <a:buChar char="•"/>
      <a:defRPr sz="1800"/>
    </a:lvl3pPr>
    <a:lvl4pPr marL="540000" indent="-180000">
      <a:spcBef>
        <a:spcPts val="0"/>
      </a:spcBef>
      <a:buClr>
        <a:schemeClr val="accent1"/>
      </a:buClr>
      <a:buFont typeface="Arial" panose="020B0604020202020204" pitchFamily="34" charset="0"/>
      <a:buChar char="•"/>
      <a:defRPr sz="1800"/>
    </a:lvl4pPr>
    <a:lvl5pPr marL="720000" indent="-180000">
      <a:spcBef>
        <a:spcPts val="0"/>
      </a:spcBef>
      <a:buClr>
        <a:schemeClr val="accent1"/>
      </a:buClr>
      <a:buFont typeface="Arial" panose="020B0604020202020204" pitchFamily="34" charset="0"/>
      <a:buChar char="•"/>
      <a:defRPr sz="1800"/>
    </a:lvl5pPr>
    <a:lvl6pPr marL="900000" indent="-180000">
      <a:spcBef>
        <a:spcPts val="0"/>
      </a:spcBef>
      <a:buClr>
        <a:schemeClr val="accent1"/>
      </a:buClr>
      <a:buFont typeface="Arial" panose="020B0604020202020204" pitchFamily="34" charset="0"/>
      <a:buChar char="•"/>
      <a:defRPr sz="1800"/>
    </a:lvl6pPr>
    <a:lvl7pPr marL="1080000" indent="-180000">
      <a:spcBef>
        <a:spcPts val="0"/>
      </a:spcBef>
      <a:buClr>
        <a:schemeClr val="accent1"/>
      </a:buClr>
      <a:buFont typeface="Arial" panose="020B0604020202020204" pitchFamily="34" charset="0"/>
      <a:buChar char="•"/>
      <a:defRPr sz="1800"/>
    </a:lvl7pPr>
    <a:lvl8pPr marL="1260000" indent="-180000">
      <a:spcBef>
        <a:spcPts val="0"/>
      </a:spcBef>
      <a:buClr>
        <a:schemeClr val="accent1"/>
      </a:buClr>
      <a:buFont typeface="Arial" panose="020B0604020202020204" pitchFamily="34" charset="0"/>
      <a:buChar char="•"/>
      <a:defRPr sz="1800"/>
    </a:lvl8pPr>
    <a:lvl9pPr marL="1440000" indent="-180000">
      <a:spcBef>
        <a:spcPts val="0"/>
      </a:spcBef>
      <a:buClr>
        <a:schemeClr val="accent1"/>
      </a:buClr>
      <a:buFont typeface="Arial" panose="020B0604020202020204" pitchFamily="34" charset="0"/>
      <a:buChar char="•"/>
      <a:defRPr sz="1800"/>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9899118B-2282-4B7F-BE22-8B192BA8C832}" type="datetimeFigureOut">
              <a:rPr lang="en-US" smtClean="0"/>
              <a:t>9/14/2026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4071D881-A149-41FB-AA8F-9F54E6116057}" type="slidenum">
              <a:rPr lang="en-US" smtClean="0"/>
              <a:t>‹#›</a:t>
            </a:fld>
            <a:endParaRPr lang="en-US"/>
          </a:p>
        </p:txBody>
      </p:sp>
    </p:spTree>
    <p:extLst>
      <p:ext uri="{BB962C8B-B14F-4D97-AF65-F5344CB8AC3E}">
        <p14:creationId xmlns:p14="http://schemas.microsoft.com/office/powerpoint/2010/main" val="3429341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1F670-8FBF-742D-CE68-E6BFAA0EE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0F9A2-AE0B-FB69-E069-5545826C87F1}"/>
              </a:ext>
            </a:extLst>
          </p:cNvPr>
          <p:cNvSpPr>
            <a:spLocks noGrp="1" noRot="1" noChangeAspect="1"/>
          </p:cNvSpPr>
          <p:nvPr>
            <p:ph type="sldImg"/>
          </p:nvPr>
        </p:nvSpPr>
        <p:spPr>
          <a:xfrm>
            <a:off x="484188" y="650875"/>
            <a:ext cx="6350000" cy="3571875"/>
          </a:xfrm>
        </p:spPr>
        <p:txBody>
          <a:bodyPr/>
          <a:lstStyle/>
          <a:p>
            <a:endParaRPr lang="en-US"/>
          </a:p>
        </p:txBody>
      </p:sp>
      <p:sp>
        <p:nvSpPr>
          <p:cNvPr id="3" name="Notes Placeholder 2">
            <a:extLst>
              <a:ext uri="{FF2B5EF4-FFF2-40B4-BE49-F238E27FC236}">
                <a16:creationId xmlns:a16="http://schemas.microsoft.com/office/drawing/2014/main" id="{60E019A3-3582-121C-626B-28287694D151}"/>
              </a:ext>
            </a:extLst>
          </p:cNvPr>
          <p:cNvSpPr>
            <a:spLocks noGrp="1"/>
          </p:cNvSpPr>
          <p:nvPr>
            <p:ph type="body" idx="1"/>
          </p:nvPr>
        </p:nvSpPr>
        <p:spPr/>
        <p:txBody>
          <a:bodyPr/>
          <a:lstStyle/>
          <a:p>
            <a:pPr defTabSz="966612">
              <a:spcAft>
                <a:spcPts val="634"/>
              </a:spcAft>
              <a:defRPr/>
            </a:pPr>
            <a:r>
              <a:rPr lang="en-US" sz="1300">
                <a:solidFill>
                  <a:srgbClr val="00C1B6"/>
                </a:solidFill>
                <a:latin typeface="Arial" panose="020B0604020202020204" pitchFamily="34" charset="0"/>
              </a:rPr>
              <a:t>Why do we exist and what is our mission?</a:t>
            </a:r>
          </a:p>
          <a:p>
            <a:endParaRPr lang="en-US"/>
          </a:p>
        </p:txBody>
      </p:sp>
      <p:sp>
        <p:nvSpPr>
          <p:cNvPr id="4" name="Slide Number Placeholder 3">
            <a:extLst>
              <a:ext uri="{FF2B5EF4-FFF2-40B4-BE49-F238E27FC236}">
                <a16:creationId xmlns:a16="http://schemas.microsoft.com/office/drawing/2014/main" id="{499A486D-F331-1EB8-196C-071C70930136}"/>
              </a:ext>
            </a:extLst>
          </p:cNvPr>
          <p:cNvSpPr>
            <a:spLocks noGrp="1"/>
          </p:cNvSpPr>
          <p:nvPr>
            <p:ph type="sldNum" sz="quarter" idx="5"/>
          </p:nvPr>
        </p:nvSpPr>
        <p:spPr/>
        <p:txBody>
          <a:bodyPr/>
          <a:lstStyle/>
          <a:p>
            <a:pPr defTabSz="966612" rtl="0">
              <a:buClr>
                <a:srgbClr val="009999"/>
              </a:buClr>
              <a:defRPr/>
            </a:pPr>
            <a:r>
              <a:rPr lang="en-US" sz="1100" b="1">
                <a:solidFill>
                  <a:srgbClr val="00D7A0"/>
                </a:solidFill>
                <a:latin typeface="Aptos" panose="02110004020202020204"/>
                <a:ea typeface="+mn-ea"/>
                <a:cs typeface="+mn-cs"/>
              </a:rPr>
              <a:t>Notes</a:t>
            </a:r>
            <a:r>
              <a:rPr lang="en-US" sz="1100">
                <a:latin typeface="Aptos" panose="02110004020202020204"/>
                <a:ea typeface="+mn-ea"/>
                <a:cs typeface="+mn-cs"/>
              </a:rPr>
              <a:t> </a:t>
            </a:r>
            <a:fld id="{E76C657F-0E32-4130-ADDA-66B81138A76A}" type="slidenum">
              <a:rPr lang="en-US" sz="1100">
                <a:solidFill>
                  <a:srgbClr val="000028"/>
                </a:solidFill>
                <a:latin typeface="Aptos" panose="02110004020202020204"/>
                <a:ea typeface="+mn-ea"/>
                <a:cs typeface="+mn-cs"/>
              </a:rPr>
              <a:pPr defTabSz="966612" rtl="0">
                <a:buClr>
                  <a:srgbClr val="009999"/>
                </a:buClr>
                <a:defRPr/>
              </a:pPr>
              <a:t>2</a:t>
            </a:fld>
            <a:endParaRPr lang="en-US" sz="1100">
              <a:solidFill>
                <a:srgbClr val="000028"/>
              </a:solidFill>
              <a:latin typeface="Aptos" panose="02110004020202020204"/>
              <a:ea typeface="+mn-ea"/>
              <a:cs typeface="+mn-cs"/>
            </a:endParaRPr>
          </a:p>
        </p:txBody>
      </p:sp>
    </p:spTree>
    <p:extLst>
      <p:ext uri="{BB962C8B-B14F-4D97-AF65-F5344CB8AC3E}">
        <p14:creationId xmlns:p14="http://schemas.microsoft.com/office/powerpoint/2010/main" val="415872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DABAC-BF3B-8637-C8AD-7E690AD2D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57830-F3CB-1598-9724-3542CBD489AD}"/>
              </a:ext>
            </a:extLst>
          </p:cNvPr>
          <p:cNvSpPr>
            <a:spLocks noGrp="1" noRot="1" noChangeAspect="1"/>
          </p:cNvSpPr>
          <p:nvPr>
            <p:ph type="sldImg"/>
          </p:nvPr>
        </p:nvSpPr>
        <p:spPr>
          <a:xfrm>
            <a:off x="484188" y="650875"/>
            <a:ext cx="6350000" cy="3571875"/>
          </a:xfrm>
        </p:spPr>
        <p:txBody>
          <a:bodyPr/>
          <a:lstStyle/>
          <a:p>
            <a:endParaRPr lang="en-US"/>
          </a:p>
        </p:txBody>
      </p:sp>
      <p:sp>
        <p:nvSpPr>
          <p:cNvPr id="3" name="Notes Placeholder 2">
            <a:extLst>
              <a:ext uri="{FF2B5EF4-FFF2-40B4-BE49-F238E27FC236}">
                <a16:creationId xmlns:a16="http://schemas.microsoft.com/office/drawing/2014/main" id="{658DA8BD-6689-185C-CAFC-8D882DBFC80D}"/>
              </a:ext>
            </a:extLst>
          </p:cNvPr>
          <p:cNvSpPr>
            <a:spLocks noGrp="1"/>
          </p:cNvSpPr>
          <p:nvPr>
            <p:ph type="body" idx="1"/>
          </p:nvPr>
        </p:nvSpPr>
        <p:spPr/>
        <p:txBody>
          <a:bodyPr/>
          <a:lstStyle/>
          <a:p>
            <a:pPr defTabSz="966612">
              <a:spcAft>
                <a:spcPts val="634"/>
              </a:spcAft>
              <a:defRPr/>
            </a:pPr>
            <a:r>
              <a:rPr lang="en-US" sz="1300">
                <a:solidFill>
                  <a:srgbClr val="00C1B6"/>
                </a:solidFill>
                <a:latin typeface="Arial" panose="020B0604020202020204" pitchFamily="34" charset="0"/>
              </a:rPr>
              <a:t>Why do we exist and what is our mission?</a:t>
            </a:r>
          </a:p>
          <a:p>
            <a:endParaRPr lang="en-US"/>
          </a:p>
        </p:txBody>
      </p:sp>
      <p:sp>
        <p:nvSpPr>
          <p:cNvPr id="4" name="Slide Number Placeholder 3">
            <a:extLst>
              <a:ext uri="{FF2B5EF4-FFF2-40B4-BE49-F238E27FC236}">
                <a16:creationId xmlns:a16="http://schemas.microsoft.com/office/drawing/2014/main" id="{F4EE9CD5-31DF-E7E7-E241-B94C7FA3AA5E}"/>
              </a:ext>
            </a:extLst>
          </p:cNvPr>
          <p:cNvSpPr>
            <a:spLocks noGrp="1"/>
          </p:cNvSpPr>
          <p:nvPr>
            <p:ph type="sldNum" sz="quarter" idx="5"/>
          </p:nvPr>
        </p:nvSpPr>
        <p:spPr/>
        <p:txBody>
          <a:bodyPr/>
          <a:lstStyle/>
          <a:p>
            <a:pPr defTabSz="966612" rtl="0">
              <a:buClr>
                <a:srgbClr val="009999"/>
              </a:buClr>
              <a:defRPr/>
            </a:pPr>
            <a:r>
              <a:rPr lang="en-US" sz="1100" b="1">
                <a:solidFill>
                  <a:srgbClr val="00D7A0"/>
                </a:solidFill>
                <a:latin typeface="Aptos" panose="02110004020202020204"/>
                <a:ea typeface="+mn-ea"/>
                <a:cs typeface="+mn-cs"/>
              </a:rPr>
              <a:t>Notes</a:t>
            </a:r>
            <a:r>
              <a:rPr lang="en-US" sz="1100">
                <a:latin typeface="Aptos" panose="02110004020202020204"/>
                <a:ea typeface="+mn-ea"/>
                <a:cs typeface="+mn-cs"/>
              </a:rPr>
              <a:t> </a:t>
            </a:r>
            <a:fld id="{E76C657F-0E32-4130-ADDA-66B81138A76A}" type="slidenum">
              <a:rPr lang="en-US" sz="1100">
                <a:solidFill>
                  <a:srgbClr val="000028"/>
                </a:solidFill>
                <a:latin typeface="Aptos" panose="02110004020202020204"/>
                <a:ea typeface="+mn-ea"/>
                <a:cs typeface="+mn-cs"/>
              </a:rPr>
              <a:pPr defTabSz="966612" rtl="0">
                <a:buClr>
                  <a:srgbClr val="009999"/>
                </a:buClr>
                <a:defRPr/>
              </a:pPr>
              <a:t>3</a:t>
            </a:fld>
            <a:endParaRPr lang="en-US" sz="1100">
              <a:solidFill>
                <a:srgbClr val="000028"/>
              </a:solidFill>
              <a:latin typeface="Aptos" panose="02110004020202020204"/>
              <a:ea typeface="+mn-ea"/>
              <a:cs typeface="+mn-cs"/>
            </a:endParaRPr>
          </a:p>
        </p:txBody>
      </p:sp>
    </p:spTree>
    <p:extLst>
      <p:ext uri="{BB962C8B-B14F-4D97-AF65-F5344CB8AC3E}">
        <p14:creationId xmlns:p14="http://schemas.microsoft.com/office/powerpoint/2010/main" val="3476355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5B128-C157-6D94-F56A-92A83EFF8F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6974F-89E8-115A-7A2F-9FF3E146AB42}"/>
              </a:ext>
            </a:extLst>
          </p:cNvPr>
          <p:cNvSpPr>
            <a:spLocks noGrp="1" noRot="1" noChangeAspect="1"/>
          </p:cNvSpPr>
          <p:nvPr>
            <p:ph type="sldImg"/>
          </p:nvPr>
        </p:nvSpPr>
        <p:spPr>
          <a:xfrm>
            <a:off x="484188" y="650875"/>
            <a:ext cx="6350000" cy="3571875"/>
          </a:xfrm>
        </p:spPr>
        <p:txBody>
          <a:bodyPr/>
          <a:lstStyle/>
          <a:p>
            <a:endParaRPr lang="en-US"/>
          </a:p>
        </p:txBody>
      </p:sp>
      <p:sp>
        <p:nvSpPr>
          <p:cNvPr id="3" name="Notes Placeholder 2">
            <a:extLst>
              <a:ext uri="{FF2B5EF4-FFF2-40B4-BE49-F238E27FC236}">
                <a16:creationId xmlns:a16="http://schemas.microsoft.com/office/drawing/2014/main" id="{71C3BB1D-6DBA-4ECF-8B15-FAA73FA6C689}"/>
              </a:ext>
            </a:extLst>
          </p:cNvPr>
          <p:cNvSpPr>
            <a:spLocks noGrp="1"/>
          </p:cNvSpPr>
          <p:nvPr>
            <p:ph type="body" idx="1"/>
          </p:nvPr>
        </p:nvSpPr>
        <p:spPr/>
        <p:txBody>
          <a:bodyPr/>
          <a:lstStyle/>
          <a:p>
            <a:pPr defTabSz="966612">
              <a:spcAft>
                <a:spcPts val="634"/>
              </a:spcAft>
              <a:defRPr/>
            </a:pPr>
            <a:r>
              <a:rPr lang="en-US" sz="1300">
                <a:solidFill>
                  <a:srgbClr val="00C1B6"/>
                </a:solidFill>
                <a:latin typeface="Arial" panose="020B0604020202020204" pitchFamily="34" charset="0"/>
              </a:rPr>
              <a:t>Why do we exist and what is our mission?</a:t>
            </a:r>
          </a:p>
          <a:p>
            <a:endParaRPr lang="en-US"/>
          </a:p>
        </p:txBody>
      </p:sp>
      <p:sp>
        <p:nvSpPr>
          <p:cNvPr id="4" name="Slide Number Placeholder 3">
            <a:extLst>
              <a:ext uri="{FF2B5EF4-FFF2-40B4-BE49-F238E27FC236}">
                <a16:creationId xmlns:a16="http://schemas.microsoft.com/office/drawing/2014/main" id="{26589E22-2BA6-719F-8D97-37AB97310A06}"/>
              </a:ext>
            </a:extLst>
          </p:cNvPr>
          <p:cNvSpPr>
            <a:spLocks noGrp="1"/>
          </p:cNvSpPr>
          <p:nvPr>
            <p:ph type="sldNum" sz="quarter" idx="5"/>
          </p:nvPr>
        </p:nvSpPr>
        <p:spPr/>
        <p:txBody>
          <a:bodyPr/>
          <a:lstStyle/>
          <a:p>
            <a:pPr defTabSz="966612" rtl="0">
              <a:buClr>
                <a:srgbClr val="009999"/>
              </a:buClr>
              <a:defRPr/>
            </a:pPr>
            <a:r>
              <a:rPr lang="en-US" sz="1100" b="1">
                <a:solidFill>
                  <a:srgbClr val="00D7A0"/>
                </a:solidFill>
                <a:latin typeface="Aptos" panose="02110004020202020204"/>
                <a:ea typeface="+mn-ea"/>
                <a:cs typeface="+mn-cs"/>
              </a:rPr>
              <a:t>Notes</a:t>
            </a:r>
            <a:r>
              <a:rPr lang="en-US" sz="1100">
                <a:latin typeface="Aptos" panose="02110004020202020204"/>
                <a:ea typeface="+mn-ea"/>
                <a:cs typeface="+mn-cs"/>
              </a:rPr>
              <a:t> </a:t>
            </a:r>
            <a:fld id="{E76C657F-0E32-4130-ADDA-66B81138A76A}" type="slidenum">
              <a:rPr lang="en-US" sz="1100">
                <a:solidFill>
                  <a:srgbClr val="000028"/>
                </a:solidFill>
                <a:latin typeface="Aptos" panose="02110004020202020204"/>
                <a:ea typeface="+mn-ea"/>
                <a:cs typeface="+mn-cs"/>
              </a:rPr>
              <a:pPr defTabSz="966612" rtl="0">
                <a:buClr>
                  <a:srgbClr val="009999"/>
                </a:buClr>
                <a:defRPr/>
              </a:pPr>
              <a:t>4</a:t>
            </a:fld>
            <a:endParaRPr lang="en-US" sz="1100">
              <a:solidFill>
                <a:srgbClr val="000028"/>
              </a:solidFill>
              <a:latin typeface="Aptos" panose="02110004020202020204"/>
              <a:ea typeface="+mn-ea"/>
              <a:cs typeface="+mn-cs"/>
            </a:endParaRPr>
          </a:p>
        </p:txBody>
      </p:sp>
    </p:spTree>
    <p:extLst>
      <p:ext uri="{BB962C8B-B14F-4D97-AF65-F5344CB8AC3E}">
        <p14:creationId xmlns:p14="http://schemas.microsoft.com/office/powerpoint/2010/main" val="419074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2472-A386-DA1B-73B5-82E69A20F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36A08-EECA-9591-0F5C-F352B5A8822C}"/>
              </a:ext>
            </a:extLst>
          </p:cNvPr>
          <p:cNvSpPr>
            <a:spLocks noGrp="1" noRot="1" noChangeAspect="1"/>
          </p:cNvSpPr>
          <p:nvPr>
            <p:ph type="sldImg"/>
          </p:nvPr>
        </p:nvSpPr>
        <p:spPr>
          <a:xfrm>
            <a:off x="484188" y="650875"/>
            <a:ext cx="6350000" cy="3571875"/>
          </a:xfrm>
        </p:spPr>
        <p:txBody>
          <a:bodyPr/>
          <a:lstStyle/>
          <a:p>
            <a:endParaRPr lang="en-US"/>
          </a:p>
        </p:txBody>
      </p:sp>
      <p:sp>
        <p:nvSpPr>
          <p:cNvPr id="3" name="Notes Placeholder 2">
            <a:extLst>
              <a:ext uri="{FF2B5EF4-FFF2-40B4-BE49-F238E27FC236}">
                <a16:creationId xmlns:a16="http://schemas.microsoft.com/office/drawing/2014/main" id="{262F5118-0D0D-0F59-B901-B46937ED6C6C}"/>
              </a:ext>
            </a:extLst>
          </p:cNvPr>
          <p:cNvSpPr>
            <a:spLocks noGrp="1"/>
          </p:cNvSpPr>
          <p:nvPr>
            <p:ph type="body" idx="1"/>
          </p:nvPr>
        </p:nvSpPr>
        <p:spPr/>
        <p:txBody>
          <a:bodyPr/>
          <a:lstStyle/>
          <a:p>
            <a:pPr defTabSz="966612">
              <a:spcAft>
                <a:spcPts val="634"/>
              </a:spcAft>
              <a:defRPr/>
            </a:pPr>
            <a:r>
              <a:rPr lang="en-US" sz="1300">
                <a:solidFill>
                  <a:srgbClr val="00C1B6"/>
                </a:solidFill>
                <a:latin typeface="Arial" panose="020B0604020202020204" pitchFamily="34" charset="0"/>
              </a:rPr>
              <a:t>Why do we exist and what is our mission?</a:t>
            </a:r>
          </a:p>
          <a:p>
            <a:endParaRPr lang="en-US"/>
          </a:p>
        </p:txBody>
      </p:sp>
      <p:sp>
        <p:nvSpPr>
          <p:cNvPr id="4" name="Slide Number Placeholder 3">
            <a:extLst>
              <a:ext uri="{FF2B5EF4-FFF2-40B4-BE49-F238E27FC236}">
                <a16:creationId xmlns:a16="http://schemas.microsoft.com/office/drawing/2014/main" id="{B5386918-9709-482D-0537-3D60A845B54D}"/>
              </a:ext>
            </a:extLst>
          </p:cNvPr>
          <p:cNvSpPr>
            <a:spLocks noGrp="1"/>
          </p:cNvSpPr>
          <p:nvPr>
            <p:ph type="sldNum" sz="quarter" idx="5"/>
          </p:nvPr>
        </p:nvSpPr>
        <p:spPr/>
        <p:txBody>
          <a:bodyPr/>
          <a:lstStyle/>
          <a:p>
            <a:pPr defTabSz="966612" rtl="0">
              <a:buClr>
                <a:srgbClr val="009999"/>
              </a:buClr>
              <a:defRPr/>
            </a:pPr>
            <a:r>
              <a:rPr lang="en-US" sz="1100" b="1">
                <a:solidFill>
                  <a:srgbClr val="00D7A0"/>
                </a:solidFill>
                <a:latin typeface="Aptos" panose="02110004020202020204"/>
                <a:ea typeface="+mn-ea"/>
                <a:cs typeface="+mn-cs"/>
              </a:rPr>
              <a:t>Notes</a:t>
            </a:r>
            <a:r>
              <a:rPr lang="en-US" sz="1100">
                <a:latin typeface="Aptos" panose="02110004020202020204"/>
                <a:ea typeface="+mn-ea"/>
                <a:cs typeface="+mn-cs"/>
              </a:rPr>
              <a:t> </a:t>
            </a:r>
            <a:fld id="{E76C657F-0E32-4130-ADDA-66B81138A76A}" type="slidenum">
              <a:rPr lang="en-US" sz="1100">
                <a:solidFill>
                  <a:srgbClr val="000028"/>
                </a:solidFill>
                <a:latin typeface="Aptos" panose="02110004020202020204"/>
                <a:ea typeface="+mn-ea"/>
                <a:cs typeface="+mn-cs"/>
              </a:rPr>
              <a:pPr defTabSz="966612" rtl="0">
                <a:buClr>
                  <a:srgbClr val="009999"/>
                </a:buClr>
                <a:defRPr/>
              </a:pPr>
              <a:t>5</a:t>
            </a:fld>
            <a:endParaRPr lang="en-US" sz="1100">
              <a:solidFill>
                <a:srgbClr val="000028"/>
              </a:solidFill>
              <a:latin typeface="Aptos" panose="02110004020202020204"/>
              <a:ea typeface="+mn-ea"/>
              <a:cs typeface="+mn-cs"/>
            </a:endParaRPr>
          </a:p>
        </p:txBody>
      </p:sp>
    </p:spTree>
    <p:extLst>
      <p:ext uri="{BB962C8B-B14F-4D97-AF65-F5344CB8AC3E}">
        <p14:creationId xmlns:p14="http://schemas.microsoft.com/office/powerpoint/2010/main" val="3313809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9D3FE-5B6E-B603-452F-51100573FF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78202-3F02-7DC1-7798-0831910B369B}"/>
              </a:ext>
            </a:extLst>
          </p:cNvPr>
          <p:cNvSpPr>
            <a:spLocks noGrp="1" noRot="1" noChangeAspect="1"/>
          </p:cNvSpPr>
          <p:nvPr>
            <p:ph type="sldImg"/>
          </p:nvPr>
        </p:nvSpPr>
        <p:spPr>
          <a:xfrm>
            <a:off x="484188" y="650875"/>
            <a:ext cx="6350000" cy="3571875"/>
          </a:xfrm>
        </p:spPr>
        <p:txBody>
          <a:bodyPr/>
          <a:lstStyle/>
          <a:p>
            <a:endParaRPr lang="en-US"/>
          </a:p>
        </p:txBody>
      </p:sp>
      <p:sp>
        <p:nvSpPr>
          <p:cNvPr id="3" name="Notes Placeholder 2">
            <a:extLst>
              <a:ext uri="{FF2B5EF4-FFF2-40B4-BE49-F238E27FC236}">
                <a16:creationId xmlns:a16="http://schemas.microsoft.com/office/drawing/2014/main" id="{307C0491-4C7C-3FE7-F494-FB113E237DEB}"/>
              </a:ext>
            </a:extLst>
          </p:cNvPr>
          <p:cNvSpPr>
            <a:spLocks noGrp="1"/>
          </p:cNvSpPr>
          <p:nvPr>
            <p:ph type="body" idx="1"/>
          </p:nvPr>
        </p:nvSpPr>
        <p:spPr/>
        <p:txBody>
          <a:bodyPr/>
          <a:lstStyle/>
          <a:p>
            <a:pPr defTabSz="966612">
              <a:spcAft>
                <a:spcPts val="634"/>
              </a:spcAft>
              <a:defRPr/>
            </a:pPr>
            <a:r>
              <a:rPr lang="en-US" sz="1300">
                <a:solidFill>
                  <a:srgbClr val="00C1B6"/>
                </a:solidFill>
                <a:latin typeface="Arial" panose="020B0604020202020204" pitchFamily="34" charset="0"/>
              </a:rPr>
              <a:t>Why do we exist and what is our mission?</a:t>
            </a:r>
          </a:p>
          <a:p>
            <a:endParaRPr lang="en-US"/>
          </a:p>
        </p:txBody>
      </p:sp>
      <p:sp>
        <p:nvSpPr>
          <p:cNvPr id="4" name="Slide Number Placeholder 3">
            <a:extLst>
              <a:ext uri="{FF2B5EF4-FFF2-40B4-BE49-F238E27FC236}">
                <a16:creationId xmlns:a16="http://schemas.microsoft.com/office/drawing/2014/main" id="{B35230F0-4397-8A02-4DC6-3B19FE9DEC3A}"/>
              </a:ext>
            </a:extLst>
          </p:cNvPr>
          <p:cNvSpPr>
            <a:spLocks noGrp="1"/>
          </p:cNvSpPr>
          <p:nvPr>
            <p:ph type="sldNum" sz="quarter" idx="5"/>
          </p:nvPr>
        </p:nvSpPr>
        <p:spPr/>
        <p:txBody>
          <a:bodyPr/>
          <a:lstStyle/>
          <a:p>
            <a:pPr defTabSz="966612" rtl="0">
              <a:buClr>
                <a:srgbClr val="009999"/>
              </a:buClr>
              <a:defRPr/>
            </a:pPr>
            <a:r>
              <a:rPr lang="en-US" sz="1100" b="1">
                <a:solidFill>
                  <a:srgbClr val="00D7A0"/>
                </a:solidFill>
                <a:latin typeface="Aptos" panose="02110004020202020204"/>
                <a:ea typeface="+mn-ea"/>
                <a:cs typeface="+mn-cs"/>
              </a:rPr>
              <a:t>Notes</a:t>
            </a:r>
            <a:r>
              <a:rPr lang="en-US" sz="1100">
                <a:latin typeface="Aptos" panose="02110004020202020204"/>
                <a:ea typeface="+mn-ea"/>
                <a:cs typeface="+mn-cs"/>
              </a:rPr>
              <a:t> </a:t>
            </a:r>
            <a:fld id="{E76C657F-0E32-4130-ADDA-66B81138A76A}" type="slidenum">
              <a:rPr lang="en-US" sz="1100">
                <a:solidFill>
                  <a:srgbClr val="000028"/>
                </a:solidFill>
                <a:latin typeface="Aptos" panose="02110004020202020204"/>
                <a:ea typeface="+mn-ea"/>
                <a:cs typeface="+mn-cs"/>
              </a:rPr>
              <a:pPr defTabSz="966612" rtl="0">
                <a:buClr>
                  <a:srgbClr val="009999"/>
                </a:buClr>
                <a:defRPr/>
              </a:pPr>
              <a:t>6</a:t>
            </a:fld>
            <a:endParaRPr lang="en-US" sz="1100">
              <a:solidFill>
                <a:srgbClr val="000028"/>
              </a:solidFill>
              <a:latin typeface="Aptos" panose="02110004020202020204"/>
              <a:ea typeface="+mn-ea"/>
              <a:cs typeface="+mn-cs"/>
            </a:endParaRPr>
          </a:p>
        </p:txBody>
      </p:sp>
    </p:spTree>
    <p:extLst>
      <p:ext uri="{BB962C8B-B14F-4D97-AF65-F5344CB8AC3E}">
        <p14:creationId xmlns:p14="http://schemas.microsoft.com/office/powerpoint/2010/main" val="3922495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2826E-264B-3D1A-08D9-09B2FC071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47F8A-0C51-BE8D-93CC-218DABDFFCE4}"/>
              </a:ext>
            </a:extLst>
          </p:cNvPr>
          <p:cNvSpPr>
            <a:spLocks noGrp="1" noRot="1" noChangeAspect="1"/>
          </p:cNvSpPr>
          <p:nvPr>
            <p:ph type="sldImg"/>
          </p:nvPr>
        </p:nvSpPr>
        <p:spPr>
          <a:xfrm>
            <a:off x="484188" y="650875"/>
            <a:ext cx="6350000" cy="3571875"/>
          </a:xfrm>
        </p:spPr>
        <p:txBody>
          <a:bodyPr/>
          <a:lstStyle/>
          <a:p>
            <a:endParaRPr lang="en-US"/>
          </a:p>
        </p:txBody>
      </p:sp>
      <p:sp>
        <p:nvSpPr>
          <p:cNvPr id="3" name="Notes Placeholder 2">
            <a:extLst>
              <a:ext uri="{FF2B5EF4-FFF2-40B4-BE49-F238E27FC236}">
                <a16:creationId xmlns:a16="http://schemas.microsoft.com/office/drawing/2014/main" id="{03CA0BEA-5CB9-CBFF-C37B-E2151BE8CA3E}"/>
              </a:ext>
            </a:extLst>
          </p:cNvPr>
          <p:cNvSpPr>
            <a:spLocks noGrp="1"/>
          </p:cNvSpPr>
          <p:nvPr>
            <p:ph type="body" idx="1"/>
          </p:nvPr>
        </p:nvSpPr>
        <p:spPr/>
        <p:txBody>
          <a:bodyPr/>
          <a:lstStyle/>
          <a:p>
            <a:pPr defTabSz="966612">
              <a:spcAft>
                <a:spcPts val="634"/>
              </a:spcAft>
              <a:defRPr/>
            </a:pPr>
            <a:r>
              <a:rPr lang="en-US" sz="1300">
                <a:solidFill>
                  <a:srgbClr val="00C1B6"/>
                </a:solidFill>
                <a:latin typeface="Arial" panose="020B0604020202020204" pitchFamily="34" charset="0"/>
              </a:rPr>
              <a:t>Why do we exist and what is our mission?</a:t>
            </a:r>
          </a:p>
          <a:p>
            <a:endParaRPr lang="en-US"/>
          </a:p>
        </p:txBody>
      </p:sp>
      <p:sp>
        <p:nvSpPr>
          <p:cNvPr id="4" name="Slide Number Placeholder 3">
            <a:extLst>
              <a:ext uri="{FF2B5EF4-FFF2-40B4-BE49-F238E27FC236}">
                <a16:creationId xmlns:a16="http://schemas.microsoft.com/office/drawing/2014/main" id="{7C3EEB74-20AD-7C32-461D-A896EC8D7F28}"/>
              </a:ext>
            </a:extLst>
          </p:cNvPr>
          <p:cNvSpPr>
            <a:spLocks noGrp="1"/>
          </p:cNvSpPr>
          <p:nvPr>
            <p:ph type="sldNum" sz="quarter" idx="5"/>
          </p:nvPr>
        </p:nvSpPr>
        <p:spPr/>
        <p:txBody>
          <a:bodyPr/>
          <a:lstStyle/>
          <a:p>
            <a:pPr defTabSz="966612" rtl="0">
              <a:buClr>
                <a:srgbClr val="009999"/>
              </a:buClr>
              <a:defRPr/>
            </a:pPr>
            <a:r>
              <a:rPr lang="en-US" sz="1100" b="1">
                <a:solidFill>
                  <a:srgbClr val="00D7A0"/>
                </a:solidFill>
                <a:latin typeface="Aptos" panose="02110004020202020204"/>
                <a:ea typeface="+mn-ea"/>
                <a:cs typeface="+mn-cs"/>
              </a:rPr>
              <a:t>Notes</a:t>
            </a:r>
            <a:r>
              <a:rPr lang="en-US" sz="1100">
                <a:latin typeface="Aptos" panose="02110004020202020204"/>
                <a:ea typeface="+mn-ea"/>
                <a:cs typeface="+mn-cs"/>
              </a:rPr>
              <a:t> </a:t>
            </a:r>
            <a:fld id="{E76C657F-0E32-4130-ADDA-66B81138A76A}" type="slidenum">
              <a:rPr lang="en-US" sz="1100">
                <a:solidFill>
                  <a:srgbClr val="000028"/>
                </a:solidFill>
                <a:latin typeface="Aptos" panose="02110004020202020204"/>
                <a:ea typeface="+mn-ea"/>
                <a:cs typeface="+mn-cs"/>
              </a:rPr>
              <a:pPr defTabSz="966612" rtl="0">
                <a:buClr>
                  <a:srgbClr val="009999"/>
                </a:buClr>
                <a:defRPr/>
              </a:pPr>
              <a:t>7</a:t>
            </a:fld>
            <a:endParaRPr lang="en-US" sz="1100">
              <a:solidFill>
                <a:srgbClr val="000028"/>
              </a:solidFill>
              <a:latin typeface="Aptos" panose="02110004020202020204"/>
              <a:ea typeface="+mn-ea"/>
              <a:cs typeface="+mn-cs"/>
            </a:endParaRPr>
          </a:p>
        </p:txBody>
      </p:sp>
    </p:spTree>
    <p:extLst>
      <p:ext uri="{BB962C8B-B14F-4D97-AF65-F5344CB8AC3E}">
        <p14:creationId xmlns:p14="http://schemas.microsoft.com/office/powerpoint/2010/main" val="1824687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96CFF-4CF3-068F-15BA-46DB5EBD9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00219-8B0B-C704-74FB-EE8C03DB8F6F}"/>
              </a:ext>
            </a:extLst>
          </p:cNvPr>
          <p:cNvSpPr>
            <a:spLocks noGrp="1" noRot="1" noChangeAspect="1"/>
          </p:cNvSpPr>
          <p:nvPr>
            <p:ph type="sldImg"/>
          </p:nvPr>
        </p:nvSpPr>
        <p:spPr>
          <a:xfrm>
            <a:off x="484188" y="650875"/>
            <a:ext cx="6350000" cy="3571875"/>
          </a:xfrm>
        </p:spPr>
        <p:txBody>
          <a:bodyPr/>
          <a:lstStyle/>
          <a:p>
            <a:endParaRPr lang="en-US"/>
          </a:p>
        </p:txBody>
      </p:sp>
      <p:sp>
        <p:nvSpPr>
          <p:cNvPr id="3" name="Notes Placeholder 2">
            <a:extLst>
              <a:ext uri="{FF2B5EF4-FFF2-40B4-BE49-F238E27FC236}">
                <a16:creationId xmlns:a16="http://schemas.microsoft.com/office/drawing/2014/main" id="{FFD424FB-6395-B34B-3824-16A4411A08AF}"/>
              </a:ext>
            </a:extLst>
          </p:cNvPr>
          <p:cNvSpPr>
            <a:spLocks noGrp="1"/>
          </p:cNvSpPr>
          <p:nvPr>
            <p:ph type="body" idx="1"/>
          </p:nvPr>
        </p:nvSpPr>
        <p:spPr/>
        <p:txBody>
          <a:bodyPr/>
          <a:lstStyle/>
          <a:p>
            <a:pPr defTabSz="966612">
              <a:spcAft>
                <a:spcPts val="634"/>
              </a:spcAft>
              <a:defRPr/>
            </a:pPr>
            <a:r>
              <a:rPr lang="en-US" sz="1300">
                <a:solidFill>
                  <a:srgbClr val="00C1B6"/>
                </a:solidFill>
                <a:latin typeface="Arial" panose="020B0604020202020204" pitchFamily="34" charset="0"/>
              </a:rPr>
              <a:t>Why do we exist and what is our mission?</a:t>
            </a:r>
          </a:p>
          <a:p>
            <a:endParaRPr lang="en-US"/>
          </a:p>
        </p:txBody>
      </p:sp>
      <p:sp>
        <p:nvSpPr>
          <p:cNvPr id="4" name="Slide Number Placeholder 3">
            <a:extLst>
              <a:ext uri="{FF2B5EF4-FFF2-40B4-BE49-F238E27FC236}">
                <a16:creationId xmlns:a16="http://schemas.microsoft.com/office/drawing/2014/main" id="{8884067A-D604-EAC1-54B7-BBE4A555FDA0}"/>
              </a:ext>
            </a:extLst>
          </p:cNvPr>
          <p:cNvSpPr>
            <a:spLocks noGrp="1"/>
          </p:cNvSpPr>
          <p:nvPr>
            <p:ph type="sldNum" sz="quarter" idx="5"/>
          </p:nvPr>
        </p:nvSpPr>
        <p:spPr/>
        <p:txBody>
          <a:bodyPr/>
          <a:lstStyle/>
          <a:p>
            <a:pPr defTabSz="966612" rtl="0">
              <a:buClr>
                <a:srgbClr val="009999"/>
              </a:buClr>
              <a:defRPr/>
            </a:pPr>
            <a:r>
              <a:rPr lang="en-US" sz="1100" b="1">
                <a:solidFill>
                  <a:srgbClr val="00D7A0"/>
                </a:solidFill>
                <a:latin typeface="Aptos" panose="02110004020202020204"/>
                <a:ea typeface="+mn-ea"/>
                <a:cs typeface="+mn-cs"/>
              </a:rPr>
              <a:t>Notes</a:t>
            </a:r>
            <a:r>
              <a:rPr lang="en-US" sz="1100">
                <a:latin typeface="Aptos" panose="02110004020202020204"/>
                <a:ea typeface="+mn-ea"/>
                <a:cs typeface="+mn-cs"/>
              </a:rPr>
              <a:t> </a:t>
            </a:r>
            <a:fld id="{E76C657F-0E32-4130-ADDA-66B81138A76A}" type="slidenum">
              <a:rPr lang="en-US" sz="1100">
                <a:solidFill>
                  <a:srgbClr val="000028"/>
                </a:solidFill>
                <a:latin typeface="Aptos" panose="02110004020202020204"/>
                <a:ea typeface="+mn-ea"/>
                <a:cs typeface="+mn-cs"/>
              </a:rPr>
              <a:pPr defTabSz="966612" rtl="0">
                <a:buClr>
                  <a:srgbClr val="009999"/>
                </a:buClr>
                <a:defRPr/>
              </a:pPr>
              <a:t>8</a:t>
            </a:fld>
            <a:endParaRPr lang="en-US" sz="1100">
              <a:solidFill>
                <a:srgbClr val="000028"/>
              </a:solidFill>
              <a:latin typeface="Aptos" panose="02110004020202020204"/>
              <a:ea typeface="+mn-ea"/>
              <a:cs typeface="+mn-cs"/>
            </a:endParaRPr>
          </a:p>
        </p:txBody>
      </p:sp>
    </p:spTree>
    <p:extLst>
      <p:ext uri="{BB962C8B-B14F-4D97-AF65-F5344CB8AC3E}">
        <p14:creationId xmlns:p14="http://schemas.microsoft.com/office/powerpoint/2010/main" val="2237850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C419A-289A-C3FF-DFBB-42A099969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DA17E-0B91-C6BE-8589-F85351861393}"/>
              </a:ext>
            </a:extLst>
          </p:cNvPr>
          <p:cNvSpPr>
            <a:spLocks noGrp="1" noRot="1" noChangeAspect="1"/>
          </p:cNvSpPr>
          <p:nvPr>
            <p:ph type="sldImg"/>
          </p:nvPr>
        </p:nvSpPr>
        <p:spPr>
          <a:xfrm>
            <a:off x="484188" y="650875"/>
            <a:ext cx="6350000" cy="3571875"/>
          </a:xfrm>
        </p:spPr>
        <p:txBody>
          <a:bodyPr/>
          <a:lstStyle/>
          <a:p>
            <a:endParaRPr lang="en-US"/>
          </a:p>
        </p:txBody>
      </p:sp>
      <p:sp>
        <p:nvSpPr>
          <p:cNvPr id="3" name="Notes Placeholder 2">
            <a:extLst>
              <a:ext uri="{FF2B5EF4-FFF2-40B4-BE49-F238E27FC236}">
                <a16:creationId xmlns:a16="http://schemas.microsoft.com/office/drawing/2014/main" id="{D6DE12ED-8FD2-DF76-5020-5CCEEE6FFC25}"/>
              </a:ext>
            </a:extLst>
          </p:cNvPr>
          <p:cNvSpPr>
            <a:spLocks noGrp="1"/>
          </p:cNvSpPr>
          <p:nvPr>
            <p:ph type="body" idx="1"/>
          </p:nvPr>
        </p:nvSpPr>
        <p:spPr/>
        <p:txBody>
          <a:bodyPr/>
          <a:lstStyle/>
          <a:p>
            <a:pPr defTabSz="966612">
              <a:spcAft>
                <a:spcPts val="634"/>
              </a:spcAft>
              <a:defRPr/>
            </a:pPr>
            <a:r>
              <a:rPr lang="en-US" sz="1300">
                <a:solidFill>
                  <a:srgbClr val="00C1B6"/>
                </a:solidFill>
                <a:latin typeface="Arial" panose="020B0604020202020204" pitchFamily="34" charset="0"/>
              </a:rPr>
              <a:t>Why do we exist and what is our mission?</a:t>
            </a:r>
          </a:p>
          <a:p>
            <a:endParaRPr lang="en-US"/>
          </a:p>
        </p:txBody>
      </p:sp>
      <p:sp>
        <p:nvSpPr>
          <p:cNvPr id="4" name="Slide Number Placeholder 3">
            <a:extLst>
              <a:ext uri="{FF2B5EF4-FFF2-40B4-BE49-F238E27FC236}">
                <a16:creationId xmlns:a16="http://schemas.microsoft.com/office/drawing/2014/main" id="{91C53AEF-DF6D-D551-00A3-66EDB717A14A}"/>
              </a:ext>
            </a:extLst>
          </p:cNvPr>
          <p:cNvSpPr>
            <a:spLocks noGrp="1"/>
          </p:cNvSpPr>
          <p:nvPr>
            <p:ph type="sldNum" sz="quarter" idx="5"/>
          </p:nvPr>
        </p:nvSpPr>
        <p:spPr/>
        <p:txBody>
          <a:bodyPr/>
          <a:lstStyle/>
          <a:p>
            <a:pPr defTabSz="966612" rtl="0">
              <a:buClr>
                <a:srgbClr val="009999"/>
              </a:buClr>
              <a:defRPr/>
            </a:pPr>
            <a:r>
              <a:rPr lang="en-US" sz="1100" b="1">
                <a:solidFill>
                  <a:srgbClr val="00D7A0"/>
                </a:solidFill>
                <a:latin typeface="Aptos" panose="02110004020202020204"/>
                <a:ea typeface="+mn-ea"/>
                <a:cs typeface="+mn-cs"/>
              </a:rPr>
              <a:t>Notes</a:t>
            </a:r>
            <a:r>
              <a:rPr lang="en-US" sz="1100">
                <a:latin typeface="Aptos" panose="02110004020202020204"/>
                <a:ea typeface="+mn-ea"/>
                <a:cs typeface="+mn-cs"/>
              </a:rPr>
              <a:t> </a:t>
            </a:r>
            <a:fld id="{E76C657F-0E32-4130-ADDA-66B81138A76A}" type="slidenum">
              <a:rPr lang="en-US" sz="1100">
                <a:solidFill>
                  <a:srgbClr val="000028"/>
                </a:solidFill>
                <a:latin typeface="Aptos" panose="02110004020202020204"/>
                <a:ea typeface="+mn-ea"/>
                <a:cs typeface="+mn-cs"/>
              </a:rPr>
              <a:pPr defTabSz="966612" rtl="0">
                <a:buClr>
                  <a:srgbClr val="009999"/>
                </a:buClr>
                <a:defRPr/>
              </a:pPr>
              <a:t>9</a:t>
            </a:fld>
            <a:endParaRPr lang="en-US" sz="1100">
              <a:solidFill>
                <a:srgbClr val="000028"/>
              </a:solidFill>
              <a:latin typeface="Aptos" panose="02110004020202020204"/>
              <a:ea typeface="+mn-ea"/>
              <a:cs typeface="+mn-cs"/>
            </a:endParaRPr>
          </a:p>
        </p:txBody>
      </p:sp>
    </p:spTree>
    <p:extLst>
      <p:ext uri="{BB962C8B-B14F-4D97-AF65-F5344CB8AC3E}">
        <p14:creationId xmlns:p14="http://schemas.microsoft.com/office/powerpoint/2010/main" val="26246839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jpe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2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6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6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6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7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8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8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8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8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8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9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Deep Blue 8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7" name="Siemens Logo" descr="Siemens logo">
            <a:extLst>
              <a:ext uri="{FF2B5EF4-FFF2-40B4-BE49-F238E27FC236}">
                <a16:creationId xmlns:a16="http://schemas.microsoft.com/office/drawing/2014/main" id="{670C6E6A-0191-4020-A084-BB23C7AE6B0D}"/>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17539587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eep Blue 6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7" name="Siemens Logo" descr="Siemens logo">
            <a:extLst>
              <a:ext uri="{FF2B5EF4-FFF2-40B4-BE49-F238E27FC236}">
                <a16:creationId xmlns:a16="http://schemas.microsoft.com/office/drawing/2014/main" id="{092D1760-10AA-43FB-AC0B-074FF5007194}"/>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20829559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Deep Blue 4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7" name="Siemens Logo" descr="Siemens logo">
            <a:extLst>
              <a:ext uri="{FF2B5EF4-FFF2-40B4-BE49-F238E27FC236}">
                <a16:creationId xmlns:a16="http://schemas.microsoft.com/office/drawing/2014/main" id="{BC293230-94BC-41FA-A2D9-E9259B125F84}"/>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24298769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mask&amp;blur Transformation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23584759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mask&amp;blur Transformation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11190111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mask&amp;blur Transformation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1251510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mask&amp;blur Transformation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901373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mask&amp;blur Transformation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16868419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mask&amp;blur Transformation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19186853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mask&amp;blur Transformation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2"/>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33778537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mask&amp;blur Transformation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2"/>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256554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mask&amp;blur Transformation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2"/>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281228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mask&amp;blur Siemens Xcelerator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956764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mask&amp;blur Siemens Xcelerator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23323259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mask&amp;blur Siemens Xcelerator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4528521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mask&amp;blur Siemens Xcelerator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32154108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mask&amp;blur Siemens Xcelerator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260914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mask&amp;blur Siemens Xcelerator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38710698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mask&amp;blur Siemens Xcelerator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8297359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mask&amp;blur Siemens Xcelerator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41481388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mask&amp;blur Siemens Xcelerator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12709028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mask&amp;blur Sustainability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361834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mask&amp;blur Sustainability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5771520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mask&amp;blur Sustainability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18873443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mask&amp;blur Sustainability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21501986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mask&amp;blur Sustainability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19450097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mask&amp;blur Sustainability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212808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mask&amp;blur Sustainability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9079744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mask&amp;blur Sustainability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2404068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mask&amp;blur Sustainability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endParaRPr lang="en-US"/>
          </a:p>
        </p:txBody>
      </p:sp>
    </p:spTree>
    <p:extLst>
      <p:ext uri="{BB962C8B-B14F-4D97-AF65-F5344CB8AC3E}">
        <p14:creationId xmlns:p14="http://schemas.microsoft.com/office/powerpoint/2010/main" val="6422448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picture dark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48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noProof="0"/>
              <a:t>Subhead für </a:t>
            </a:r>
            <a:r>
              <a:rPr lang="en-US" noProof="0" err="1"/>
              <a:t>Titel</a:t>
            </a:r>
            <a:r>
              <a:rPr lang="en-US" noProof="0"/>
              <a:t> der </a:t>
            </a:r>
            <a:r>
              <a:rPr lang="en-US" noProof="0" err="1"/>
              <a:t>Größe</a:t>
            </a:r>
            <a:r>
              <a:rPr lang="en-US" noProof="0"/>
              <a:t> 48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endParaRPr lang="en-US"/>
          </a:p>
        </p:txBody>
      </p:sp>
    </p:spTree>
    <p:extLst>
      <p:ext uri="{BB962C8B-B14F-4D97-AF65-F5344CB8AC3E}">
        <p14:creationId xmlns:p14="http://schemas.microsoft.com/office/powerpoint/2010/main" val="36604955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picture dark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40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endParaRPr lang="en-US"/>
          </a:p>
        </p:txBody>
      </p:sp>
    </p:spTree>
    <p:extLst>
      <p:ext uri="{BB962C8B-B14F-4D97-AF65-F5344CB8AC3E}">
        <p14:creationId xmlns:p14="http://schemas.microsoft.com/office/powerpoint/2010/main" val="3276303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picture dark 36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36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36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endParaRPr lang="en-US"/>
          </a:p>
        </p:txBody>
      </p:sp>
    </p:spTree>
    <p:extLst>
      <p:ext uri="{BB962C8B-B14F-4D97-AF65-F5344CB8AC3E}">
        <p14:creationId xmlns:p14="http://schemas.microsoft.com/office/powerpoint/2010/main" val="1295046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picture Gradient 48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6FD70AD7-1356-4F56-BCF5-60206B8893D8}"/>
              </a:ext>
              <a:ext uri="{C183D7F6-B498-43B3-948B-1728B52AA6E4}">
                <adec:decorative xmlns:adec="http://schemas.microsoft.com/office/drawing/2017/decorative" val="1"/>
              </a:ext>
            </a:extLst>
          </p:cNvPr>
          <p:cNvSpPr/>
          <p:nvPr/>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48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noProof="0"/>
              <a:t>Subhead für </a:t>
            </a:r>
            <a:r>
              <a:rPr lang="en-US" noProof="0" err="1"/>
              <a:t>Titel</a:t>
            </a:r>
            <a:r>
              <a:rPr lang="en-US" noProof="0"/>
              <a:t> der </a:t>
            </a:r>
            <a:r>
              <a:rPr lang="en-US" noProof="0" err="1"/>
              <a:t>Größe</a:t>
            </a:r>
            <a:r>
              <a:rPr lang="en-US" noProof="0"/>
              <a:t> 48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endParaRPr lang="en-US"/>
          </a:p>
        </p:txBody>
      </p:sp>
    </p:spTree>
    <p:extLst>
      <p:ext uri="{BB962C8B-B14F-4D97-AF65-F5344CB8AC3E}">
        <p14:creationId xmlns:p14="http://schemas.microsoft.com/office/powerpoint/2010/main" val="33042355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picture Gradient 40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BC751AD9-F368-4030-BEF3-878CBEED0E5B}"/>
              </a:ext>
              <a:ext uri="{C183D7F6-B498-43B3-948B-1728B52AA6E4}">
                <adec:decorative xmlns:adec="http://schemas.microsoft.com/office/drawing/2017/decorative" val="1"/>
              </a:ext>
            </a:extLst>
          </p:cNvPr>
          <p:cNvSpPr/>
          <p:nvPr/>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40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endParaRPr lang="en-US"/>
          </a:p>
        </p:txBody>
      </p:sp>
    </p:spTree>
    <p:extLst>
      <p:ext uri="{BB962C8B-B14F-4D97-AF65-F5344CB8AC3E}">
        <p14:creationId xmlns:p14="http://schemas.microsoft.com/office/powerpoint/2010/main" val="38584732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picture Gradient 36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0F638833-9358-4A10-8860-60EC0C65D974}"/>
              </a:ext>
              <a:ext uri="{C183D7F6-B498-43B3-948B-1728B52AA6E4}">
                <adec:decorative xmlns:adec="http://schemas.microsoft.com/office/drawing/2017/decorative" val="1"/>
              </a:ext>
            </a:extLst>
          </p:cNvPr>
          <p:cNvSpPr/>
          <p:nvPr/>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36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36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endParaRPr lang="en-US"/>
          </a:p>
        </p:txBody>
      </p:sp>
    </p:spTree>
    <p:extLst>
      <p:ext uri="{BB962C8B-B14F-4D97-AF65-F5344CB8AC3E}">
        <p14:creationId xmlns:p14="http://schemas.microsoft.com/office/powerpoint/2010/main" val="7972249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picture light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2"/>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48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2"/>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noProof="0"/>
              <a:t>Subhead für </a:t>
            </a:r>
            <a:r>
              <a:rPr lang="en-US" noProof="0" err="1"/>
              <a:t>Titel</a:t>
            </a:r>
            <a:r>
              <a:rPr lang="en-US" noProof="0"/>
              <a:t> der </a:t>
            </a:r>
            <a:r>
              <a:rPr lang="en-US" noProof="0" err="1"/>
              <a:t>Größe</a:t>
            </a:r>
            <a:r>
              <a:rPr lang="en-US" noProof="0"/>
              <a:t> 48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err="1"/>
              <a:t>Titelbild</a:t>
            </a:r>
            <a:endParaRPr lang="en-US" noProof="0"/>
          </a:p>
        </p:txBody>
      </p:sp>
      <p:pic>
        <p:nvPicPr>
          <p:cNvPr id="9" name="Siemens Logo" descr="Siemens logo">
            <a:extLst>
              <a:ext uri="{FF2B5EF4-FFF2-40B4-BE49-F238E27FC236}">
                <a16:creationId xmlns:a16="http://schemas.microsoft.com/office/drawing/2014/main" id="{46D369A7-07BD-4B91-9E53-807AAAF0C30C}"/>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2"/>
                </a:solidFill>
              </a:defRPr>
            </a:lvl1pPr>
          </a:lstStyle>
          <a:p>
            <a:endParaRPr lang="en-US"/>
          </a:p>
        </p:txBody>
      </p:sp>
    </p:spTree>
    <p:extLst>
      <p:ext uri="{BB962C8B-B14F-4D97-AF65-F5344CB8AC3E}">
        <p14:creationId xmlns:p14="http://schemas.microsoft.com/office/powerpoint/2010/main" val="36945803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picture light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2"/>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2"/>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40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err="1"/>
              <a:t>Titelbild</a:t>
            </a:r>
            <a:endParaRPr lang="en-US" noProof="0"/>
          </a:p>
        </p:txBody>
      </p:sp>
      <p:pic>
        <p:nvPicPr>
          <p:cNvPr id="9" name="Siemens Logo" descr="Siemens logo">
            <a:extLst>
              <a:ext uri="{FF2B5EF4-FFF2-40B4-BE49-F238E27FC236}">
                <a16:creationId xmlns:a16="http://schemas.microsoft.com/office/drawing/2014/main" id="{DC2D4109-C5C2-42BB-B5A0-2F6793388E2C}"/>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2"/>
                </a:solidFill>
              </a:defRPr>
            </a:lvl1pPr>
          </a:lstStyle>
          <a:p>
            <a:endParaRPr lang="en-US"/>
          </a:p>
        </p:txBody>
      </p:sp>
    </p:spTree>
    <p:extLst>
      <p:ext uri="{BB962C8B-B14F-4D97-AF65-F5344CB8AC3E}">
        <p14:creationId xmlns:p14="http://schemas.microsoft.com/office/powerpoint/2010/main" val="6365587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picture light 36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2"/>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36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2"/>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36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err="1"/>
              <a:t>Titelbild</a:t>
            </a:r>
            <a:endParaRPr lang="en-US" noProof="0"/>
          </a:p>
        </p:txBody>
      </p:sp>
      <p:pic>
        <p:nvPicPr>
          <p:cNvPr id="9" name="Siemens Logo" descr="Siemens logo">
            <a:extLst>
              <a:ext uri="{FF2B5EF4-FFF2-40B4-BE49-F238E27FC236}">
                <a16:creationId xmlns:a16="http://schemas.microsoft.com/office/drawing/2014/main" id="{298AE3DB-A74B-4AD6-A37C-FBCFB647B93F}"/>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2"/>
                </a:solidFill>
              </a:defRPr>
            </a:lvl1pPr>
          </a:lstStyle>
          <a:p>
            <a:endParaRPr lang="en-US"/>
          </a:p>
        </p:txBody>
      </p:sp>
    </p:spTree>
    <p:extLst>
      <p:ext uri="{BB962C8B-B14F-4D97-AF65-F5344CB8AC3E}">
        <p14:creationId xmlns:p14="http://schemas.microsoft.com/office/powerpoint/2010/main" val="28893102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hapter title dark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1"/>
                </a:solidFill>
              </a:defRPr>
            </a:lvl1pPr>
          </a:lstStyle>
          <a:p>
            <a:r>
              <a:rPr lang="en-US" noProof="0" err="1"/>
              <a:t>Kapiteltrenner</a:t>
            </a:r>
            <a:r>
              <a:rPr lang="en-US" noProof="0"/>
              <a:t>, </a:t>
            </a:r>
            <a:br>
              <a:rPr lang="en-US" noProof="0"/>
            </a:br>
            <a:r>
              <a:rPr lang="en-US" noProof="0"/>
              <a:t>Arial Regular, 80 pt</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Kapiteltrenner</a:t>
            </a:r>
            <a:r>
              <a:rPr lang="en-US" noProof="0"/>
              <a:t> der </a:t>
            </a:r>
            <a:r>
              <a:rPr lang="en-US" noProof="0" err="1"/>
              <a:t>Größe</a:t>
            </a:r>
            <a:r>
              <a:rPr lang="en-US" noProof="0"/>
              <a:t> 80 pt</a:t>
            </a:r>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endParaRPr lang="en-US"/>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14835437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hapter title dark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1"/>
                </a:solidFill>
              </a:defRPr>
            </a:lvl1pPr>
          </a:lstStyle>
          <a:p>
            <a:r>
              <a:rPr lang="en-US" noProof="0" err="1"/>
              <a:t>Kapiteltrenner</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60 pt</a:t>
            </a:r>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endParaRPr lang="en-US"/>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32892599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hapter title dark 4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Kapiteltrenner</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p>
            <a:endParaRPr lang="en-US"/>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6595790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hapter title color 80pt">
    <p:bg>
      <p:bgRef idx="1001">
        <a:schemeClr val="bg1"/>
      </p:bgRef>
    </p:bg>
    <p:spTree>
      <p:nvGrpSpPr>
        <p:cNvPr id="1" name=""/>
        <p:cNvGrpSpPr/>
        <p:nvPr/>
      </p:nvGrpSpPr>
      <p:grpSpPr>
        <a:xfrm>
          <a:off x="0" y="0"/>
          <a:ext cx="0" cy="0"/>
          <a:chOff x="0" y="0"/>
          <a:chExt cx="0" cy="0"/>
        </a:xfrm>
      </p:grpSpPr>
      <p:sp>
        <p:nvSpPr>
          <p:cNvPr id="2" name="Color Stage">
            <a:extLst>
              <a:ext uri="{FF2B5EF4-FFF2-40B4-BE49-F238E27FC236}">
                <a16:creationId xmlns:a16="http://schemas.microsoft.com/office/drawing/2014/main" id="{A71FD435-3CF0-4700-A204-51B8FECDB0E5}"/>
              </a:ext>
            </a:extLst>
          </p:cNvPr>
          <p:cNvSpPr/>
          <p:nvPr/>
        </p:nvSpPr>
        <p:spPr bwMode="hidden">
          <a:xfrm>
            <a:off x="0" y="0"/>
            <a:ext cx="12192000" cy="6166800"/>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2"/>
                </a:solidFill>
              </a:defRPr>
            </a:lvl1pPr>
          </a:lstStyle>
          <a:p>
            <a:r>
              <a:rPr lang="en-US" noProof="0" err="1"/>
              <a:t>Kapiteltrenner</a:t>
            </a:r>
            <a:r>
              <a:rPr lang="en-US" noProof="0"/>
              <a:t>, </a:t>
            </a:r>
            <a:br>
              <a:rPr lang="en-US" noProof="0"/>
            </a:br>
            <a:r>
              <a:rPr lang="en-US" noProof="0"/>
              <a:t>Arial Regular, 80 pt</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Kapiteltrenner</a:t>
            </a:r>
            <a:r>
              <a:rPr lang="en-US" noProof="0"/>
              <a:t> der </a:t>
            </a:r>
            <a:r>
              <a:rPr lang="en-US" noProof="0" err="1"/>
              <a:t>Größe</a:t>
            </a:r>
            <a:r>
              <a:rPr lang="en-US" noProof="0"/>
              <a:t> 80 pt</a:t>
            </a:r>
          </a:p>
        </p:txBody>
      </p:sp>
      <p:pic>
        <p:nvPicPr>
          <p:cNvPr id="9" name="Siemens Logo" descr="Siemens logo">
            <a:extLst>
              <a:ext uri="{FF2B5EF4-FFF2-40B4-BE49-F238E27FC236}">
                <a16:creationId xmlns:a16="http://schemas.microsoft.com/office/drawing/2014/main" id="{BDD73C6A-6099-483E-9C34-F604024F2575}"/>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endParaRPr lang="en-US"/>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7759798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hapter title color 60pt">
    <p:bg>
      <p:bgRef idx="1001">
        <a:schemeClr val="bg1"/>
      </p:bgRef>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A236A90B-8F03-45C0-87DD-5479E8376B64}"/>
              </a:ext>
            </a:extLst>
          </p:cNvPr>
          <p:cNvSpPr/>
          <p:nvPr/>
        </p:nvSpPr>
        <p:spPr bwMode="hidden">
          <a:xfrm>
            <a:off x="0" y="0"/>
            <a:ext cx="12192000" cy="6166800"/>
          </a:xfrm>
          <a:prstGeom prst="rect">
            <a:avLst/>
          </a:prstGeom>
          <a:solidFill>
            <a:srgbClr val="00E6D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2"/>
                </a:solidFill>
              </a:defRPr>
            </a:lvl1pPr>
          </a:lstStyle>
          <a:p>
            <a:r>
              <a:rPr lang="en-US" noProof="0" err="1"/>
              <a:t>Kapiteltrenner</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60 pt</a:t>
            </a:r>
          </a:p>
        </p:txBody>
      </p:sp>
      <p:pic>
        <p:nvPicPr>
          <p:cNvPr id="7" name="Siemens Logo" descr="Siemens logo">
            <a:extLst>
              <a:ext uri="{FF2B5EF4-FFF2-40B4-BE49-F238E27FC236}">
                <a16:creationId xmlns:a16="http://schemas.microsoft.com/office/drawing/2014/main" id="{ECFA8B97-DE99-4B15-8C8C-3748FA022B72}"/>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endParaRPr lang="en-US"/>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30347269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hapter title color 40pt">
    <p:bg>
      <p:bgRef idx="1001">
        <a:schemeClr val="bg1"/>
      </p:bgRef>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40C63E25-48A4-43B2-BEE6-D2FE79309C83}"/>
              </a:ext>
            </a:extLst>
          </p:cNvPr>
          <p:cNvSpPr/>
          <p:nvPr/>
        </p:nvSpPr>
        <p:spPr bwMode="hidden">
          <a:xfrm>
            <a:off x="0" y="0"/>
            <a:ext cx="12192000" cy="6166800"/>
          </a:xfrm>
          <a:prstGeom prst="rect">
            <a:avLst/>
          </a:prstGeom>
          <a:gradFill>
            <a:gsLst>
              <a:gs pos="40000">
                <a:srgbClr val="00FFB9"/>
              </a:gs>
              <a:gs pos="100000">
                <a:srgbClr val="00E6DC"/>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9" name="Color Stage">
            <a:extLst>
              <a:ext uri="{FF2B5EF4-FFF2-40B4-BE49-F238E27FC236}">
                <a16:creationId xmlns:a16="http://schemas.microsoft.com/office/drawing/2014/main" id="{0C524D66-9942-450A-A90F-E7A0CC42EC73}"/>
              </a:ext>
            </a:extLst>
          </p:cNvPr>
          <p:cNvSpPr/>
          <p:nvPr/>
        </p:nvSpPr>
        <p:spPr>
          <a:xfrm>
            <a:off x="0" y="1414463"/>
            <a:ext cx="12192000" cy="4752337"/>
          </a:xfrm>
          <a:prstGeom prst="rect">
            <a:avLst/>
          </a:prstGeom>
          <a:gradFill flip="none" rotWithShape="1">
            <a:gsLst>
              <a:gs pos="0">
                <a:srgbClr val="00FFB9"/>
              </a:gs>
              <a:gs pos="100000">
                <a:schemeClr val="bg2">
                  <a:alpha val="0"/>
                </a:schemeClr>
              </a:gs>
              <a:gs pos="40000">
                <a:srgbClr val="00FFB9">
                  <a:alpha val="5000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tx2"/>
                </a:solidFill>
              </a:defRPr>
            </a:lvl1pPr>
          </a:lstStyle>
          <a:p>
            <a:r>
              <a:rPr lang="en-US" noProof="0" err="1"/>
              <a:t>Kapiteltrenner</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40 pt</a:t>
            </a:r>
          </a:p>
        </p:txBody>
      </p:sp>
      <p:pic>
        <p:nvPicPr>
          <p:cNvPr id="7" name="Siemens Logo" descr="Siemens logo">
            <a:extLst>
              <a:ext uri="{FF2B5EF4-FFF2-40B4-BE49-F238E27FC236}">
                <a16:creationId xmlns:a16="http://schemas.microsoft.com/office/drawing/2014/main" id="{CCD0B8A8-7DE9-432C-82EA-6468E4BB565F}"/>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p>
            <a:endParaRPr lang="en-US"/>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32727521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hapter title light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2"/>
                </a:solidFill>
              </a:defRPr>
            </a:lvl1pPr>
          </a:lstStyle>
          <a:p>
            <a:r>
              <a:rPr lang="en-US" noProof="0" err="1"/>
              <a:t>Kapiteltrenner</a:t>
            </a:r>
            <a:r>
              <a:rPr lang="en-US" noProof="0"/>
              <a:t>, </a:t>
            </a:r>
            <a:br>
              <a:rPr lang="en-US" noProof="0"/>
            </a:br>
            <a:r>
              <a:rPr lang="en-US" noProof="0"/>
              <a:t>Arial Regular, 80 pt</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398"/>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Kapiteltrenner</a:t>
            </a:r>
            <a:r>
              <a:rPr lang="en-US" noProof="0"/>
              <a:t> der </a:t>
            </a:r>
            <a:r>
              <a:rPr lang="en-US" noProof="0" err="1"/>
              <a:t>Größe</a:t>
            </a:r>
            <a:r>
              <a:rPr lang="en-US" noProof="0"/>
              <a:t> 80 pt</a:t>
            </a:r>
          </a:p>
        </p:txBody>
      </p:sp>
      <p:pic>
        <p:nvPicPr>
          <p:cNvPr id="7" name="Siemens Logo" descr="Siemens logo">
            <a:extLst>
              <a:ext uri="{FF2B5EF4-FFF2-40B4-BE49-F238E27FC236}">
                <a16:creationId xmlns:a16="http://schemas.microsoft.com/office/drawing/2014/main" id="{4FC1DCA2-253A-4E87-91E4-D402488C8D78}"/>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lvl1pPr>
              <a:defRPr>
                <a:solidFill>
                  <a:schemeClr val="tx2"/>
                </a:solidFill>
              </a:defRPr>
            </a:lvl1pPr>
          </a:lstStyle>
          <a:p>
            <a:endParaRPr lang="en-US"/>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fld id="{4DAC1A74-E6DF-4951-AA6C-FE10D8F3A3D1}" type="slidenum">
              <a:rPr lang="en-US" smtClean="0"/>
              <a:t>‹#›</a:t>
            </a:fld>
            <a:endParaRPr lang="en-US"/>
          </a:p>
        </p:txBody>
      </p:sp>
    </p:spTree>
    <p:extLst>
      <p:ext uri="{BB962C8B-B14F-4D97-AF65-F5344CB8AC3E}">
        <p14:creationId xmlns:p14="http://schemas.microsoft.com/office/powerpoint/2010/main" val="15671954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hapter title light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2"/>
                </a:solidFill>
              </a:defRPr>
            </a:lvl1pPr>
          </a:lstStyle>
          <a:p>
            <a:r>
              <a:rPr lang="en-US" noProof="0" err="1"/>
              <a:t>Kapiteltrenner</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1"/>
            <a:ext cx="9288000" cy="1622623"/>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60 pt</a:t>
            </a:r>
          </a:p>
        </p:txBody>
      </p:sp>
      <p:pic>
        <p:nvPicPr>
          <p:cNvPr id="7" name="Siemens Logo" descr="Siemens logo">
            <a:extLst>
              <a:ext uri="{FF2B5EF4-FFF2-40B4-BE49-F238E27FC236}">
                <a16:creationId xmlns:a16="http://schemas.microsoft.com/office/drawing/2014/main" id="{3543E2CC-A901-4194-A712-51CE520302B1}"/>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lvl1pPr>
              <a:defRPr>
                <a:solidFill>
                  <a:schemeClr val="tx2"/>
                </a:solidFill>
              </a:defRPr>
            </a:lvl1pPr>
          </a:lstStyle>
          <a:p>
            <a:endParaRPr lang="en-US"/>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fld id="{4DAC1A74-E6DF-4951-AA6C-FE10D8F3A3D1}" type="slidenum">
              <a:rPr lang="en-US" smtClean="0"/>
              <a:t>‹#›</a:t>
            </a:fld>
            <a:endParaRPr lang="en-US"/>
          </a:p>
        </p:txBody>
      </p:sp>
    </p:spTree>
    <p:extLst>
      <p:ext uri="{BB962C8B-B14F-4D97-AF65-F5344CB8AC3E}">
        <p14:creationId xmlns:p14="http://schemas.microsoft.com/office/powerpoint/2010/main" val="1115676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hapter title light 4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399" y="1414463"/>
            <a:ext cx="11370437" cy="2462213"/>
          </a:xfrm>
          <a:noFill/>
        </p:spPr>
        <p:txBody>
          <a:bodyPr wrap="square" rIns="0" bIns="0" anchor="b" anchorCtr="0">
            <a:spAutoFit/>
          </a:bodyPr>
          <a:lstStyle>
            <a:lvl1pPr marL="0">
              <a:lnSpc>
                <a:spcPct val="100000"/>
              </a:lnSpc>
              <a:defRPr sz="4000" b="0">
                <a:solidFill>
                  <a:schemeClr val="tx2"/>
                </a:solidFill>
              </a:defRPr>
            </a:lvl1pPr>
          </a:lstStyle>
          <a:p>
            <a:r>
              <a:rPr lang="en-US" noProof="0" err="1"/>
              <a:t>Kapiteltrenner</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40 pt</a:t>
            </a:r>
          </a:p>
        </p:txBody>
      </p:sp>
      <p:pic>
        <p:nvPicPr>
          <p:cNvPr id="7" name="Siemens Logo" descr="Siemens logo">
            <a:extLst>
              <a:ext uri="{FF2B5EF4-FFF2-40B4-BE49-F238E27FC236}">
                <a16:creationId xmlns:a16="http://schemas.microsoft.com/office/drawing/2014/main" id="{2A2349A4-4A97-42CC-AE59-7EDEE385EDFA}"/>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lvl1pPr>
              <a:defRPr>
                <a:solidFill>
                  <a:schemeClr val="tx2"/>
                </a:solidFill>
              </a:defRPr>
            </a:lvl1pPr>
          </a:lstStyle>
          <a:p>
            <a:endParaRPr lang="en-US"/>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fld id="{4DAC1A74-E6DF-4951-AA6C-FE10D8F3A3D1}" type="slidenum">
              <a:rPr lang="en-US" smtClean="0"/>
              <a:t>‹#›</a:t>
            </a:fld>
            <a:endParaRPr lang="en-US"/>
          </a:p>
        </p:txBody>
      </p:sp>
    </p:spTree>
    <p:extLst>
      <p:ext uri="{BB962C8B-B14F-4D97-AF65-F5344CB8AC3E}">
        <p14:creationId xmlns:p14="http://schemas.microsoft.com/office/powerpoint/2010/main" val="21705192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Index / Agenda ligh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a:xfrm>
            <a:off x="410400" y="478800"/>
            <a:ext cx="9863900" cy="576000"/>
          </a:xfrm>
        </p:spPr>
        <p:txBody>
          <a:bodyPr/>
          <a:lstStyle/>
          <a:p>
            <a:r>
              <a:rPr lang="en-US" noProof="0" err="1"/>
              <a:t>Inhaltsverzeichnis</a:t>
            </a:r>
            <a:endParaRPr lang="en-US" noProof="0"/>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hasCustomPrompt="1"/>
          </p:nvPr>
        </p:nvSpPr>
        <p:spPr bwMode="black">
          <a:xfrm>
            <a:off x="411163" y="1414463"/>
            <a:ext cx="7199311" cy="4751387"/>
          </a:xfrm>
        </p:spPr>
        <p:txBody>
          <a:bodyPr/>
          <a:lstStyle>
            <a:lvl1pPr defTabSz="360000">
              <a:spcAft>
                <a:spcPts val="900"/>
              </a:spcAft>
              <a:tabLst>
                <a:tab pos="7200000" algn="r"/>
              </a:tabLst>
              <a:defRPr/>
            </a:lvl1pPr>
            <a:lvl2pPr defTabSz="360000">
              <a:spcAft>
                <a:spcPts val="900"/>
              </a:spcAft>
              <a:tabLst>
                <a:tab pos="7200000" algn="r"/>
              </a:tabLst>
              <a:defRPr/>
            </a:lvl2pPr>
            <a:lvl3pPr marL="180000" defTabSz="360000">
              <a:spcAft>
                <a:spcPts val="900"/>
              </a:spcAft>
              <a:tabLst>
                <a:tab pos="7200000" algn="r"/>
              </a:tabLst>
              <a:defRPr b="1"/>
            </a:lvl3pPr>
            <a:lvl4pPr marL="360000" defTabSz="360000">
              <a:spcAft>
                <a:spcPts val="900"/>
              </a:spcAft>
              <a:tabLst>
                <a:tab pos="7200000" algn="r"/>
              </a:tabLst>
              <a:defRPr/>
            </a:lvl4pPr>
            <a:lvl5pPr marL="360000" defTabSz="360000">
              <a:spcAft>
                <a:spcPts val="900"/>
              </a:spcAft>
              <a:tabLst>
                <a:tab pos="7200000" algn="r"/>
              </a:tabLst>
              <a:defRPr b="1"/>
            </a:lvl5pPr>
            <a:lvl6pPr marL="180000" defTabSz="360000">
              <a:spcAft>
                <a:spcPts val="600"/>
              </a:spcAft>
              <a:tabLst>
                <a:tab pos="7200000" algn="r"/>
              </a:tabLst>
              <a:defRPr sz="1600"/>
            </a:lvl6pPr>
            <a:lvl7pPr marL="180000" defTabSz="360000">
              <a:spcAft>
                <a:spcPts val="600"/>
              </a:spcAft>
              <a:tabLst>
                <a:tab pos="7200000" algn="r"/>
              </a:tabLst>
              <a:defRPr sz="1600" b="1"/>
            </a:lvl7pPr>
            <a:lvl8pPr marL="360000" defTabSz="360000">
              <a:spcAft>
                <a:spcPts val="600"/>
              </a:spcAft>
              <a:tabLst>
                <a:tab pos="7200000" algn="r"/>
              </a:tabLst>
              <a:defRPr sz="1600"/>
            </a:lvl8pPr>
            <a:lvl9pPr marL="360000" defTabSz="360000">
              <a:spcAft>
                <a:spcPts val="600"/>
              </a:spcAft>
              <a:tabLst>
                <a:tab pos="7200000" algn="r"/>
              </a:tabLst>
              <a:defRPr sz="1600" b="1"/>
            </a:lvl9pPr>
          </a:lstStyle>
          <a:p>
            <a:pPr lvl="0"/>
            <a:r>
              <a:rPr lang="en-US" noProof="0" err="1"/>
              <a:t>Inhaltsverzeichnis</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endParaRPr lang="en-US"/>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3744385301"/>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20" pos="4794">
          <p15:clr>
            <a:srgbClr val="65CEFF"/>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Index / Agenda dark">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a:xfrm>
            <a:off x="410400" y="478800"/>
            <a:ext cx="9863900" cy="576000"/>
          </a:xfrm>
        </p:spPr>
        <p:txBody>
          <a:bodyPr/>
          <a:lstStyle>
            <a:lvl1pPr>
              <a:defRPr>
                <a:solidFill>
                  <a:schemeClr val="tx1"/>
                </a:solidFill>
              </a:defRPr>
            </a:lvl1pPr>
          </a:lstStyle>
          <a:p>
            <a:r>
              <a:rPr lang="en-US" noProof="0" err="1"/>
              <a:t>Inhaltsverzeichnis</a:t>
            </a:r>
            <a:endParaRPr lang="en-US" noProof="0"/>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hasCustomPrompt="1"/>
          </p:nvPr>
        </p:nvSpPr>
        <p:spPr bwMode="black">
          <a:xfrm>
            <a:off x="411163" y="1414463"/>
            <a:ext cx="5903912" cy="4751387"/>
          </a:xfrm>
        </p:spPr>
        <p:txBody>
          <a:bodyPr/>
          <a:lstStyle>
            <a:lvl1pPr>
              <a:spcAft>
                <a:spcPts val="900"/>
              </a:spcAft>
              <a:tabLst>
                <a:tab pos="5902325" algn="r"/>
              </a:tabLst>
              <a:defRPr/>
            </a:lvl1pPr>
            <a:lvl2pPr>
              <a:spcAft>
                <a:spcPts val="900"/>
              </a:spcAft>
              <a:buClr>
                <a:schemeClr val="tx1"/>
              </a:buClr>
              <a:tabLst>
                <a:tab pos="5902325" algn="r"/>
              </a:tabLst>
              <a:defRPr/>
            </a:lvl2pPr>
            <a:lvl3pPr marL="180000">
              <a:spcAft>
                <a:spcPts val="900"/>
              </a:spcAft>
              <a:buClr>
                <a:schemeClr val="tx1"/>
              </a:buClr>
              <a:tabLst>
                <a:tab pos="5902325" algn="r"/>
              </a:tabLst>
              <a:defRPr b="1"/>
            </a:lvl3pPr>
            <a:lvl4pPr marL="360000">
              <a:spcAft>
                <a:spcPts val="900"/>
              </a:spcAft>
              <a:buClr>
                <a:schemeClr val="tx1"/>
              </a:buClr>
              <a:tabLst>
                <a:tab pos="5902325" algn="r"/>
              </a:tabLst>
              <a:defRPr/>
            </a:lvl4pPr>
            <a:lvl5pPr marL="360000">
              <a:spcAft>
                <a:spcPts val="900"/>
              </a:spcAft>
              <a:buClr>
                <a:schemeClr val="tx1"/>
              </a:buClr>
              <a:tabLst>
                <a:tab pos="5902325" algn="r"/>
              </a:tabLst>
              <a:defRPr b="1"/>
            </a:lvl5pPr>
            <a:lvl6pPr marL="180000">
              <a:spcAft>
                <a:spcPts val="600"/>
              </a:spcAft>
              <a:buClr>
                <a:schemeClr val="tx1"/>
              </a:buClr>
              <a:tabLst>
                <a:tab pos="5902325" algn="r"/>
              </a:tabLst>
              <a:defRPr sz="1600"/>
            </a:lvl6pPr>
            <a:lvl7pPr marL="180000">
              <a:spcAft>
                <a:spcPts val="600"/>
              </a:spcAft>
              <a:buClr>
                <a:schemeClr val="tx1"/>
              </a:buClr>
              <a:tabLst>
                <a:tab pos="5902325" algn="r"/>
              </a:tabLst>
              <a:defRPr sz="1600" b="1"/>
            </a:lvl7pPr>
            <a:lvl8pPr marL="360000">
              <a:spcAft>
                <a:spcPts val="600"/>
              </a:spcAft>
              <a:buClr>
                <a:schemeClr val="tx1"/>
              </a:buClr>
              <a:tabLst>
                <a:tab pos="5902325" algn="r"/>
              </a:tabLst>
              <a:defRPr sz="1600"/>
            </a:lvl8pPr>
            <a:lvl9pPr marL="360000">
              <a:spcAft>
                <a:spcPts val="600"/>
              </a:spcAft>
              <a:buClr>
                <a:schemeClr val="tx1"/>
              </a:buClr>
              <a:tabLst>
                <a:tab pos="5902325" algn="r"/>
              </a:tabLst>
              <a:defRPr sz="1600" b="1"/>
            </a:lvl9pPr>
          </a:lstStyle>
          <a:p>
            <a:pPr lvl="0"/>
            <a:r>
              <a:rPr lang="en-US" noProof="0" err="1"/>
              <a:t>Inhaltsverzeichnis</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2" name="Copy 2" descr="Agenda text frame">
            <a:extLst>
              <a:ext uri="{FF2B5EF4-FFF2-40B4-BE49-F238E27FC236}">
                <a16:creationId xmlns:a16="http://schemas.microsoft.com/office/drawing/2014/main" id="{F3AAF44F-3461-47E2-8680-A8CD08522059}"/>
              </a:ext>
            </a:extLst>
          </p:cNvPr>
          <p:cNvSpPr>
            <a:spLocks noGrp="1"/>
          </p:cNvSpPr>
          <p:nvPr>
            <p:ph type="body" sz="quarter" idx="13" hasCustomPrompt="1"/>
          </p:nvPr>
        </p:nvSpPr>
        <p:spPr bwMode="black">
          <a:xfrm>
            <a:off x="6743700" y="1414463"/>
            <a:ext cx="5043488" cy="4751387"/>
          </a:xfrm>
        </p:spPr>
        <p:txBody>
          <a:bodyPr/>
          <a:lstStyle>
            <a:lvl1pPr>
              <a:spcAft>
                <a:spcPts val="900"/>
              </a:spcAft>
              <a:tabLst>
                <a:tab pos="5040000" algn="r"/>
              </a:tabLst>
              <a:defRPr/>
            </a:lvl1pPr>
            <a:lvl2pPr>
              <a:spcAft>
                <a:spcPts val="900"/>
              </a:spcAft>
              <a:buClr>
                <a:schemeClr val="tx1"/>
              </a:buClr>
              <a:tabLst>
                <a:tab pos="5040000" algn="r"/>
              </a:tabLst>
              <a:defRPr/>
            </a:lvl2pPr>
            <a:lvl3pPr marL="180000">
              <a:spcAft>
                <a:spcPts val="900"/>
              </a:spcAft>
              <a:buClr>
                <a:schemeClr val="tx1"/>
              </a:buClr>
              <a:tabLst>
                <a:tab pos="5040000" algn="r"/>
              </a:tabLst>
              <a:defRPr b="1"/>
            </a:lvl3pPr>
            <a:lvl4pPr marL="360000">
              <a:spcAft>
                <a:spcPts val="900"/>
              </a:spcAft>
              <a:buClr>
                <a:schemeClr val="tx1"/>
              </a:buClr>
              <a:tabLst>
                <a:tab pos="5040000" algn="r"/>
              </a:tabLst>
              <a:defRPr/>
            </a:lvl4pPr>
            <a:lvl5pPr marL="360000">
              <a:spcAft>
                <a:spcPts val="900"/>
              </a:spcAft>
              <a:buClr>
                <a:schemeClr val="tx1"/>
              </a:buClr>
              <a:tabLst>
                <a:tab pos="5040000" algn="r"/>
              </a:tabLst>
              <a:defRPr b="1"/>
            </a:lvl5pPr>
            <a:lvl6pPr marL="180000">
              <a:spcAft>
                <a:spcPts val="600"/>
              </a:spcAft>
              <a:buClr>
                <a:schemeClr val="tx1"/>
              </a:buClr>
              <a:tabLst>
                <a:tab pos="5040000" algn="r"/>
              </a:tabLst>
              <a:defRPr sz="1600"/>
            </a:lvl6pPr>
            <a:lvl7pPr marL="180000">
              <a:spcAft>
                <a:spcPts val="600"/>
              </a:spcAft>
              <a:buClr>
                <a:schemeClr val="tx1"/>
              </a:buClr>
              <a:tabLst>
                <a:tab pos="5040000" algn="r"/>
              </a:tabLst>
              <a:defRPr sz="1600" b="1"/>
            </a:lvl7pPr>
            <a:lvl8pPr marL="360000">
              <a:spcAft>
                <a:spcPts val="600"/>
              </a:spcAft>
              <a:buClr>
                <a:schemeClr val="tx1"/>
              </a:buClr>
              <a:tabLst>
                <a:tab pos="5040000" algn="r"/>
              </a:tabLst>
              <a:defRPr sz="1600"/>
            </a:lvl8pPr>
            <a:lvl9pPr marL="360000">
              <a:spcAft>
                <a:spcPts val="600"/>
              </a:spcAft>
              <a:buClr>
                <a:schemeClr val="tx1"/>
              </a:buClr>
              <a:tabLst>
                <a:tab pos="5040000" algn="r"/>
              </a:tabLst>
              <a:defRPr sz="1600" b="1"/>
            </a:lvl9pPr>
          </a:lstStyle>
          <a:p>
            <a:pPr lvl="0"/>
            <a:r>
              <a:rPr lang="en-US" noProof="0" err="1"/>
              <a:t>Inhaltsverzeichnis</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8" name="Siemens Logo" descr="Siemens logo">
            <a:extLst>
              <a:ext uri="{FF2B5EF4-FFF2-40B4-BE49-F238E27FC236}">
                <a16:creationId xmlns:a16="http://schemas.microsoft.com/office/drawing/2014/main" id="{AB400EC0-C78D-42DD-85FB-5ED577185C17}"/>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endParaRPr lang="en-US"/>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11143952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5" pos="3978">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19" pos="4248">
          <p15:clr>
            <a:srgbClr val="65CEFF"/>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Free Conten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endParaRPr lang="en-US"/>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2926542166"/>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ingle large image">
    <p:spTree>
      <p:nvGrpSpPr>
        <p:cNvPr id="1" name=""/>
        <p:cNvGrpSpPr/>
        <p:nvPr/>
      </p:nvGrpSpPr>
      <p:grpSpPr>
        <a:xfrm>
          <a:off x="0" y="0"/>
          <a:ext cx="0" cy="0"/>
          <a:chOff x="0" y="0"/>
          <a:chExt cx="0" cy="0"/>
        </a:xfrm>
      </p:grpSpPr>
      <p:sp>
        <p:nvSpPr>
          <p:cNvPr id="14" name="Picture Placeholder" descr="Thematic full size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1"/>
            <a:ext cx="12192000" cy="6167438"/>
          </a:xfrm>
          <a:solidFill>
            <a:srgbClr val="9999A9"/>
          </a:solidFill>
        </p:spPr>
        <p:txBody>
          <a:bodyPr lIns="144000" tIns="108000" rIns="144000" bIns="108000"/>
          <a:lstStyle>
            <a:lvl1pPr marL="0" indent="0">
              <a:buNone/>
              <a:defRPr>
                <a:solidFill>
                  <a:schemeClr val="tx1"/>
                </a:solidFill>
              </a:defRPr>
            </a:lvl1pPr>
          </a:lstStyle>
          <a:p>
            <a:r>
              <a:rPr lang="en-US" noProof="0" err="1"/>
              <a:t>Formatfüllendes</a:t>
            </a:r>
            <a:r>
              <a:rPr lang="en-US" noProof="0"/>
              <a:t> Bild</a:t>
            </a:r>
          </a:p>
        </p:txBody>
      </p:sp>
      <p:sp>
        <p:nvSpPr>
          <p:cNvPr id="2" name="Title" descr="Slide headline">
            <a:extLst>
              <a:ext uri="{FF2B5EF4-FFF2-40B4-BE49-F238E27FC236}">
                <a16:creationId xmlns:a16="http://schemas.microsoft.com/office/drawing/2014/main" id="{3F142F7C-7BE3-40CB-8C53-6F7533073558}"/>
              </a:ext>
            </a:extLst>
          </p:cNvPr>
          <p:cNvSpPr>
            <a:spLocks noGrp="1"/>
          </p:cNvSpPr>
          <p:nvPr>
            <p:ph type="title" hasCustomPrompt="1"/>
          </p:nvPr>
        </p:nvSpPr>
        <p:spPr bwMode="black">
          <a:xfrm>
            <a:off x="1022400" y="1054100"/>
            <a:ext cx="9252000" cy="1477328"/>
          </a:xfrm>
          <a:noFill/>
        </p:spPr>
        <p:txBody>
          <a:bodyPr wrap="square" rIns="0" bIns="0" anchor="t">
            <a:spAutoFit/>
          </a:bodyPr>
          <a:lstStyle>
            <a:lvl1pPr marL="0">
              <a:lnSpc>
                <a:spcPct val="100000"/>
              </a:lnSpc>
              <a:defRPr sz="4800" b="0">
                <a:solidFill>
                  <a:schemeClr val="bg1"/>
                </a:solidFill>
              </a:defRPr>
            </a:lvl1pPr>
          </a:lstStyle>
          <a:p>
            <a:r>
              <a:rPr lang="en-US" noProof="0" err="1"/>
              <a:t>Inhaltsseite</a:t>
            </a:r>
            <a:r>
              <a:rPr lang="en-US" noProof="0"/>
              <a:t>,</a:t>
            </a:r>
            <a:br>
              <a:rPr lang="en-US" noProof="0"/>
            </a:br>
            <a:r>
              <a:rPr lang="en-US" noProof="0"/>
              <a:t>Arial Regular, 48 pt</a:t>
            </a:r>
          </a:p>
        </p:txBody>
      </p:sp>
      <p:pic>
        <p:nvPicPr>
          <p:cNvPr id="9" name="Siemens Logo" descr="Siemens logo">
            <a:extLst>
              <a:ext uri="{FF2B5EF4-FFF2-40B4-BE49-F238E27FC236}">
                <a16:creationId xmlns:a16="http://schemas.microsoft.com/office/drawing/2014/main" id="{30251D14-AF6A-4279-B0A9-69FD9519EA58}"/>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endParaRPr lang="en-US"/>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2420141921"/>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2" orient="horz" pos="664">
          <p15:clr>
            <a:srgbClr val="65CEFF"/>
          </p15:clr>
        </p15:guide>
        <p15:guide id="17" orient="horz" pos="3885">
          <p15:clr>
            <a:srgbClr val="65CEFF"/>
          </p15:clr>
        </p15:guide>
        <p15:guide id="18" orient="horz" pos="4157">
          <p15:clr>
            <a:srgbClr val="65CEFF"/>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ingle large image Deep Blue">
    <p:bg>
      <p:bgRef idx="1001">
        <a:schemeClr val="bg2"/>
      </p:bgRef>
    </p:bg>
    <p:spTree>
      <p:nvGrpSpPr>
        <p:cNvPr id="1" name=""/>
        <p:cNvGrpSpPr/>
        <p:nvPr/>
      </p:nvGrpSpPr>
      <p:grpSpPr>
        <a:xfrm>
          <a:off x="0" y="0"/>
          <a:ext cx="0" cy="0"/>
          <a:chOff x="0" y="0"/>
          <a:chExt cx="0" cy="0"/>
        </a:xfrm>
      </p:grpSpPr>
      <p:sp>
        <p:nvSpPr>
          <p:cNvPr id="14" name="Picture Placeholder" descr="Thematic full size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1"/>
            <a:ext cx="12192000" cy="6167438"/>
          </a:xfrm>
          <a:solidFill>
            <a:srgbClr val="9999A9"/>
          </a:solidFill>
        </p:spPr>
        <p:txBody>
          <a:bodyPr lIns="144000" tIns="108000" rIns="144000" bIns="108000"/>
          <a:lstStyle>
            <a:lvl1pPr marL="0" indent="0">
              <a:buNone/>
              <a:defRPr>
                <a:solidFill>
                  <a:schemeClr val="bg1"/>
                </a:solidFill>
              </a:defRPr>
            </a:lvl1pPr>
          </a:lstStyle>
          <a:p>
            <a:r>
              <a:rPr lang="en-US" noProof="0" err="1"/>
              <a:t>Formatfüllendes</a:t>
            </a:r>
            <a:r>
              <a:rPr lang="en-US" noProof="0"/>
              <a:t> Bild</a:t>
            </a:r>
          </a:p>
        </p:txBody>
      </p:sp>
      <p:sp>
        <p:nvSpPr>
          <p:cNvPr id="2" name="Title" descr="Slide headline">
            <a:extLst>
              <a:ext uri="{FF2B5EF4-FFF2-40B4-BE49-F238E27FC236}">
                <a16:creationId xmlns:a16="http://schemas.microsoft.com/office/drawing/2014/main" id="{3F142F7C-7BE3-40CB-8C53-6F7533073558}"/>
              </a:ext>
            </a:extLst>
          </p:cNvPr>
          <p:cNvSpPr>
            <a:spLocks noGrp="1"/>
          </p:cNvSpPr>
          <p:nvPr>
            <p:ph type="title" hasCustomPrompt="1"/>
          </p:nvPr>
        </p:nvSpPr>
        <p:spPr bwMode="black">
          <a:xfrm>
            <a:off x="1022400" y="1054100"/>
            <a:ext cx="9252000" cy="1477328"/>
          </a:xfrm>
          <a:noFill/>
        </p:spPr>
        <p:txBody>
          <a:bodyPr wrap="square" rIns="0" bIns="0" anchor="t">
            <a:spAutoFit/>
          </a:bodyPr>
          <a:lstStyle>
            <a:lvl1pPr marL="0">
              <a:lnSpc>
                <a:spcPct val="100000"/>
              </a:lnSpc>
              <a:defRPr sz="4800" b="0">
                <a:solidFill>
                  <a:schemeClr val="tx1"/>
                </a:solidFill>
              </a:defRPr>
            </a:lvl1pPr>
          </a:lstStyle>
          <a:p>
            <a:r>
              <a:rPr lang="en-US" noProof="0" err="1"/>
              <a:t>Inhaltsseite</a:t>
            </a:r>
            <a:r>
              <a:rPr lang="en-US" noProof="0"/>
              <a:t>,</a:t>
            </a:r>
            <a:br>
              <a:rPr lang="en-US" noProof="0"/>
            </a:br>
            <a:r>
              <a:rPr lang="en-US" noProof="0"/>
              <a:t>Arial Regular, 48 pt</a:t>
            </a:r>
          </a:p>
        </p:txBody>
      </p:sp>
      <p:pic>
        <p:nvPicPr>
          <p:cNvPr id="7" name="Siemens Logo" descr="Siemens logo">
            <a:extLst>
              <a:ext uri="{FF2B5EF4-FFF2-40B4-BE49-F238E27FC236}">
                <a16:creationId xmlns:a16="http://schemas.microsoft.com/office/drawing/2014/main" id="{2AF4F4C6-6E41-442C-BB9E-9E72BE92D2D8}"/>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endParaRPr lang="en-US"/>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16548579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2" orient="horz" pos="664">
          <p15:clr>
            <a:srgbClr val="65CEFF"/>
          </p15:clr>
        </p15:guide>
        <p15:guide id="17" orient="horz" pos="3885">
          <p15:clr>
            <a:srgbClr val="65CEFF"/>
          </p15:clr>
        </p15:guide>
        <p15:guide id="18" orient="horz" pos="4157">
          <p15:clr>
            <a:srgbClr val="65CEFF"/>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ingle image (Text spotlight)">
    <p:spTree>
      <p:nvGrpSpPr>
        <p:cNvPr id="1" name=""/>
        <p:cNvGrpSpPr/>
        <p:nvPr/>
      </p:nvGrpSpPr>
      <p:grpSpPr>
        <a:xfrm>
          <a:off x="0" y="0"/>
          <a:ext cx="0" cy="0"/>
          <a:chOff x="0" y="0"/>
          <a:chExt cx="0" cy="0"/>
        </a:xfrm>
      </p:grpSpPr>
      <p:sp>
        <p:nvSpPr>
          <p:cNvPr id="14" name="Picture Placeholder" descr="Thematic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1"/>
            <a:ext cx="7611160" cy="6167438"/>
          </a:xfrm>
          <a:solidFill>
            <a:srgbClr val="9999A9"/>
          </a:solidFill>
        </p:spPr>
        <p:txBody>
          <a:bodyPr lIns="144000" tIns="108000" rIns="144000" bIns="108000"/>
          <a:lstStyle>
            <a:lvl1pPr marL="0" indent="0">
              <a:buNone/>
              <a:defRPr>
                <a:solidFill>
                  <a:schemeClr val="tx1"/>
                </a:solidFill>
              </a:defRPr>
            </a:lvl1pPr>
          </a:lstStyle>
          <a:p>
            <a:r>
              <a:rPr lang="en-US" noProof="0" err="1"/>
              <a:t>Thematisches</a:t>
            </a:r>
            <a:r>
              <a:rPr lang="en-US" noProof="0"/>
              <a:t> Bild</a:t>
            </a:r>
          </a:p>
        </p:txBody>
      </p:sp>
      <p:sp>
        <p:nvSpPr>
          <p:cNvPr id="2" name="Title" descr="Slide headline">
            <a:extLst>
              <a:ext uri="{FF2B5EF4-FFF2-40B4-BE49-F238E27FC236}">
                <a16:creationId xmlns:a16="http://schemas.microsoft.com/office/drawing/2014/main" id="{AFFC798E-B633-4D30-A7C1-DC796BD8887A}"/>
              </a:ext>
            </a:extLst>
          </p:cNvPr>
          <p:cNvSpPr>
            <a:spLocks noGrp="1"/>
          </p:cNvSpPr>
          <p:nvPr>
            <p:ph type="title" hasCustomPrompt="1"/>
          </p:nvPr>
        </p:nvSpPr>
        <p:spPr bwMode="black">
          <a:xfrm>
            <a:off x="1022400" y="1054100"/>
            <a:ext cx="6156275" cy="1477328"/>
          </a:xfrm>
          <a:noFill/>
        </p:spPr>
        <p:txBody>
          <a:bodyPr wrap="square" rIns="0" bIns="0" anchor="t">
            <a:spAutoFit/>
          </a:bodyPr>
          <a:lstStyle>
            <a:lvl1pPr marL="0">
              <a:lnSpc>
                <a:spcPct val="100000"/>
              </a:lnSpc>
              <a:defRPr sz="4800" b="0">
                <a:solidFill>
                  <a:schemeClr val="bg1"/>
                </a:solidFill>
              </a:defRPr>
            </a:lvl1pPr>
          </a:lstStyle>
          <a:p>
            <a:r>
              <a:rPr lang="en-US" noProof="0" err="1"/>
              <a:t>Inhaltsseite</a:t>
            </a:r>
            <a:r>
              <a:rPr lang="en-US" noProof="0"/>
              <a:t>,</a:t>
            </a:r>
            <a:br>
              <a:rPr lang="en-US" noProof="0"/>
            </a:br>
            <a:r>
              <a:rPr lang="en-US" noProof="0"/>
              <a:t>Arial Regular, 48 pt</a:t>
            </a:r>
          </a:p>
        </p:txBody>
      </p:sp>
      <p:sp>
        <p:nvSpPr>
          <p:cNvPr id="3" name="Copy">
            <a:extLst>
              <a:ext uri="{FF2B5EF4-FFF2-40B4-BE49-F238E27FC236}">
                <a16:creationId xmlns:a16="http://schemas.microsoft.com/office/drawing/2014/main" id="{6F965802-E517-4CC3-99D7-1DA8BF1FB020}"/>
              </a:ext>
            </a:extLst>
          </p:cNvPr>
          <p:cNvSpPr>
            <a:spLocks noGrp="1"/>
          </p:cNvSpPr>
          <p:nvPr>
            <p:ph type="body" sz="quarter" idx="18" hasCustomPrompt="1"/>
          </p:nvPr>
        </p:nvSpPr>
        <p:spPr bwMode="black">
          <a:xfrm>
            <a:off x="8042400" y="1054100"/>
            <a:ext cx="3744000" cy="5113338"/>
          </a:xfrm>
        </p:spPr>
        <p:txBody>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30251D14-AF6A-4279-B0A9-69FD9519EA58}"/>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endParaRPr lang="en-US"/>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2450406946"/>
      </p:ext>
    </p:extLst>
  </p:cSld>
  <p:clrMapOvr>
    <a:masterClrMapping/>
  </p:clrMapOvr>
  <p:extLst>
    <p:ext uri="{DCECCB84-F9BA-43D5-87BE-67443E8EF086}">
      <p15:sldGuideLst xmlns:p15="http://schemas.microsoft.com/office/powerpoint/2012/main">
        <p15:guide id="1" pos="259">
          <p15:clr>
            <a:srgbClr val="65CEFF"/>
          </p15:clr>
        </p15:guide>
        <p15:guide id="2" pos="4522">
          <p15:clr>
            <a:srgbClr val="65CEFF"/>
          </p15:clr>
        </p15:guide>
        <p15:guide id="3" pos="4794">
          <p15:clr>
            <a:srgbClr val="65CEFF"/>
          </p15:clr>
        </p15:guide>
        <p15:guide id="4" pos="5066">
          <p15:clr>
            <a:srgbClr val="65CEFF"/>
          </p15:clr>
        </p15:guide>
        <p15:guide id="5" pos="6472">
          <p15:clr>
            <a:srgbClr val="65CEFF"/>
          </p15:clr>
        </p15:guide>
        <p15:guide id="6" pos="7425">
          <p15:clr>
            <a:srgbClr val="65CEFF"/>
          </p15:clr>
        </p15:guide>
        <p15:guide id="7" orient="horz" pos="302">
          <p15:clr>
            <a:srgbClr val="65CEFF"/>
          </p15:clr>
        </p15:guide>
        <p15:guide id="8" orient="horz" pos="664">
          <p15:clr>
            <a:srgbClr val="65CEFF"/>
          </p15:clr>
        </p15:guide>
        <p15:guide id="9" orient="horz" pos="891">
          <p15:clr>
            <a:srgbClr val="65CEFF"/>
          </p15:clr>
        </p15:guide>
        <p15:guide id="10" orient="horz" pos="3658">
          <p15:clr>
            <a:srgbClr val="65CEFF"/>
          </p15:clr>
        </p15:guide>
        <p15:guide id="11" orient="horz" pos="3885">
          <p15:clr>
            <a:srgbClr val="65CEFF"/>
          </p15:clr>
        </p15:guide>
        <p15:guide id="12" orient="horz" pos="4157">
          <p15:clr>
            <a:srgbClr val="65CEFF"/>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Full bleed color Deep Blue">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lvl1pPr>
              <a:defRPr>
                <a:solidFill>
                  <a:schemeClr val="tx1"/>
                </a:solidFill>
              </a:defRPr>
            </a:lvl1pPr>
          </a:lstStyle>
          <a:p>
            <a:r>
              <a:rPr lang="en-US" noProof="0" err="1"/>
              <a:t>Titelformat</a:t>
            </a:r>
            <a:r>
              <a:rPr lang="en-US" noProof="0"/>
              <a:t> </a:t>
            </a:r>
            <a:r>
              <a:rPr lang="en-US" noProof="0" err="1"/>
              <a:t>bearbeiten</a:t>
            </a:r>
            <a:endParaRPr lang="en-US" noProof="0"/>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endParaRPr lang="en-US"/>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6115005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Full bleed color Gradient">
    <p:bg>
      <p:bgPr>
        <a:gradFill flip="none" rotWithShape="1">
          <a:gsLst>
            <a:gs pos="40000">
              <a:schemeClr val="accent6"/>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B8172AC2-E83F-4EFD-B70E-DE91E64651D8}"/>
              </a:ext>
            </a:extLst>
          </p:cNvPr>
          <p:cNvSpPr/>
          <p:nvPr/>
        </p:nvSpPr>
        <p:spPr>
          <a:xfrm>
            <a:off x="0" y="1414463"/>
            <a:ext cx="12192000" cy="5443537"/>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lvl1pPr>
              <a:defRPr>
                <a:solidFill>
                  <a:schemeClr val="tx1"/>
                </a:solidFill>
              </a:defRPr>
            </a:lvl1pPr>
          </a:lstStyle>
          <a:p>
            <a:r>
              <a:rPr lang="en-US" noProof="0" err="1"/>
              <a:t>Titelformat</a:t>
            </a:r>
            <a:r>
              <a:rPr lang="en-US" noProof="0"/>
              <a:t> </a:t>
            </a:r>
            <a:r>
              <a:rPr lang="en-US" noProof="0" err="1"/>
              <a:t>bearbeiten</a:t>
            </a:r>
            <a:endParaRPr lang="en-US" noProof="0"/>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4BECE54-DDA8-4D2C-8A02-4C8E3E1585E1}"/>
              </a:ext>
            </a:extLst>
          </p:cNvPr>
          <p:cNvSpPr>
            <a:spLocks noGrp="1"/>
          </p:cNvSpPr>
          <p:nvPr>
            <p:ph type="ftr" sz="quarter" idx="10"/>
          </p:nvPr>
        </p:nvSpPr>
        <p:spPr bwMode="black"/>
        <p:txBody>
          <a:bodyPr/>
          <a:lstStyle/>
          <a:p>
            <a:endParaRPr lang="en-US"/>
          </a:p>
        </p:txBody>
      </p:sp>
      <p:sp>
        <p:nvSpPr>
          <p:cNvPr id="6" name="Slide Number Placeholder">
            <a:extLst>
              <a:ext uri="{FF2B5EF4-FFF2-40B4-BE49-F238E27FC236}">
                <a16:creationId xmlns:a16="http://schemas.microsoft.com/office/drawing/2014/main" id="{07B7E75B-80B4-49F8-AA70-A41C9D89685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31977426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Full bleed color Light Sand">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lvl1pPr>
              <a:defRPr>
                <a:solidFill>
                  <a:schemeClr val="accent1"/>
                </a:solidFill>
              </a:defRPr>
            </a:lvl1pPr>
          </a:lstStyle>
          <a:p>
            <a:r>
              <a:rPr lang="en-US" noProof="0" err="1"/>
              <a:t>Titelformat</a:t>
            </a:r>
            <a:r>
              <a:rPr lang="en-US" noProof="0"/>
              <a:t> </a:t>
            </a:r>
            <a:r>
              <a:rPr lang="en-US" noProof="0" err="1"/>
              <a:t>bearbeiten</a:t>
            </a:r>
            <a:endParaRPr lang="en-US" noProof="0"/>
          </a:p>
        </p:txBody>
      </p:sp>
      <p:pic>
        <p:nvPicPr>
          <p:cNvPr id="8" name="Siemens Logo" descr="Siemens logo">
            <a:extLst>
              <a:ext uri="{FF2B5EF4-FFF2-40B4-BE49-F238E27FC236}">
                <a16:creationId xmlns:a16="http://schemas.microsoft.com/office/drawing/2014/main" id="{1AC59AB3-8DAC-43B8-977E-A91337DC0825}"/>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lvl1pPr>
              <a:defRPr>
                <a:solidFill>
                  <a:schemeClr val="tx2"/>
                </a:solidFill>
              </a:defRPr>
            </a:lvl1pPr>
          </a:lstStyle>
          <a:p>
            <a:endParaRPr lang="en-US"/>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fld id="{4DAC1A74-E6DF-4951-AA6C-FE10D8F3A3D1}" type="slidenum">
              <a:rPr lang="en-US" smtClean="0"/>
              <a:t>‹#›</a:t>
            </a:fld>
            <a:endParaRPr lang="en-US"/>
          </a:p>
        </p:txBody>
      </p:sp>
    </p:spTree>
    <p:extLst>
      <p:ext uri="{BB962C8B-B14F-4D97-AF65-F5344CB8AC3E}">
        <p14:creationId xmlns:p14="http://schemas.microsoft.com/office/powerpoint/2010/main" val="12582885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One object (small)">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hasCustomPrompt="1"/>
          </p:nvPr>
        </p:nvSpPr>
        <p:spPr bwMode="black">
          <a:xfrm>
            <a:off x="411162" y="1414800"/>
            <a:ext cx="7199313"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8" name="Siemens Logo" descr="Siemens logo">
            <a:extLst>
              <a:ext uri="{FF2B5EF4-FFF2-40B4-BE49-F238E27FC236}">
                <a16:creationId xmlns:a16="http://schemas.microsoft.com/office/drawing/2014/main" id="{91EB517C-C8FD-4E2E-B744-DB952E96B478}"/>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519D384-FA09-4D60-95A8-589F157A93F4}"/>
              </a:ext>
            </a:extLst>
          </p:cNvPr>
          <p:cNvSpPr>
            <a:spLocks noGrp="1"/>
          </p:cNvSpPr>
          <p:nvPr>
            <p:ph type="ftr" sz="quarter" idx="10"/>
          </p:nvPr>
        </p:nvSpPr>
        <p:spPr bwMode="black"/>
        <p:txBody>
          <a:bodyPr/>
          <a:lstStyle/>
          <a:p>
            <a:endParaRPr lang="en-US"/>
          </a:p>
        </p:txBody>
      </p:sp>
      <p:sp>
        <p:nvSpPr>
          <p:cNvPr id="6" name="Slide Number Placeholder">
            <a:extLst>
              <a:ext uri="{FF2B5EF4-FFF2-40B4-BE49-F238E27FC236}">
                <a16:creationId xmlns:a16="http://schemas.microsoft.com/office/drawing/2014/main" id="{7B1666FD-2258-443A-846C-6C7533C61D5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1074197676"/>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One object (large)">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hasCustomPrompt="1"/>
          </p:nvPr>
        </p:nvSpPr>
        <p:spPr bwMode="black">
          <a:xfrm>
            <a:off x="411162" y="1414800"/>
            <a:ext cx="11376026"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7367E6C0-4D2C-4C5F-86D8-A2CFF0EB3D6A}"/>
              </a:ext>
            </a:extLst>
          </p:cNvPr>
          <p:cNvSpPr>
            <a:spLocks noGrp="1"/>
          </p:cNvSpPr>
          <p:nvPr>
            <p:ph type="ftr" sz="quarter" idx="10"/>
          </p:nvPr>
        </p:nvSpPr>
        <p:spPr bwMode="black"/>
        <p:txBody>
          <a:bodyPr/>
          <a:lstStyle/>
          <a:p>
            <a:endParaRPr lang="en-US"/>
          </a:p>
        </p:txBody>
      </p:sp>
      <p:sp>
        <p:nvSpPr>
          <p:cNvPr id="6" name="Slide Number Placeholder">
            <a:extLst>
              <a:ext uri="{FF2B5EF4-FFF2-40B4-BE49-F238E27FC236}">
                <a16:creationId xmlns:a16="http://schemas.microsoft.com/office/drawing/2014/main" id="{6F746812-65E3-4C09-AC38-B0CFE93C8A9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3501066122"/>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hasCustomPrompt="1"/>
          </p:nvPr>
        </p:nvSpPr>
        <p:spPr bwMode="black">
          <a:xfrm>
            <a:off x="411162" y="1414800"/>
            <a:ext cx="5470526"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6315075" y="1414800"/>
            <a:ext cx="5465763"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33A503D1-D234-4258-9A03-D858B10BA46D}"/>
              </a:ext>
            </a:extLst>
          </p:cNvPr>
          <p:cNvSpPr>
            <a:spLocks noGrp="1"/>
          </p:cNvSpPr>
          <p:nvPr>
            <p:ph type="ftr" sz="quarter" idx="10"/>
          </p:nvPr>
        </p:nvSpPr>
        <p:spPr bwMode="black"/>
        <p:txBody>
          <a:bodyPr/>
          <a:lstStyle/>
          <a:p>
            <a:endParaRPr lang="en-US"/>
          </a:p>
        </p:txBody>
      </p:sp>
      <p:sp>
        <p:nvSpPr>
          <p:cNvPr id="7" name="Slide Number Placeholder">
            <a:extLst>
              <a:ext uri="{FF2B5EF4-FFF2-40B4-BE49-F238E27FC236}">
                <a16:creationId xmlns:a16="http://schemas.microsoft.com/office/drawing/2014/main" id="{21AA656B-0BAF-4B75-90BE-93CAC5946C0B}"/>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1312248769"/>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hasCustomPrompt="1"/>
          </p:nvPr>
        </p:nvSpPr>
        <p:spPr bwMode="black">
          <a:xfrm>
            <a:off x="411162" y="1414800"/>
            <a:ext cx="3600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4298400" y="1414800"/>
            <a:ext cx="3600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9" name="Copy 3" descr="Content text frame">
            <a:extLst>
              <a:ext uri="{FF2B5EF4-FFF2-40B4-BE49-F238E27FC236}">
                <a16:creationId xmlns:a16="http://schemas.microsoft.com/office/drawing/2014/main" id="{F020B491-E63A-4FB5-94ED-2BC31EB35C33}"/>
              </a:ext>
            </a:extLst>
          </p:cNvPr>
          <p:cNvSpPr>
            <a:spLocks noGrp="1"/>
          </p:cNvSpPr>
          <p:nvPr>
            <p:ph sz="half" idx="12" hasCustomPrompt="1"/>
          </p:nvPr>
        </p:nvSpPr>
        <p:spPr bwMode="black">
          <a:xfrm>
            <a:off x="8186400" y="1414800"/>
            <a:ext cx="3600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E613FA68-C74A-4621-9563-250388EBCC8B}"/>
              </a:ext>
            </a:extLst>
          </p:cNvPr>
          <p:cNvSpPr>
            <a:spLocks noGrp="1"/>
          </p:cNvSpPr>
          <p:nvPr>
            <p:ph type="ftr" sz="quarter" idx="13"/>
          </p:nvPr>
        </p:nvSpPr>
        <p:spPr bwMode="black"/>
        <p:txBody>
          <a:bodyPr/>
          <a:lstStyle/>
          <a:p>
            <a:endParaRPr lang="en-US"/>
          </a:p>
        </p:txBody>
      </p:sp>
      <p:sp>
        <p:nvSpPr>
          <p:cNvPr id="7" name="Slide Number Placeholder">
            <a:extLst>
              <a:ext uri="{FF2B5EF4-FFF2-40B4-BE49-F238E27FC236}">
                <a16:creationId xmlns:a16="http://schemas.microsoft.com/office/drawing/2014/main" id="{F9117D9C-D502-472C-A3C8-FA9087A2EDCE}"/>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1505850249"/>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Four object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hasCustomPrompt="1"/>
          </p:nvPr>
        </p:nvSpPr>
        <p:spPr bwMode="black">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9" name="Copy 2" descr="Content text frame">
            <a:extLst>
              <a:ext uri="{FF2B5EF4-FFF2-40B4-BE49-F238E27FC236}">
                <a16:creationId xmlns:a16="http://schemas.microsoft.com/office/drawing/2014/main" id="{2871E7F7-6A93-4406-8617-80D9CFF396A8}"/>
              </a:ext>
            </a:extLst>
          </p:cNvPr>
          <p:cNvSpPr>
            <a:spLocks noGrp="1"/>
          </p:cNvSpPr>
          <p:nvPr>
            <p:ph sz="half" idx="12" hasCustomPrompt="1"/>
          </p:nvPr>
        </p:nvSpPr>
        <p:spPr bwMode="black">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4" name="Copy 3"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2" name="Copy 4" descr="Content text frame">
            <a:extLst>
              <a:ext uri="{FF2B5EF4-FFF2-40B4-BE49-F238E27FC236}">
                <a16:creationId xmlns:a16="http://schemas.microsoft.com/office/drawing/2014/main" id="{7AD3B9B1-3210-46C8-8222-A0E11719EB88}"/>
              </a:ext>
            </a:extLst>
          </p:cNvPr>
          <p:cNvSpPr>
            <a:spLocks noGrp="1"/>
          </p:cNvSpPr>
          <p:nvPr>
            <p:ph sz="half" idx="13" hasCustomPrompt="1"/>
          </p:nvPr>
        </p:nvSpPr>
        <p:spPr bwMode="black">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1DF6F0C8-00D9-4034-B3CC-D376702BE1C8}"/>
              </a:ext>
            </a:extLst>
          </p:cNvPr>
          <p:cNvSpPr>
            <a:spLocks noGrp="1"/>
          </p:cNvSpPr>
          <p:nvPr>
            <p:ph type="ftr" sz="quarter" idx="14"/>
          </p:nvPr>
        </p:nvSpPr>
        <p:spPr bwMode="black"/>
        <p:txBody>
          <a:bodyPr/>
          <a:lstStyle/>
          <a:p>
            <a:endParaRPr lang="en-US"/>
          </a:p>
        </p:txBody>
      </p:sp>
      <p:sp>
        <p:nvSpPr>
          <p:cNvPr id="7" name="Slide Number Placeholder">
            <a:extLst>
              <a:ext uri="{FF2B5EF4-FFF2-40B4-BE49-F238E27FC236}">
                <a16:creationId xmlns:a16="http://schemas.microsoft.com/office/drawing/2014/main" id="{53D55964-F7E8-48E3-84D5-FE4FE835C563}"/>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3121572847"/>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wo columns (Spotligh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E568133C-15D2-4F33-802E-DF15E7891829}"/>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7" name="Picture Placeholder" descr="Thematic picture – please describe further">
            <a:extLst>
              <a:ext uri="{FF2B5EF4-FFF2-40B4-BE49-F238E27FC236}">
                <a16:creationId xmlns:a16="http://schemas.microsoft.com/office/drawing/2014/main" id="{90866A30-329B-420B-B42B-2C69E0DE6D9B}"/>
              </a:ext>
            </a:extLst>
          </p:cNvPr>
          <p:cNvSpPr>
            <a:spLocks noGrp="1"/>
          </p:cNvSpPr>
          <p:nvPr>
            <p:ph type="pic" sz="quarter" idx="12" hasCustomPrompt="1"/>
          </p:nvPr>
        </p:nvSpPr>
        <p:spPr bwMode="ltGray">
          <a:xfrm>
            <a:off x="411161" y="1414800"/>
            <a:ext cx="7199313" cy="4752000"/>
          </a:xfrm>
          <a:solidFill>
            <a:srgbClr val="9999A9"/>
          </a:solidFill>
        </p:spPr>
        <p:txBody>
          <a:bodyPr lIns="144000" tIns="108000" rIns="144000" bIns="108000">
            <a:noAutofit/>
          </a:bodyPr>
          <a:lstStyle/>
          <a:p>
            <a:r>
              <a:rPr lang="en-US" noProof="0" err="1"/>
              <a:t>Thematisches</a:t>
            </a:r>
            <a:r>
              <a:rPr lang="en-US" noProof="0"/>
              <a:t> Bild</a:t>
            </a:r>
          </a:p>
        </p:txBody>
      </p:sp>
      <p:sp>
        <p:nvSpPr>
          <p:cNvPr id="4" name="Copy"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8043189" y="1414800"/>
            <a:ext cx="3744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F468BE17-5D03-45C2-9D37-CF354AAA9589}"/>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33756E69-CA2F-47EC-9D32-CB09C4CD83F1}"/>
              </a:ext>
            </a:extLst>
          </p:cNvPr>
          <p:cNvSpPr>
            <a:spLocks noGrp="1"/>
          </p:cNvSpPr>
          <p:nvPr>
            <p:ph type="ftr" sz="quarter" idx="13"/>
          </p:nvPr>
        </p:nvSpPr>
        <p:spPr bwMode="black"/>
        <p:txBody>
          <a:bodyPr/>
          <a:lstStyle/>
          <a:p>
            <a:endParaRPr lang="en-US"/>
          </a:p>
        </p:txBody>
      </p:sp>
      <p:sp>
        <p:nvSpPr>
          <p:cNvPr id="5" name="Slide Number Placeholder">
            <a:extLst>
              <a:ext uri="{FF2B5EF4-FFF2-40B4-BE49-F238E27FC236}">
                <a16:creationId xmlns:a16="http://schemas.microsoft.com/office/drawing/2014/main" id="{95022CCB-0484-488B-8637-222C3919B0F7}"/>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1147744890"/>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One table (large)">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hasCustomPrompt="1"/>
          </p:nvPr>
        </p:nvSpPr>
        <p:spPr bwMode="black"/>
        <p:txBody>
          <a:bodyPr/>
          <a:lstStyle>
            <a:lvl1pPr>
              <a:defRPr>
                <a:solidFill>
                  <a:schemeClr val="accent1"/>
                </a:solidFill>
              </a:defRPr>
            </a:lvl1pPr>
          </a:lstStyle>
          <a:p>
            <a:r>
              <a:rPr lang="en-US" noProof="0" err="1"/>
              <a:t>Titelformat</a:t>
            </a:r>
            <a:r>
              <a:rPr lang="en-US" noProof="0"/>
              <a:t> </a:t>
            </a:r>
            <a:r>
              <a:rPr lang="en-US" noProof="0" err="1"/>
              <a:t>bearbeiten</a:t>
            </a:r>
            <a:endParaRPr lang="en-US" noProof="0"/>
          </a:p>
        </p:txBody>
      </p:sp>
      <p:sp>
        <p:nvSpPr>
          <p:cNvPr id="6" name="Table Placeholder" descr="Content table  frame">
            <a:extLst>
              <a:ext uri="{FF2B5EF4-FFF2-40B4-BE49-F238E27FC236}">
                <a16:creationId xmlns:a16="http://schemas.microsoft.com/office/drawing/2014/main" id="{D41D1FE0-EDDA-47B8-BF1F-831D4733C32A}"/>
              </a:ext>
            </a:extLst>
          </p:cNvPr>
          <p:cNvSpPr>
            <a:spLocks noGrp="1"/>
          </p:cNvSpPr>
          <p:nvPr>
            <p:ph type="tbl" sz="quarter" idx="12"/>
          </p:nvPr>
        </p:nvSpPr>
        <p:spPr bwMode="black">
          <a:xfrm>
            <a:off x="404812" y="1414461"/>
            <a:ext cx="11376026" cy="4392000"/>
          </a:xfrm>
        </p:spPr>
        <p:txBody>
          <a:bodyPr/>
          <a:lstStyle/>
          <a:p>
            <a:r>
              <a:rPr lang="en-US" noProof="0"/>
              <a:t>Click icon to add table</a:t>
            </a:r>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9CEA2FAD-1597-4F5C-878D-02CB854024F3}"/>
              </a:ext>
            </a:extLst>
          </p:cNvPr>
          <p:cNvSpPr>
            <a:spLocks noGrp="1"/>
          </p:cNvSpPr>
          <p:nvPr>
            <p:ph type="ftr" sz="quarter" idx="13"/>
          </p:nvPr>
        </p:nvSpPr>
        <p:spPr bwMode="black"/>
        <p:txBody>
          <a:bodyPr/>
          <a:lstStyle/>
          <a:p>
            <a:endParaRPr lang="en-US"/>
          </a:p>
        </p:txBody>
      </p:sp>
      <p:sp>
        <p:nvSpPr>
          <p:cNvPr id="5" name="Slide Number Placeholder">
            <a:extLst>
              <a:ext uri="{FF2B5EF4-FFF2-40B4-BE49-F238E27FC236}">
                <a16:creationId xmlns:a16="http://schemas.microsoft.com/office/drawing/2014/main" id="{CE0A22CB-5E69-4817-B713-C02B97CF6B91}"/>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3512005808"/>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Process flow">
    <p:bg>
      <p:bgRef idx="1001">
        <a:schemeClr val="bg2"/>
      </p:bgRef>
    </p:bg>
    <p:spTree>
      <p:nvGrpSpPr>
        <p:cNvPr id="1" name=""/>
        <p:cNvGrpSpPr/>
        <p:nvPr/>
      </p:nvGrpSpPr>
      <p:grpSpPr>
        <a:xfrm>
          <a:off x="0" y="0"/>
          <a:ext cx="0" cy="0"/>
          <a:chOff x="0" y="0"/>
          <a:chExt cx="0" cy="0"/>
        </a:xfrm>
      </p:grpSpPr>
      <p:sp>
        <p:nvSpPr>
          <p:cNvPr id="5" name="Title" descr="Slide headline">
            <a:extLst>
              <a:ext uri="{FF2B5EF4-FFF2-40B4-BE49-F238E27FC236}">
                <a16:creationId xmlns:a16="http://schemas.microsoft.com/office/drawing/2014/main" id="{9F2A455C-53B1-4792-8EA9-F00926C48E39}"/>
              </a:ext>
            </a:extLst>
          </p:cNvPr>
          <p:cNvSpPr>
            <a:spLocks noGrp="1"/>
          </p:cNvSpPr>
          <p:nvPr>
            <p:ph type="title" hasCustomPrompt="1"/>
          </p:nvPr>
        </p:nvSpPr>
        <p:spPr bwMode="black"/>
        <p:txBody>
          <a:bodyPr/>
          <a:lstStyle>
            <a:lvl1pPr>
              <a:defRPr>
                <a:solidFill>
                  <a:schemeClr val="tx1"/>
                </a:solidFill>
              </a:defRPr>
            </a:lvl1p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9CE7E2D8-94E8-4FE6-93A5-924CA3EC5315}"/>
              </a:ext>
            </a:extLst>
          </p:cNvPr>
          <p:cNvSpPr>
            <a:spLocks noGrp="1"/>
          </p:cNvSpPr>
          <p:nvPr>
            <p:ph idx="1" hasCustomPrompt="1"/>
          </p:nvPr>
        </p:nvSpPr>
        <p:spPr bwMode="black">
          <a:xfrm>
            <a:off x="411162" y="1414462"/>
            <a:ext cx="3600000" cy="4392000"/>
          </a:xfrm>
          <a:prstGeom prst="rect">
            <a:avLst/>
          </a:prstGeom>
          <a:ln w="19050">
            <a:solidFill>
              <a:schemeClr val="accent1"/>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1" name="Copy 2" descr="Content text frame">
            <a:extLst>
              <a:ext uri="{FF2B5EF4-FFF2-40B4-BE49-F238E27FC236}">
                <a16:creationId xmlns:a16="http://schemas.microsoft.com/office/drawing/2014/main" id="{3AC3CE10-0C4B-4A11-BA76-8CAFED13661C}"/>
              </a:ext>
            </a:extLst>
          </p:cNvPr>
          <p:cNvSpPr>
            <a:spLocks noGrp="1"/>
          </p:cNvSpPr>
          <p:nvPr>
            <p:ph idx="13" hasCustomPrompt="1"/>
          </p:nvPr>
        </p:nvSpPr>
        <p:spPr bwMode="black">
          <a:xfrm>
            <a:off x="4299176" y="1414462"/>
            <a:ext cx="3600000" cy="4392000"/>
          </a:xfrm>
          <a:prstGeom prst="rect">
            <a:avLst/>
          </a:prstGeom>
          <a:ln w="19050">
            <a:solidFill>
              <a:schemeClr val="accent1"/>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0" name="Copy 3" descr="Content text frame (highlight)">
            <a:extLst>
              <a:ext uri="{FF2B5EF4-FFF2-40B4-BE49-F238E27FC236}">
                <a16:creationId xmlns:a16="http://schemas.microsoft.com/office/drawing/2014/main" id="{E840DCCC-8E77-40B8-B94B-A4D3A4D77826}"/>
              </a:ext>
            </a:extLst>
          </p:cNvPr>
          <p:cNvSpPr>
            <a:spLocks noGrp="1"/>
          </p:cNvSpPr>
          <p:nvPr>
            <p:ph idx="12" hasCustomPrompt="1"/>
          </p:nvPr>
        </p:nvSpPr>
        <p:spPr bwMode="blackWhite">
          <a:xfrm>
            <a:off x="8187189" y="1414462"/>
            <a:ext cx="3600000" cy="4392000"/>
          </a:xfrm>
          <a:prstGeom prst="rect">
            <a:avLst/>
          </a:prstGeom>
          <a:solidFill>
            <a:schemeClr val="accent1"/>
          </a:solidFill>
          <a:ln w="19050">
            <a:solidFill>
              <a:srgbClr val="009999"/>
            </a:solidFill>
          </a:ln>
        </p:spPr>
        <p:txBody>
          <a:bodyPr lIns="216000" tIns="144000" rIns="216000" bIns="144000">
            <a:noAutofit/>
          </a:bodyPr>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vl6pPr>
              <a:buClr>
                <a:schemeClr val="tx1"/>
              </a:buClr>
              <a:defRPr>
                <a:solidFill>
                  <a:schemeClr val="tx1"/>
                </a:solidFill>
              </a:defRPr>
            </a:lvl6pPr>
            <a:lvl7pPr>
              <a:buClr>
                <a:schemeClr val="tx1"/>
              </a:buClr>
              <a:defRPr>
                <a:solidFill>
                  <a:schemeClr val="tx1"/>
                </a:solidFill>
              </a:defRPr>
            </a:lvl7pPr>
            <a:lvl8pPr>
              <a:buClr>
                <a:schemeClr val="tx1"/>
              </a:buClr>
              <a:defRPr>
                <a:solidFill>
                  <a:schemeClr val="tx1"/>
                </a:solidFill>
              </a:defRPr>
            </a:lvl8pPr>
            <a:lvl9pPr>
              <a:buClr>
                <a:schemeClr val="tx1"/>
              </a:buClr>
              <a:defRPr>
                <a:solidFill>
                  <a:schemeClr val="tx1"/>
                </a:solidFill>
              </a:defRPr>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E5DDD55C-5C17-4BCD-A9BB-FE8A69DC48DE}"/>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91FCCEDD-7521-4BD5-8A32-A62DA6246709}"/>
              </a:ext>
            </a:extLst>
          </p:cNvPr>
          <p:cNvSpPr>
            <a:spLocks noGrp="1"/>
          </p:cNvSpPr>
          <p:nvPr>
            <p:ph type="ftr" sz="quarter" idx="14"/>
          </p:nvPr>
        </p:nvSpPr>
        <p:spPr bwMode="black"/>
        <p:txBody>
          <a:bodyPr/>
          <a:lstStyle/>
          <a:p>
            <a:endParaRPr lang="en-US"/>
          </a:p>
        </p:txBody>
      </p:sp>
      <p:sp>
        <p:nvSpPr>
          <p:cNvPr id="7" name="Slide Number Placeholder">
            <a:extLst>
              <a:ext uri="{FF2B5EF4-FFF2-40B4-BE49-F238E27FC236}">
                <a16:creationId xmlns:a16="http://schemas.microsoft.com/office/drawing/2014/main" id="{DC2AAE3E-7F56-4838-BCE7-6B966549F4DA}"/>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5019772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Quote dark">
    <p:bg>
      <p:bgPr>
        <a:solidFill>
          <a:schemeClr val="bg2"/>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B813CE-4DD6-4EAD-800B-047C0542F19B}"/>
              </a:ext>
            </a:extLst>
          </p:cNvPr>
          <p:cNvSpPr>
            <a:spLocks noGrp="1"/>
          </p:cNvSpPr>
          <p:nvPr>
            <p:ph type="title" hasCustomPrompt="1"/>
          </p:nvPr>
        </p:nvSpPr>
        <p:spPr>
          <a:xfrm>
            <a:off x="410400" y="-540000"/>
            <a:ext cx="9863997" cy="360000"/>
          </a:xfrm>
        </p:spPr>
        <p:txBody>
          <a:bodyPr/>
          <a:lstStyle>
            <a:lvl1pPr>
              <a:defRPr b="0">
                <a:solidFill>
                  <a:schemeClr val="accent1">
                    <a:alpha val="0"/>
                  </a:schemeClr>
                </a:solidFill>
              </a:defRPr>
            </a:lvl1pPr>
          </a:lstStyle>
          <a:p>
            <a:r>
              <a:rPr lang="en-US" noProof="0" err="1"/>
              <a:t>Titelformat</a:t>
            </a:r>
            <a:r>
              <a:rPr lang="en-US" noProof="0"/>
              <a:t> </a:t>
            </a:r>
            <a:r>
              <a:rPr lang="en-US" noProof="0" err="1"/>
              <a:t>bearbeiten</a:t>
            </a:r>
            <a:endParaRPr lang="en-US" noProof="0"/>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noProof="0"/>
              <a:t>Bitte </a:t>
            </a:r>
            <a:r>
              <a:rPr lang="en-US" noProof="0" err="1"/>
              <a:t>hier</a:t>
            </a:r>
            <a:r>
              <a:rPr lang="en-US" noProof="0"/>
              <a:t> das </a:t>
            </a:r>
            <a:r>
              <a:rPr lang="en-US" noProof="0" err="1"/>
              <a:t>Zitat</a:t>
            </a:r>
            <a:r>
              <a:rPr lang="en-US" noProof="0"/>
              <a:t> </a:t>
            </a:r>
            <a:r>
              <a:rPr lang="en-US" noProof="0" err="1"/>
              <a:t>einfügen</a:t>
            </a:r>
            <a:r>
              <a:rPr lang="en-US" noProof="0"/>
              <a:t>.</a:t>
            </a:r>
          </a:p>
          <a:p>
            <a:pPr lvl="1"/>
            <a:r>
              <a:rPr lang="en-US" noProof="0"/>
              <a:t>Name, Autor</a:t>
            </a:r>
          </a:p>
        </p:txBody>
      </p:sp>
      <p:sp>
        <p:nvSpPr>
          <p:cNvPr id="11" name="Quote marks">
            <a:extLst>
              <a:ext uri="{FF2B5EF4-FFF2-40B4-BE49-F238E27FC236}">
                <a16:creationId xmlns:a16="http://schemas.microsoft.com/office/drawing/2014/main" id="{916E4245-F21C-4EAB-8B26-FEA21C26067F}"/>
              </a:ext>
              <a:ext uri="{C183D7F6-B498-43B3-948B-1728B52AA6E4}">
                <adec:decorative xmlns:adec="http://schemas.microsoft.com/office/drawing/2017/decorative" val="1"/>
              </a:ext>
            </a:extLst>
          </p:cNvPr>
          <p:cNvSpPr/>
          <p:nvPr/>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noProof="0"/>
          </a:p>
        </p:txBody>
      </p:sp>
      <p:pic>
        <p:nvPicPr>
          <p:cNvPr id="8" name="Siemens Logo" descr="Siemens logo">
            <a:extLst>
              <a:ext uri="{FF2B5EF4-FFF2-40B4-BE49-F238E27FC236}">
                <a16:creationId xmlns:a16="http://schemas.microsoft.com/office/drawing/2014/main" id="{AF2E271F-5AF7-408E-9752-03D1D6448EAA}"/>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EC4F35EF-AC94-4800-9CB7-CA49CAFDD249}"/>
              </a:ext>
            </a:extLst>
          </p:cNvPr>
          <p:cNvSpPr>
            <a:spLocks noGrp="1"/>
          </p:cNvSpPr>
          <p:nvPr>
            <p:ph type="ftr" sz="quarter" idx="13"/>
          </p:nvPr>
        </p:nvSpPr>
        <p:spPr bwMode="black"/>
        <p:txBody>
          <a:bodyPr/>
          <a:lstStyle/>
          <a:p>
            <a:endParaRPr lang="en-US"/>
          </a:p>
        </p:txBody>
      </p:sp>
      <p:sp>
        <p:nvSpPr>
          <p:cNvPr id="3" name="Slide Number Placeholder">
            <a:extLst>
              <a:ext uri="{FF2B5EF4-FFF2-40B4-BE49-F238E27FC236}">
                <a16:creationId xmlns:a16="http://schemas.microsoft.com/office/drawing/2014/main" id="{CCC7FBE7-01B9-4EC8-8BE1-F416F7C5B7AA}"/>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3540773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7" orient="horz" pos="3885">
          <p15:clr>
            <a:srgbClr val="65CEFF"/>
          </p15:clr>
        </p15:guide>
        <p15:guide id="8" orient="horz" pos="4157">
          <p15:clr>
            <a:srgbClr val="65CEFF"/>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Quote light">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3A8C0A65-FABA-4781-9F01-D54558440B31}"/>
              </a:ext>
            </a:extLst>
          </p:cNvPr>
          <p:cNvSpPr>
            <a:spLocks noGrp="1"/>
          </p:cNvSpPr>
          <p:nvPr>
            <p:ph type="title" hasCustomPrompt="1"/>
          </p:nvPr>
        </p:nvSpPr>
        <p:spPr>
          <a:xfrm>
            <a:off x="411162" y="-540000"/>
            <a:ext cx="9863138" cy="360000"/>
          </a:xfrm>
        </p:spPr>
        <p:txBody>
          <a:bodyPr/>
          <a:lstStyle>
            <a:lvl1pPr>
              <a:defRPr b="0">
                <a:solidFill>
                  <a:schemeClr val="accent1">
                    <a:alpha val="0"/>
                  </a:schemeClr>
                </a:solidFill>
              </a:defRPr>
            </a:lvl1pPr>
          </a:lstStyle>
          <a:p>
            <a:r>
              <a:rPr lang="en-US" noProof="0" err="1"/>
              <a:t>Titelformat</a:t>
            </a:r>
            <a:r>
              <a:rPr lang="en-US" noProof="0"/>
              <a:t> </a:t>
            </a:r>
            <a:r>
              <a:rPr lang="en-US" noProof="0" err="1"/>
              <a:t>bearbeiten</a:t>
            </a:r>
            <a:endParaRPr lang="en-US" noProof="0"/>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760" cy="4104000"/>
          </a:xfrm>
        </p:spPr>
        <p:txBody>
          <a:bodyPr>
            <a:noAutofit/>
          </a:bodyPr>
          <a:lstStyle>
            <a:lvl1pPr marL="0">
              <a:lnSpc>
                <a:spcPct val="110000"/>
              </a:lnSpc>
              <a:spcAft>
                <a:spcPts val="0"/>
              </a:spcAft>
              <a:defRPr sz="4800" b="0">
                <a:solidFill>
                  <a:schemeClr val="tx2"/>
                </a:solidFill>
              </a:defRPr>
            </a:lvl1pPr>
            <a:lvl2pPr marL="36000" indent="0">
              <a:lnSpc>
                <a:spcPct val="110000"/>
              </a:lnSpc>
              <a:spcBef>
                <a:spcPts val="600"/>
              </a:spcBef>
              <a:spcAft>
                <a:spcPts val="0"/>
              </a:spcAft>
              <a:buNone/>
              <a:defRPr sz="1800">
                <a:solidFill>
                  <a:schemeClr val="tx2"/>
                </a:solidFill>
              </a:defRPr>
            </a:lvl2pPr>
            <a:lvl3pPr marL="36000" indent="0">
              <a:lnSpc>
                <a:spcPct val="110000"/>
              </a:lnSpc>
              <a:spcBef>
                <a:spcPts val="600"/>
              </a:spcBef>
              <a:spcAft>
                <a:spcPts val="0"/>
              </a:spcAft>
              <a:buNone/>
              <a:defRPr sz="1800">
                <a:solidFill>
                  <a:schemeClr val="accent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noProof="0"/>
              <a:t>Bitte </a:t>
            </a:r>
            <a:r>
              <a:rPr lang="en-US" noProof="0" err="1"/>
              <a:t>hier</a:t>
            </a:r>
            <a:r>
              <a:rPr lang="en-US" noProof="0"/>
              <a:t> das </a:t>
            </a:r>
            <a:r>
              <a:rPr lang="en-US" noProof="0" err="1"/>
              <a:t>Zitat</a:t>
            </a:r>
            <a:r>
              <a:rPr lang="en-US" noProof="0"/>
              <a:t> </a:t>
            </a:r>
            <a:r>
              <a:rPr lang="en-US" noProof="0" err="1"/>
              <a:t>einfügen</a:t>
            </a:r>
            <a:r>
              <a:rPr lang="en-US" noProof="0"/>
              <a:t>.</a:t>
            </a:r>
          </a:p>
          <a:p>
            <a:pPr lvl="1"/>
            <a:r>
              <a:rPr lang="en-US" noProof="0"/>
              <a:t>Name, Autor</a:t>
            </a:r>
          </a:p>
        </p:txBody>
      </p:sp>
      <p:sp>
        <p:nvSpPr>
          <p:cNvPr id="12" name="Quote marks">
            <a:extLst>
              <a:ext uri="{FF2B5EF4-FFF2-40B4-BE49-F238E27FC236}">
                <a16:creationId xmlns:a16="http://schemas.microsoft.com/office/drawing/2014/main" id="{58EF2AB0-A78A-44C9-9A7D-F20D9ED854E0}"/>
              </a:ext>
              <a:ext uri="{C183D7F6-B498-43B3-948B-1728B52AA6E4}">
                <adec:decorative xmlns:adec="http://schemas.microsoft.com/office/drawing/2017/decorative" val="1"/>
              </a:ext>
            </a:extLst>
          </p:cNvPr>
          <p:cNvSpPr/>
          <p:nvPr/>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noProof="0"/>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6AEDD147-ACC0-4A9C-9043-90612765C0FA}"/>
              </a:ext>
            </a:extLst>
          </p:cNvPr>
          <p:cNvSpPr>
            <a:spLocks noGrp="1"/>
          </p:cNvSpPr>
          <p:nvPr>
            <p:ph type="ftr" sz="quarter" idx="13"/>
          </p:nvPr>
        </p:nvSpPr>
        <p:spPr bwMode="black"/>
        <p:txBody>
          <a:bodyPr/>
          <a:lstStyle/>
          <a:p>
            <a:endParaRPr lang="en-US"/>
          </a:p>
        </p:txBody>
      </p:sp>
      <p:sp>
        <p:nvSpPr>
          <p:cNvPr id="3" name="Slide Number Placeholder">
            <a:extLst>
              <a:ext uri="{FF2B5EF4-FFF2-40B4-BE49-F238E27FC236}">
                <a16:creationId xmlns:a16="http://schemas.microsoft.com/office/drawing/2014/main" id="{4131F54F-C70B-4435-91E6-F995F83E6C69}"/>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4147501762"/>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2206">
          <p15:clr>
            <a:srgbClr val="65CEFF"/>
          </p15:clr>
        </p15:guide>
        <p15:guide id="7" orient="horz" pos="2343">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tatement dark">
    <p:bg>
      <p:bgRef idx="1001">
        <a:schemeClr val="bg2"/>
      </p:bgRef>
    </p:bg>
    <p:spTree>
      <p:nvGrpSpPr>
        <p:cNvPr id="1" name=""/>
        <p:cNvGrpSpPr/>
        <p:nvPr/>
      </p:nvGrpSpPr>
      <p:grpSpPr>
        <a:xfrm>
          <a:off x="0" y="0"/>
          <a:ext cx="0" cy="0"/>
          <a:chOff x="0" y="0"/>
          <a:chExt cx="0" cy="0"/>
        </a:xfrm>
      </p:grpSpPr>
      <p:sp>
        <p:nvSpPr>
          <p:cNvPr id="8" name="Title" descr="Statement text frame">
            <a:extLst>
              <a:ext uri="{FF2B5EF4-FFF2-40B4-BE49-F238E27FC236}">
                <a16:creationId xmlns:a16="http://schemas.microsoft.com/office/drawing/2014/main" id="{39939C22-A735-46A9-A277-A4B1B330F31C}"/>
              </a:ext>
            </a:extLst>
          </p:cNvPr>
          <p:cNvSpPr>
            <a:spLocks noGrp="1"/>
          </p:cNvSpPr>
          <p:nvPr>
            <p:ph type="title" hasCustomPrompt="1"/>
          </p:nvPr>
        </p:nvSpPr>
        <p:spPr bwMode="black">
          <a:xfrm>
            <a:off x="986400" y="1270799"/>
            <a:ext cx="10800000" cy="4536000"/>
          </a:xfrm>
        </p:spPr>
        <p:txBody>
          <a:bodyPr lIns="0" tIns="0" rIns="0" bIns="0" anchor="t">
            <a:noAutofit/>
          </a:bodyPr>
          <a:lstStyle>
            <a:lvl1pPr>
              <a:lnSpc>
                <a:spcPct val="90000"/>
              </a:lnSpc>
              <a:defRPr sz="8000" b="0">
                <a:gradFill>
                  <a:gsLst>
                    <a:gs pos="20000">
                      <a:srgbClr val="00FFB9"/>
                    </a:gs>
                    <a:gs pos="70000">
                      <a:srgbClr val="00E6DC"/>
                    </a:gs>
                  </a:gsLst>
                  <a:lin ang="0" scaled="1"/>
                </a:gradFill>
              </a:defRPr>
            </a:lvl1pPr>
          </a:lstStyle>
          <a:p>
            <a:r>
              <a:rPr lang="en-US" noProof="0" err="1"/>
              <a:t>Titelformat</a:t>
            </a:r>
            <a:r>
              <a:rPr lang="en-US" noProof="0"/>
              <a:t> </a:t>
            </a:r>
            <a:r>
              <a:rPr lang="en-US" noProof="0" err="1"/>
              <a:t>durch</a:t>
            </a:r>
            <a:r>
              <a:rPr lang="en-US" noProof="0"/>
              <a:t> </a:t>
            </a:r>
            <a:r>
              <a:rPr lang="en-US" noProof="0" err="1"/>
              <a:t>Klicken</a:t>
            </a:r>
            <a:r>
              <a:rPr lang="en-US" noProof="0"/>
              <a:t> </a:t>
            </a:r>
            <a:r>
              <a:rPr lang="en-US" noProof="0" err="1"/>
              <a:t>bearbeiten</a:t>
            </a:r>
            <a:endParaRPr lang="en-US" noProof="0"/>
          </a:p>
        </p:txBody>
      </p:sp>
      <p:pic>
        <p:nvPicPr>
          <p:cNvPr id="4" name="Siemens Logo" descr="Siemens logo">
            <a:extLst>
              <a:ext uri="{FF2B5EF4-FFF2-40B4-BE49-F238E27FC236}">
                <a16:creationId xmlns:a16="http://schemas.microsoft.com/office/drawing/2014/main" id="{0EF6BB07-4F4E-4859-9572-DA63E35B93A1}"/>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09BD8BE5-BFF2-469D-8B93-9556FCC45CF1}"/>
              </a:ext>
            </a:extLst>
          </p:cNvPr>
          <p:cNvSpPr>
            <a:spLocks noGrp="1"/>
          </p:cNvSpPr>
          <p:nvPr>
            <p:ph type="ftr" sz="quarter" idx="10"/>
          </p:nvPr>
        </p:nvSpPr>
        <p:spPr bwMode="black"/>
        <p:txBody>
          <a:bodyPr/>
          <a:lstStyle/>
          <a:p>
            <a:endParaRPr lang="en-US"/>
          </a:p>
        </p:txBody>
      </p:sp>
      <p:sp>
        <p:nvSpPr>
          <p:cNvPr id="3" name="Slide Number Placeholder">
            <a:extLst>
              <a:ext uri="{FF2B5EF4-FFF2-40B4-BE49-F238E27FC236}">
                <a16:creationId xmlns:a16="http://schemas.microsoft.com/office/drawing/2014/main" id="{F9372441-FA7E-4481-BBC2-24CB6D3017C8}"/>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3777102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tatement light">
    <p:spTree>
      <p:nvGrpSpPr>
        <p:cNvPr id="1" name=""/>
        <p:cNvGrpSpPr/>
        <p:nvPr/>
      </p:nvGrpSpPr>
      <p:grpSpPr>
        <a:xfrm>
          <a:off x="0" y="0"/>
          <a:ext cx="0" cy="0"/>
          <a:chOff x="0" y="0"/>
          <a:chExt cx="0" cy="0"/>
        </a:xfrm>
      </p:grpSpPr>
      <p:sp>
        <p:nvSpPr>
          <p:cNvPr id="8" name="Title" descr="Statement text frame">
            <a:extLst>
              <a:ext uri="{FF2B5EF4-FFF2-40B4-BE49-F238E27FC236}">
                <a16:creationId xmlns:a16="http://schemas.microsoft.com/office/drawing/2014/main" id="{39939C22-A735-46A9-A277-A4B1B330F31C}"/>
              </a:ext>
            </a:extLst>
          </p:cNvPr>
          <p:cNvSpPr>
            <a:spLocks noGrp="1"/>
          </p:cNvSpPr>
          <p:nvPr>
            <p:ph type="title" hasCustomPrompt="1"/>
          </p:nvPr>
        </p:nvSpPr>
        <p:spPr bwMode="black">
          <a:xfrm>
            <a:off x="986400" y="1271538"/>
            <a:ext cx="10800000" cy="4536000"/>
          </a:xfrm>
        </p:spPr>
        <p:txBody>
          <a:bodyPr lIns="0" tIns="0" rIns="0" bIns="0" anchor="t">
            <a:noAutofit/>
          </a:bodyPr>
          <a:lstStyle>
            <a:lvl1pPr>
              <a:lnSpc>
                <a:spcPct val="90000"/>
              </a:lnSpc>
              <a:defRPr sz="8000" b="0">
                <a:gradFill>
                  <a:gsLst>
                    <a:gs pos="20000">
                      <a:srgbClr val="00FFB9"/>
                    </a:gs>
                    <a:gs pos="70000">
                      <a:srgbClr val="00E6DC"/>
                    </a:gs>
                  </a:gsLst>
                  <a:lin ang="0" scaled="1"/>
                </a:gradFill>
              </a:defRPr>
            </a:lvl1pPr>
          </a:lstStyle>
          <a:p>
            <a:r>
              <a:rPr lang="en-US" noProof="0" err="1"/>
              <a:t>Titelformat</a:t>
            </a:r>
            <a:r>
              <a:rPr lang="en-US" noProof="0"/>
              <a:t> </a:t>
            </a:r>
            <a:r>
              <a:rPr lang="en-US" noProof="0" err="1"/>
              <a:t>durch</a:t>
            </a:r>
            <a:r>
              <a:rPr lang="en-US" noProof="0"/>
              <a:t> </a:t>
            </a:r>
            <a:r>
              <a:rPr lang="en-US" noProof="0" err="1"/>
              <a:t>Klicken</a:t>
            </a:r>
            <a:r>
              <a:rPr lang="en-US" noProof="0"/>
              <a:t> </a:t>
            </a:r>
            <a:r>
              <a:rPr lang="en-US" noProof="0" err="1"/>
              <a:t>bearbeiten</a:t>
            </a:r>
            <a:endParaRPr lang="en-US" noProof="0"/>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9F9E844-3827-4B6C-9CB5-13C9A70DCD4D}"/>
              </a:ext>
            </a:extLst>
          </p:cNvPr>
          <p:cNvSpPr>
            <a:spLocks noGrp="1"/>
          </p:cNvSpPr>
          <p:nvPr>
            <p:ph type="ftr" sz="quarter" idx="10"/>
          </p:nvPr>
        </p:nvSpPr>
        <p:spPr bwMode="black"/>
        <p:txBody>
          <a:bodyPr/>
          <a:lstStyle/>
          <a:p>
            <a:endParaRPr lang="en-US"/>
          </a:p>
        </p:txBody>
      </p:sp>
      <p:sp>
        <p:nvSpPr>
          <p:cNvPr id="3" name="Slide Number Placeholder">
            <a:extLst>
              <a:ext uri="{FF2B5EF4-FFF2-40B4-BE49-F238E27FC236}">
                <a16:creationId xmlns:a16="http://schemas.microsoft.com/office/drawing/2014/main" id="{D52C2AF7-8539-453F-BD56-35B696DB207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2287008441"/>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act">
    <p:bg>
      <p:bgRef idx="1001">
        <a:schemeClr val="bg2"/>
      </p:bgRef>
    </p:bg>
    <p:spTree>
      <p:nvGrpSpPr>
        <p:cNvPr id="1" name=""/>
        <p:cNvGrpSpPr/>
        <p:nvPr/>
      </p:nvGrpSpPr>
      <p:grpSpPr>
        <a:xfrm>
          <a:off x="0" y="0"/>
          <a:ext cx="0" cy="0"/>
          <a:chOff x="0" y="0"/>
          <a:chExt cx="0" cy="0"/>
        </a:xfrm>
      </p:grpSpPr>
      <p:sp>
        <p:nvSpPr>
          <p:cNvPr id="6" name="Title" descr="Slide headline">
            <a:extLst>
              <a:ext uri="{FF2B5EF4-FFF2-40B4-BE49-F238E27FC236}">
                <a16:creationId xmlns:a16="http://schemas.microsoft.com/office/drawing/2014/main" id="{B29E3DA4-014E-4F3D-8186-84366ADFCB03}"/>
              </a:ext>
            </a:extLst>
          </p:cNvPr>
          <p:cNvSpPr>
            <a:spLocks noGrp="1"/>
          </p:cNvSpPr>
          <p:nvPr>
            <p:ph type="title" hasCustomPrompt="1"/>
          </p:nvPr>
        </p:nvSpPr>
        <p:spPr bwMode="black">
          <a:xfrm>
            <a:off x="1058400" y="1234800"/>
            <a:ext cx="9216000" cy="1162523"/>
          </a:xfrm>
          <a:noFill/>
        </p:spPr>
        <p:txBody>
          <a:bodyPr wrap="square" lIns="0" tIns="54000" rIns="0" bIns="0" anchor="t" anchorCtr="0">
            <a:spAutoFit/>
          </a:bodyPr>
          <a:lstStyle>
            <a:lvl1pPr marL="0">
              <a:defRPr sz="8000">
                <a:solidFill>
                  <a:schemeClr val="tx1"/>
                </a:solidFill>
              </a:defRPr>
            </a:lvl1pPr>
          </a:lstStyle>
          <a:p>
            <a:r>
              <a:rPr lang="en-US" noProof="0" err="1"/>
              <a:t>Kontakt</a:t>
            </a:r>
            <a:endParaRPr lang="en-US" noProof="0"/>
          </a:p>
        </p:txBody>
      </p:sp>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solidFill>
                  <a:schemeClr val="tx1"/>
                </a:solidFill>
              </a:defRPr>
            </a:lvl2pPr>
            <a:lvl3pPr marL="144000" indent="-144000" algn="l">
              <a:spcAft>
                <a:spcPts val="0"/>
              </a:spcAft>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Tx/>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noProof="0" err="1"/>
              <a:t>Kontakt</a:t>
            </a:r>
            <a:r>
              <a:rPr lang="en-US" noProof="0"/>
              <a:t> </a:t>
            </a:r>
            <a:r>
              <a:rPr lang="en-US" noProof="0" err="1"/>
              <a:t>bearbeiten</a:t>
            </a:r>
            <a:endParaRPr lang="en-US" noProof="0"/>
          </a:p>
          <a:p>
            <a:pPr lvl="1"/>
            <a:r>
              <a:rPr lang="en-US" noProof="0"/>
              <a:t>Name etc.</a:t>
            </a:r>
          </a:p>
          <a:p>
            <a:pPr lvl="2"/>
            <a:r>
              <a:rPr lang="en-US" noProof="0" err="1"/>
              <a:t>Kompetenzen</a:t>
            </a:r>
            <a:r>
              <a:rPr lang="en-US" noProof="0"/>
              <a:t> etc.</a:t>
            </a:r>
          </a:p>
          <a:p>
            <a:pPr lvl="3"/>
            <a:r>
              <a:rPr lang="en-US" noProof="0"/>
              <a:t>Name </a:t>
            </a:r>
            <a:r>
              <a:rPr lang="en-US" noProof="0" err="1"/>
              <a:t>oder</a:t>
            </a:r>
            <a:r>
              <a:rPr lang="en-US" noProof="0"/>
              <a:t> </a:t>
            </a:r>
            <a:r>
              <a:rPr lang="en-US" noProof="0" err="1"/>
              <a:t>Unterebene</a:t>
            </a:r>
            <a:endParaRPr lang="en-US" noProof="0"/>
          </a:p>
          <a:p>
            <a:pPr lvl="4"/>
            <a:r>
              <a:rPr lang="en-US" noProof="0" err="1"/>
              <a:t>Kompetenzen</a:t>
            </a:r>
            <a:r>
              <a:rPr lang="en-US" noProof="0"/>
              <a:t> </a:t>
            </a:r>
            <a:r>
              <a:rPr lang="en-US" noProof="0" err="1"/>
              <a:t>oder</a:t>
            </a:r>
            <a:r>
              <a:rPr lang="en-US" noProof="0"/>
              <a:t> </a:t>
            </a:r>
            <a:r>
              <a:rPr lang="en-US" noProof="0" err="1"/>
              <a:t>Unterebene</a:t>
            </a:r>
            <a:endParaRPr lang="en-US" noProof="0"/>
          </a:p>
        </p:txBody>
      </p:sp>
      <p:pic>
        <p:nvPicPr>
          <p:cNvPr id="10" name="Siemens Logo" descr="Siemens logo">
            <a:extLst>
              <a:ext uri="{FF2B5EF4-FFF2-40B4-BE49-F238E27FC236}">
                <a16:creationId xmlns:a16="http://schemas.microsoft.com/office/drawing/2014/main" id="{5FD2C39E-5D81-4A0E-9F45-909328900889}"/>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endParaRPr lang="en-US"/>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1494123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Full Right Deep Blue">
    <p:bg>
      <p:bgRef idx="1001">
        <a:schemeClr val="bg2"/>
      </p:bgRef>
    </p:bg>
    <p:spTree>
      <p:nvGrpSpPr>
        <p:cNvPr id="1" name=""/>
        <p:cNvGrpSpPr/>
        <p:nvPr/>
      </p:nvGrpSpPr>
      <p:grpSpPr>
        <a:xfrm>
          <a:off x="0" y="0"/>
          <a:ext cx="0" cy="0"/>
          <a:chOff x="0" y="0"/>
          <a:chExt cx="0" cy="0"/>
        </a:xfrm>
      </p:grpSpPr>
      <p:sp>
        <p:nvSpPr>
          <p:cNvPr id="8" name="Picture Placeholder" descr="Thematic picture – please describe further">
            <a:extLst>
              <a:ext uri="{FF2B5EF4-FFF2-40B4-BE49-F238E27FC236}">
                <a16:creationId xmlns:a16="http://schemas.microsoft.com/office/drawing/2014/main" id="{DE552980-B82A-E3B1-8A4D-6CF86F19487A}"/>
              </a:ext>
            </a:extLst>
          </p:cNvPr>
          <p:cNvSpPr>
            <a:spLocks noGrp="1"/>
          </p:cNvSpPr>
          <p:nvPr>
            <p:ph type="pic" sz="quarter" idx="12" hasCustomPrompt="1"/>
          </p:nvPr>
        </p:nvSpPr>
        <p:spPr bwMode="ltGray">
          <a:xfrm>
            <a:off x="0" y="1"/>
            <a:ext cx="12192000" cy="6167438"/>
          </a:xfrm>
          <a:solidFill>
            <a:srgbClr val="9999A9"/>
          </a:solidFill>
        </p:spPr>
        <p:txBody>
          <a:bodyPr lIns="144000" tIns="108000" rIns="144000" bIns="108000"/>
          <a:lstStyle>
            <a:lvl1pPr marL="0" indent="0">
              <a:buNone/>
              <a:defRPr>
                <a:solidFill>
                  <a:schemeClr val="tx1"/>
                </a:solidFill>
              </a:defRPr>
            </a:lvl1pPr>
          </a:lstStyle>
          <a:p>
            <a:r>
              <a:rPr lang="en-US" noProof="0"/>
              <a:t>Thematic picture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endParaRPr lang="en-US"/>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fld id="{4DAC1A74-E6DF-4951-AA6C-FE10D8F3A3D1}" type="slidenum">
              <a:rPr lang="en-US" smtClean="0"/>
              <a:t>‹#›</a:t>
            </a:fld>
            <a:endParaRPr lang="en-US"/>
          </a:p>
        </p:txBody>
      </p:sp>
      <p:sp>
        <p:nvSpPr>
          <p:cNvPr id="11" name="Text Placeholder 10">
            <a:extLst>
              <a:ext uri="{FF2B5EF4-FFF2-40B4-BE49-F238E27FC236}">
                <a16:creationId xmlns:a16="http://schemas.microsoft.com/office/drawing/2014/main" id="{0FFF1ECF-BC52-43AF-7B3E-03012AAAFC48}"/>
              </a:ext>
            </a:extLst>
          </p:cNvPr>
          <p:cNvSpPr>
            <a:spLocks noGrp="1"/>
          </p:cNvSpPr>
          <p:nvPr>
            <p:ph type="body" sz="quarter" idx="13"/>
          </p:nvPr>
        </p:nvSpPr>
        <p:spPr>
          <a:xfrm>
            <a:off x="268432" y="1788834"/>
            <a:ext cx="5439600" cy="3340800"/>
          </a:xfrm>
          <a:blipFill>
            <a:blip r:embed="rId4" cstate="screen">
              <a:extLst>
                <a:ext uri="{28A0092B-C50C-407E-A947-70E740481C1C}">
                  <a14:useLocalDpi xmlns:a14="http://schemas.microsoft.com/office/drawing/2010/main"/>
                </a:ext>
              </a:extLst>
            </a:blip>
            <a:stretch>
              <a:fillRect/>
            </a:stretch>
          </a:blipFill>
        </p:spPr>
        <p:txBody>
          <a:bodyPr lIns="144000" tIns="54000" rIns="144000" bIns="54000"/>
          <a:lstStyle>
            <a:lvl1pPr marL="0">
              <a:spcAft>
                <a:spcPts val="1200"/>
              </a:spcAft>
              <a:defRPr>
                <a:noFill/>
              </a:defRPr>
            </a:lvl1pPr>
            <a:lvl2pPr marL="0" indent="0">
              <a:spcAft>
                <a:spcPts val="0"/>
              </a:spcAft>
              <a:buNone/>
              <a:defRPr sz="1200" b="1">
                <a:noFill/>
              </a:defRPr>
            </a:lvl2pPr>
            <a:lvl3pPr marL="0" indent="0">
              <a:spcAft>
                <a:spcPts val="0"/>
              </a:spcAft>
              <a:buNone/>
              <a:defRPr sz="1200">
                <a:noFill/>
              </a:defRPr>
            </a:lvl3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FDDB16A7-0C63-EFC9-BA38-4F98E9A354A4}"/>
              </a:ext>
            </a:extLst>
          </p:cNvPr>
          <p:cNvSpPr>
            <a:spLocks noGrp="1"/>
          </p:cNvSpPr>
          <p:nvPr>
            <p:ph type="body" sz="quarter" idx="14" hasCustomPrompt="1"/>
          </p:nvPr>
        </p:nvSpPr>
        <p:spPr>
          <a:xfrm>
            <a:off x="410400" y="-300"/>
            <a:ext cx="907200" cy="648000"/>
          </a:xfrm>
          <a:blipFill>
            <a:blip r:embed="rId5">
              <a:extLst>
                <a:ext uri="{96DAC541-7B7A-43D3-8B79-37D633B846F1}">
                  <asvg:svgBlip xmlns:asvg="http://schemas.microsoft.com/office/drawing/2016/SVG/main" r:embed="rId6"/>
                </a:ext>
              </a:extLst>
            </a:blip>
            <a:stretch>
              <a:fillRect/>
            </a:stretch>
          </a:blipFill>
        </p:spPr>
        <p:txBody>
          <a:bodyPr anchor="ctr"/>
          <a:lstStyle>
            <a:lvl1pPr algn="ctr">
              <a:defRPr>
                <a:noFill/>
              </a:defRPr>
            </a:lvl1pPr>
          </a:lstStyle>
          <a:p>
            <a:pPr lvl="0"/>
            <a:r>
              <a:rPr lang="en-US"/>
              <a:t>Marks</a:t>
            </a:r>
          </a:p>
        </p:txBody>
      </p:sp>
    </p:spTree>
    <p:extLst>
      <p:ext uri="{BB962C8B-B14F-4D97-AF65-F5344CB8AC3E}">
        <p14:creationId xmlns:p14="http://schemas.microsoft.com/office/powerpoint/2010/main" val="38045828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A0D2D-B734-B8A2-8B91-61CA87577E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32D092-3BE1-274C-591D-80391D11D4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1B17E3-3EE4-62D3-56F9-CDFFA3F4D357}"/>
              </a:ext>
            </a:extLst>
          </p:cNvPr>
          <p:cNvSpPr>
            <a:spLocks noGrp="1"/>
          </p:cNvSpPr>
          <p:nvPr>
            <p:ph type="dt" sz="half" idx="10"/>
          </p:nvPr>
        </p:nvSpPr>
        <p:spPr/>
        <p:txBody>
          <a:bodyPr/>
          <a:lstStyle/>
          <a:p>
            <a:fld id="{45346477-C2CC-46C1-BF53-0E7A7648EECE}" type="datetimeFigureOut">
              <a:rPr lang="en-US" smtClean="0"/>
              <a:t>9/14/2026</a:t>
            </a:fld>
            <a:endParaRPr lang="en-US"/>
          </a:p>
        </p:txBody>
      </p:sp>
      <p:sp>
        <p:nvSpPr>
          <p:cNvPr id="5" name="Footer Placeholder 4">
            <a:extLst>
              <a:ext uri="{FF2B5EF4-FFF2-40B4-BE49-F238E27FC236}">
                <a16:creationId xmlns:a16="http://schemas.microsoft.com/office/drawing/2014/main" id="{E38748E9-0B58-7B7A-6F1A-A991AE193D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BE85D9-FE2A-6495-2FB4-EC2EB6865117}"/>
              </a:ext>
            </a:extLst>
          </p:cNvPr>
          <p:cNvSpPr>
            <a:spLocks noGrp="1"/>
          </p:cNvSpPr>
          <p:nvPr>
            <p:ph type="sldNum" sz="quarter" idx="12"/>
          </p:nvPr>
        </p:nvSpPr>
        <p:spPr/>
        <p:txBody>
          <a:bodyPr/>
          <a:lstStyle/>
          <a:p>
            <a:fld id="{4DAC1A74-E6DF-4951-AA6C-FE10D8F3A3D1}" type="slidenum">
              <a:rPr lang="en-US" smtClean="0"/>
              <a:t>‹#›</a:t>
            </a:fld>
            <a:endParaRPr lang="en-US"/>
          </a:p>
        </p:txBody>
      </p:sp>
    </p:spTree>
    <p:extLst>
      <p:ext uri="{BB962C8B-B14F-4D97-AF65-F5344CB8AC3E}">
        <p14:creationId xmlns:p14="http://schemas.microsoft.com/office/powerpoint/2010/main" val="873431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Deep Blue 8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7" name="Siemens Logo" descr="Siemens logo">
            <a:extLst>
              <a:ext uri="{FF2B5EF4-FFF2-40B4-BE49-F238E27FC236}">
                <a16:creationId xmlns:a16="http://schemas.microsoft.com/office/drawing/2014/main" id="{670C6E6A-0191-4020-A084-BB23C7AE6B0D}"/>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25418738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Deep Blue 6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7" name="Siemens Logo" descr="Siemens logo">
            <a:extLst>
              <a:ext uri="{FF2B5EF4-FFF2-40B4-BE49-F238E27FC236}">
                <a16:creationId xmlns:a16="http://schemas.microsoft.com/office/drawing/2014/main" id="{092D1760-10AA-43FB-AC0B-074FF500719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18009390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Deep Blue 4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7" name="Siemens Logo" descr="Siemens logo">
            <a:extLst>
              <a:ext uri="{FF2B5EF4-FFF2-40B4-BE49-F238E27FC236}">
                <a16:creationId xmlns:a16="http://schemas.microsoft.com/office/drawing/2014/main" id="{BC293230-94BC-41FA-A2D9-E9259B125F8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24798585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25331979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2132007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3885489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3064600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13635168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149309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2"/>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r>
              <a:rPr lang="en-US"/>
              <a:t>Unrestricted | © Siemens 2025 | September 2025</a:t>
            </a:r>
          </a:p>
        </p:txBody>
      </p:sp>
    </p:spTree>
    <p:extLst>
      <p:ext uri="{BB962C8B-B14F-4D97-AF65-F5344CB8AC3E}">
        <p14:creationId xmlns:p14="http://schemas.microsoft.com/office/powerpoint/2010/main" val="37009707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2"/>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r>
              <a:rPr lang="en-US"/>
              <a:t>Unrestricted | © Siemens 2025 | September 2025</a:t>
            </a:r>
          </a:p>
        </p:txBody>
      </p:sp>
    </p:spTree>
    <p:extLst>
      <p:ext uri="{BB962C8B-B14F-4D97-AF65-F5344CB8AC3E}">
        <p14:creationId xmlns:p14="http://schemas.microsoft.com/office/powerpoint/2010/main" val="5995277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2"/>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r>
              <a:rPr lang="en-US"/>
              <a:t>Unrestricted | © Siemens 2025 | September 2025</a:t>
            </a:r>
          </a:p>
        </p:txBody>
      </p:sp>
    </p:spTree>
    <p:extLst>
      <p:ext uri="{BB962C8B-B14F-4D97-AF65-F5344CB8AC3E}">
        <p14:creationId xmlns:p14="http://schemas.microsoft.com/office/powerpoint/2010/main" val="38957559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1721411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40027266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9405048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2596132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7267627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6652849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28744404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3423194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2629081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4777279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5372720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174354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18912992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28005550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113738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3817579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12264627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6269649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picture dark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48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noProof="0"/>
              <a:t>Subhead für </a:t>
            </a:r>
            <a:r>
              <a:rPr lang="en-US" noProof="0" err="1"/>
              <a:t>Titel</a:t>
            </a:r>
            <a:r>
              <a:rPr lang="en-US" noProof="0"/>
              <a:t> der </a:t>
            </a:r>
            <a:r>
              <a:rPr lang="en-US" noProof="0" err="1"/>
              <a:t>Größe</a:t>
            </a:r>
            <a:r>
              <a:rPr lang="en-US" noProof="0"/>
              <a:t> 48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7149004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40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22897481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picture dark 36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36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36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13279828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6FD70AD7-1356-4F56-BCF5-60206B8893D8}"/>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48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noProof="0"/>
              <a:t>Subhead für </a:t>
            </a:r>
            <a:r>
              <a:rPr lang="en-US" noProof="0" err="1"/>
              <a:t>Titel</a:t>
            </a:r>
            <a:r>
              <a:rPr lang="en-US" noProof="0"/>
              <a:t> der </a:t>
            </a:r>
            <a:r>
              <a:rPr lang="en-US" noProof="0" err="1"/>
              <a:t>Größe</a:t>
            </a:r>
            <a:r>
              <a:rPr lang="en-US" noProof="0"/>
              <a:t> 48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2790624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picture Gradient 40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BC751AD9-F368-4030-BEF3-878CBEED0E5B}"/>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40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42112742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icture Gradient 36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0F638833-9358-4A10-8860-60EC0C65D974}"/>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36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36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2025 | September 2025</a:t>
            </a:r>
          </a:p>
        </p:txBody>
      </p:sp>
    </p:spTree>
    <p:extLst>
      <p:ext uri="{BB962C8B-B14F-4D97-AF65-F5344CB8AC3E}">
        <p14:creationId xmlns:p14="http://schemas.microsoft.com/office/powerpoint/2010/main" val="3296783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picture light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2"/>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48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2"/>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noProof="0"/>
              <a:t>Subhead für </a:t>
            </a:r>
            <a:r>
              <a:rPr lang="en-US" noProof="0" err="1"/>
              <a:t>Titel</a:t>
            </a:r>
            <a:r>
              <a:rPr lang="en-US" noProof="0"/>
              <a:t> der </a:t>
            </a:r>
            <a:r>
              <a:rPr lang="en-US" noProof="0" err="1"/>
              <a:t>Größe</a:t>
            </a:r>
            <a:r>
              <a:rPr lang="en-US" noProof="0"/>
              <a:t> 48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err="1"/>
              <a:t>Titelbild</a:t>
            </a:r>
            <a:endParaRPr lang="en-US" noProof="0"/>
          </a:p>
        </p:txBody>
      </p:sp>
      <p:pic>
        <p:nvPicPr>
          <p:cNvPr id="9" name="Siemens Logo" descr="Siemens logo">
            <a:extLst>
              <a:ext uri="{FF2B5EF4-FFF2-40B4-BE49-F238E27FC236}">
                <a16:creationId xmlns:a16="http://schemas.microsoft.com/office/drawing/2014/main" id="{46D369A7-07BD-4B91-9E53-807AAAF0C30C}"/>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2"/>
                </a:solidFill>
              </a:defRPr>
            </a:lvl1pPr>
          </a:lstStyle>
          <a:p>
            <a:r>
              <a:rPr lang="en-US" noProof="0"/>
              <a:t>Unrestricted | © Siemens 2025 | September 2025</a:t>
            </a:r>
          </a:p>
        </p:txBody>
      </p:sp>
    </p:spTree>
    <p:extLst>
      <p:ext uri="{BB962C8B-B14F-4D97-AF65-F5344CB8AC3E}">
        <p14:creationId xmlns:p14="http://schemas.microsoft.com/office/powerpoint/2010/main" val="24071813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picture light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2"/>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2"/>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40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err="1"/>
              <a:t>Titelbild</a:t>
            </a:r>
            <a:endParaRPr lang="en-US" noProof="0"/>
          </a:p>
        </p:txBody>
      </p:sp>
      <p:pic>
        <p:nvPicPr>
          <p:cNvPr id="9" name="Siemens Logo" descr="Siemens logo">
            <a:extLst>
              <a:ext uri="{FF2B5EF4-FFF2-40B4-BE49-F238E27FC236}">
                <a16:creationId xmlns:a16="http://schemas.microsoft.com/office/drawing/2014/main" id="{DC2D4109-C5C2-42BB-B5A0-2F6793388E2C}"/>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2"/>
                </a:solidFill>
              </a:defRPr>
            </a:lvl1pPr>
          </a:lstStyle>
          <a:p>
            <a:r>
              <a:rPr lang="en-US" noProof="0"/>
              <a:t>Unrestricted | © Siemens 2025 | September 2025</a:t>
            </a:r>
          </a:p>
        </p:txBody>
      </p:sp>
    </p:spTree>
    <p:extLst>
      <p:ext uri="{BB962C8B-B14F-4D97-AF65-F5344CB8AC3E}">
        <p14:creationId xmlns:p14="http://schemas.microsoft.com/office/powerpoint/2010/main" val="93862268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picture light 36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2"/>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36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2"/>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36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err="1"/>
              <a:t>Titelbild</a:t>
            </a:r>
            <a:endParaRPr lang="en-US" noProof="0"/>
          </a:p>
        </p:txBody>
      </p:sp>
      <p:pic>
        <p:nvPicPr>
          <p:cNvPr id="9" name="Siemens Logo" descr="Siemens logo">
            <a:extLst>
              <a:ext uri="{FF2B5EF4-FFF2-40B4-BE49-F238E27FC236}">
                <a16:creationId xmlns:a16="http://schemas.microsoft.com/office/drawing/2014/main" id="{298AE3DB-A74B-4AD6-A37C-FBCFB647B93F}"/>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2"/>
                </a:solidFill>
              </a:defRPr>
            </a:lvl1pPr>
          </a:lstStyle>
          <a:p>
            <a:r>
              <a:rPr lang="en-US" noProof="0"/>
              <a:t>Unrestricted | © Siemens 2025 | September 2025</a:t>
            </a:r>
          </a:p>
        </p:txBody>
      </p:sp>
    </p:spTree>
    <p:extLst>
      <p:ext uri="{BB962C8B-B14F-4D97-AF65-F5344CB8AC3E}">
        <p14:creationId xmlns:p14="http://schemas.microsoft.com/office/powerpoint/2010/main" val="11764859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1"/>
                </a:solidFill>
              </a:defRPr>
            </a:lvl1pPr>
          </a:lstStyle>
          <a:p>
            <a:r>
              <a:rPr lang="en-US" noProof="0" err="1"/>
              <a:t>Kapiteltrenner</a:t>
            </a:r>
            <a:r>
              <a:rPr lang="en-US" noProof="0"/>
              <a:t>, </a:t>
            </a:r>
            <a:br>
              <a:rPr lang="en-US" noProof="0"/>
            </a:br>
            <a:r>
              <a:rPr lang="en-US" noProof="0"/>
              <a:t>Arial Regular, 80 pt</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Kapiteltrenner</a:t>
            </a:r>
            <a:r>
              <a:rPr lang="en-US" noProof="0"/>
              <a:t> der </a:t>
            </a:r>
            <a:r>
              <a:rPr lang="en-US" noProof="0" err="1"/>
              <a:t>Größe</a:t>
            </a:r>
            <a:r>
              <a:rPr lang="en-US" noProof="0"/>
              <a:t> 80 pt</a:t>
            </a:r>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noProof="0"/>
              <a:t>Unrestricted | © Siemens 2025 | September 2025</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42208499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1"/>
                </a:solidFill>
              </a:defRPr>
            </a:lvl1pPr>
          </a:lstStyle>
          <a:p>
            <a:r>
              <a:rPr lang="en-US" noProof="0" err="1"/>
              <a:t>Kapiteltrenner</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60 pt</a:t>
            </a:r>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r>
              <a:rPr lang="en-US" noProof="0"/>
              <a:t>Unrestricted | © Siemens 2025 | September 2025</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7897299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hapter title dark 4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Kapiteltrenner</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p>
            <a:r>
              <a:rPr lang="en-US" noProof="0"/>
              <a:t>Unrestricted | © Siemens 2025 | September 2025</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5525334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hapter title color 80pt">
    <p:bg>
      <p:bgRef idx="1001">
        <a:schemeClr val="bg1"/>
      </p:bgRef>
    </p:bg>
    <p:spTree>
      <p:nvGrpSpPr>
        <p:cNvPr id="1" name=""/>
        <p:cNvGrpSpPr/>
        <p:nvPr/>
      </p:nvGrpSpPr>
      <p:grpSpPr>
        <a:xfrm>
          <a:off x="0" y="0"/>
          <a:ext cx="0" cy="0"/>
          <a:chOff x="0" y="0"/>
          <a:chExt cx="0" cy="0"/>
        </a:xfrm>
      </p:grpSpPr>
      <p:sp>
        <p:nvSpPr>
          <p:cNvPr id="2" name="Color Stage">
            <a:extLst>
              <a:ext uri="{FF2B5EF4-FFF2-40B4-BE49-F238E27FC236}">
                <a16:creationId xmlns:a16="http://schemas.microsoft.com/office/drawing/2014/main" id="{A71FD435-3CF0-4700-A204-51B8FECDB0E5}"/>
              </a:ext>
            </a:extLst>
          </p:cNvPr>
          <p:cNvSpPr/>
          <p:nvPr userDrawn="1"/>
        </p:nvSpPr>
        <p:spPr bwMode="hidden">
          <a:xfrm>
            <a:off x="0" y="0"/>
            <a:ext cx="12192000" cy="6166800"/>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2"/>
                </a:solidFill>
              </a:defRPr>
            </a:lvl1pPr>
          </a:lstStyle>
          <a:p>
            <a:r>
              <a:rPr lang="en-US" noProof="0" err="1"/>
              <a:t>Kapiteltrenner</a:t>
            </a:r>
            <a:r>
              <a:rPr lang="en-US" noProof="0"/>
              <a:t>, </a:t>
            </a:r>
            <a:br>
              <a:rPr lang="en-US" noProof="0"/>
            </a:br>
            <a:r>
              <a:rPr lang="en-US" noProof="0"/>
              <a:t>Arial Regular, 80 pt</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Kapiteltrenner</a:t>
            </a:r>
            <a:r>
              <a:rPr lang="en-US" noProof="0"/>
              <a:t> der </a:t>
            </a:r>
            <a:r>
              <a:rPr lang="en-US" noProof="0" err="1"/>
              <a:t>Größe</a:t>
            </a:r>
            <a:r>
              <a:rPr lang="en-US" noProof="0"/>
              <a:t> 80 pt</a:t>
            </a:r>
          </a:p>
        </p:txBody>
      </p:sp>
      <p:pic>
        <p:nvPicPr>
          <p:cNvPr id="9" name="Siemens Logo" descr="Siemens logo">
            <a:extLst>
              <a:ext uri="{FF2B5EF4-FFF2-40B4-BE49-F238E27FC236}">
                <a16:creationId xmlns:a16="http://schemas.microsoft.com/office/drawing/2014/main" id="{BDD73C6A-6099-483E-9C34-F604024F2575}"/>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noProof="0"/>
              <a:t>Unrestricted | © Siemens 2025 | September 2025</a:t>
            </a:r>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9995857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hapter title color 60pt">
    <p:bg>
      <p:bgRef idx="1001">
        <a:schemeClr val="bg1"/>
      </p:bgRef>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A236A90B-8F03-45C0-87DD-5479E8376B64}"/>
              </a:ext>
            </a:extLst>
          </p:cNvPr>
          <p:cNvSpPr/>
          <p:nvPr userDrawn="1"/>
        </p:nvSpPr>
        <p:spPr bwMode="hidden">
          <a:xfrm>
            <a:off x="0" y="0"/>
            <a:ext cx="12192000" cy="6166800"/>
          </a:xfrm>
          <a:prstGeom prst="rect">
            <a:avLst/>
          </a:prstGeom>
          <a:solidFill>
            <a:srgbClr val="00E6D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2"/>
                </a:solidFill>
              </a:defRPr>
            </a:lvl1pPr>
          </a:lstStyle>
          <a:p>
            <a:r>
              <a:rPr lang="en-US" noProof="0" err="1"/>
              <a:t>Kapiteltrenner</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60 pt</a:t>
            </a:r>
          </a:p>
        </p:txBody>
      </p:sp>
      <p:pic>
        <p:nvPicPr>
          <p:cNvPr id="7" name="Siemens Logo" descr="Siemens logo">
            <a:extLst>
              <a:ext uri="{FF2B5EF4-FFF2-40B4-BE49-F238E27FC236}">
                <a16:creationId xmlns:a16="http://schemas.microsoft.com/office/drawing/2014/main" id="{ECFA8B97-DE99-4B15-8C8C-3748FA022B7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r>
              <a:rPr lang="en-US" noProof="0"/>
              <a:t>Unrestricted | © Siemens 2025 | September 2025</a:t>
            </a:r>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4793720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Chapter title color 40pt">
    <p:bg>
      <p:bgRef idx="1001">
        <a:schemeClr val="bg1"/>
      </p:bgRef>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40C63E25-48A4-43B2-BEE6-D2FE79309C83}"/>
              </a:ext>
            </a:extLst>
          </p:cNvPr>
          <p:cNvSpPr/>
          <p:nvPr userDrawn="1"/>
        </p:nvSpPr>
        <p:spPr bwMode="hidden">
          <a:xfrm>
            <a:off x="0" y="0"/>
            <a:ext cx="12192000" cy="6166800"/>
          </a:xfrm>
          <a:prstGeom prst="rect">
            <a:avLst/>
          </a:prstGeom>
          <a:gradFill>
            <a:gsLst>
              <a:gs pos="40000">
                <a:srgbClr val="00FFB9"/>
              </a:gs>
              <a:gs pos="100000">
                <a:srgbClr val="00E6DC"/>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9" name="Color Stage">
            <a:extLst>
              <a:ext uri="{FF2B5EF4-FFF2-40B4-BE49-F238E27FC236}">
                <a16:creationId xmlns:a16="http://schemas.microsoft.com/office/drawing/2014/main" id="{0C524D66-9942-450A-A90F-E7A0CC42EC73}"/>
              </a:ext>
            </a:extLst>
          </p:cNvPr>
          <p:cNvSpPr/>
          <p:nvPr userDrawn="1"/>
        </p:nvSpPr>
        <p:spPr>
          <a:xfrm>
            <a:off x="0" y="1414463"/>
            <a:ext cx="12192000" cy="4752337"/>
          </a:xfrm>
          <a:prstGeom prst="rect">
            <a:avLst/>
          </a:prstGeom>
          <a:gradFill flip="none" rotWithShape="1">
            <a:gsLst>
              <a:gs pos="0">
                <a:srgbClr val="00FFB9"/>
              </a:gs>
              <a:gs pos="100000">
                <a:schemeClr val="bg2">
                  <a:alpha val="0"/>
                </a:schemeClr>
              </a:gs>
              <a:gs pos="40000">
                <a:srgbClr val="00FFB9">
                  <a:alpha val="5000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tx2"/>
                </a:solidFill>
              </a:defRPr>
            </a:lvl1pPr>
          </a:lstStyle>
          <a:p>
            <a:r>
              <a:rPr lang="en-US" noProof="0" err="1"/>
              <a:t>Kapiteltrenner</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40 pt</a:t>
            </a:r>
          </a:p>
        </p:txBody>
      </p:sp>
      <p:pic>
        <p:nvPicPr>
          <p:cNvPr id="7" name="Siemens Logo" descr="Siemens logo">
            <a:extLst>
              <a:ext uri="{FF2B5EF4-FFF2-40B4-BE49-F238E27FC236}">
                <a16:creationId xmlns:a16="http://schemas.microsoft.com/office/drawing/2014/main" id="{CCD0B8A8-7DE9-432C-82EA-6468E4BB565F}"/>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p>
            <a:r>
              <a:rPr lang="en-US" noProof="0"/>
              <a:t>Unrestricted | © Siemens 2025 | September 2025</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07889773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Chapter title light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2"/>
                </a:solidFill>
              </a:defRPr>
            </a:lvl1pPr>
          </a:lstStyle>
          <a:p>
            <a:r>
              <a:rPr lang="en-US" noProof="0" err="1"/>
              <a:t>Kapiteltrenner</a:t>
            </a:r>
            <a:r>
              <a:rPr lang="en-US" noProof="0"/>
              <a:t>, </a:t>
            </a:r>
            <a:br>
              <a:rPr lang="en-US" noProof="0"/>
            </a:br>
            <a:r>
              <a:rPr lang="en-US" noProof="0"/>
              <a:t>Arial Regular, 80 pt</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398"/>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Kapiteltrenner</a:t>
            </a:r>
            <a:r>
              <a:rPr lang="en-US" noProof="0"/>
              <a:t> der </a:t>
            </a:r>
            <a:r>
              <a:rPr lang="en-US" noProof="0" err="1"/>
              <a:t>Größe</a:t>
            </a:r>
            <a:r>
              <a:rPr lang="en-US" noProof="0"/>
              <a:t> 80 pt</a:t>
            </a:r>
          </a:p>
        </p:txBody>
      </p:sp>
      <p:pic>
        <p:nvPicPr>
          <p:cNvPr id="7" name="Siemens Logo" descr="Siemens logo">
            <a:extLst>
              <a:ext uri="{FF2B5EF4-FFF2-40B4-BE49-F238E27FC236}">
                <a16:creationId xmlns:a16="http://schemas.microsoft.com/office/drawing/2014/main" id="{4FC1DCA2-253A-4E87-91E4-D402488C8D78}"/>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lvl1pPr>
              <a:defRPr>
                <a:solidFill>
                  <a:schemeClr val="tx2"/>
                </a:solidFill>
              </a:defRPr>
            </a:lvl1pPr>
          </a:lstStyle>
          <a:p>
            <a:r>
              <a:rPr lang="en-US" noProof="0"/>
              <a:t>Unrestricted | © Siemens 2025 | September 2025</a:t>
            </a:r>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2961295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hapter title light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2"/>
                </a:solidFill>
              </a:defRPr>
            </a:lvl1pPr>
          </a:lstStyle>
          <a:p>
            <a:r>
              <a:rPr lang="en-US" noProof="0" err="1"/>
              <a:t>Kapiteltrenner</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1"/>
            <a:ext cx="9288000" cy="1622623"/>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60 pt</a:t>
            </a:r>
          </a:p>
        </p:txBody>
      </p:sp>
      <p:pic>
        <p:nvPicPr>
          <p:cNvPr id="7" name="Siemens Logo" descr="Siemens logo">
            <a:extLst>
              <a:ext uri="{FF2B5EF4-FFF2-40B4-BE49-F238E27FC236}">
                <a16:creationId xmlns:a16="http://schemas.microsoft.com/office/drawing/2014/main" id="{3543E2CC-A901-4194-A712-51CE520302B1}"/>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lvl1pPr>
              <a:defRPr>
                <a:solidFill>
                  <a:schemeClr val="tx2"/>
                </a:solidFill>
              </a:defRPr>
            </a:lvl1pPr>
          </a:lstStyle>
          <a:p>
            <a:r>
              <a:rPr lang="en-US" noProof="0"/>
              <a:t>Unrestricted | © Siemens 2025 | September 2025</a:t>
            </a:r>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7884400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hapter title light 4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399" y="1414463"/>
            <a:ext cx="11370437" cy="2462213"/>
          </a:xfrm>
          <a:noFill/>
        </p:spPr>
        <p:txBody>
          <a:bodyPr wrap="square" rIns="0" bIns="0" anchor="b" anchorCtr="0">
            <a:spAutoFit/>
          </a:bodyPr>
          <a:lstStyle>
            <a:lvl1pPr marL="0">
              <a:lnSpc>
                <a:spcPct val="100000"/>
              </a:lnSpc>
              <a:defRPr sz="4000" b="0">
                <a:solidFill>
                  <a:schemeClr val="tx2"/>
                </a:solidFill>
              </a:defRPr>
            </a:lvl1pPr>
          </a:lstStyle>
          <a:p>
            <a:r>
              <a:rPr lang="en-US" noProof="0" err="1"/>
              <a:t>Kapiteltrenner</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40 pt</a:t>
            </a:r>
          </a:p>
        </p:txBody>
      </p:sp>
      <p:pic>
        <p:nvPicPr>
          <p:cNvPr id="7" name="Siemens Logo" descr="Siemens logo">
            <a:extLst>
              <a:ext uri="{FF2B5EF4-FFF2-40B4-BE49-F238E27FC236}">
                <a16:creationId xmlns:a16="http://schemas.microsoft.com/office/drawing/2014/main" id="{2A2349A4-4A97-42CC-AE59-7EDEE385EDF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lvl1pPr>
              <a:defRPr>
                <a:solidFill>
                  <a:schemeClr val="tx2"/>
                </a:solidFill>
              </a:defRPr>
            </a:lvl1pPr>
          </a:lstStyle>
          <a:p>
            <a:r>
              <a:rPr lang="en-US" noProof="0"/>
              <a:t>Unrestricted | © Siemens 2025 | September 2025</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7056158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Index / Agenda ligh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a:xfrm>
            <a:off x="410400" y="478800"/>
            <a:ext cx="9863900" cy="576000"/>
          </a:xfrm>
        </p:spPr>
        <p:txBody>
          <a:bodyPr/>
          <a:lstStyle/>
          <a:p>
            <a:r>
              <a:rPr lang="en-US" noProof="0" err="1"/>
              <a:t>Inhaltsverzeichnis</a:t>
            </a:r>
            <a:endParaRPr lang="en-US" noProof="0"/>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hasCustomPrompt="1"/>
          </p:nvPr>
        </p:nvSpPr>
        <p:spPr bwMode="black">
          <a:xfrm>
            <a:off x="411163" y="1414463"/>
            <a:ext cx="7199311" cy="4751387"/>
          </a:xfrm>
        </p:spPr>
        <p:txBody>
          <a:bodyPr/>
          <a:lstStyle>
            <a:lvl1pPr defTabSz="360000">
              <a:spcAft>
                <a:spcPts val="900"/>
              </a:spcAft>
              <a:tabLst>
                <a:tab pos="7200000" algn="r"/>
              </a:tabLst>
              <a:defRPr/>
            </a:lvl1pPr>
            <a:lvl2pPr defTabSz="360000">
              <a:spcAft>
                <a:spcPts val="900"/>
              </a:spcAft>
              <a:tabLst>
                <a:tab pos="7200000" algn="r"/>
              </a:tabLst>
              <a:defRPr/>
            </a:lvl2pPr>
            <a:lvl3pPr marL="180000" defTabSz="360000">
              <a:spcAft>
                <a:spcPts val="900"/>
              </a:spcAft>
              <a:tabLst>
                <a:tab pos="7200000" algn="r"/>
              </a:tabLst>
              <a:defRPr b="1"/>
            </a:lvl3pPr>
            <a:lvl4pPr marL="360000" defTabSz="360000">
              <a:spcAft>
                <a:spcPts val="900"/>
              </a:spcAft>
              <a:tabLst>
                <a:tab pos="7200000" algn="r"/>
              </a:tabLst>
              <a:defRPr/>
            </a:lvl4pPr>
            <a:lvl5pPr marL="360000" defTabSz="360000">
              <a:spcAft>
                <a:spcPts val="900"/>
              </a:spcAft>
              <a:tabLst>
                <a:tab pos="7200000" algn="r"/>
              </a:tabLst>
              <a:defRPr b="1"/>
            </a:lvl5pPr>
            <a:lvl6pPr marL="180000" defTabSz="360000">
              <a:spcAft>
                <a:spcPts val="600"/>
              </a:spcAft>
              <a:tabLst>
                <a:tab pos="7200000" algn="r"/>
              </a:tabLst>
              <a:defRPr sz="1600"/>
            </a:lvl6pPr>
            <a:lvl7pPr marL="180000" defTabSz="360000">
              <a:spcAft>
                <a:spcPts val="600"/>
              </a:spcAft>
              <a:tabLst>
                <a:tab pos="7200000" algn="r"/>
              </a:tabLst>
              <a:defRPr sz="1600" b="1"/>
            </a:lvl7pPr>
            <a:lvl8pPr marL="360000" defTabSz="360000">
              <a:spcAft>
                <a:spcPts val="600"/>
              </a:spcAft>
              <a:tabLst>
                <a:tab pos="7200000" algn="r"/>
              </a:tabLst>
              <a:defRPr sz="1600"/>
            </a:lvl8pPr>
            <a:lvl9pPr marL="360000" defTabSz="360000">
              <a:spcAft>
                <a:spcPts val="600"/>
              </a:spcAft>
              <a:tabLst>
                <a:tab pos="7200000" algn="r"/>
              </a:tabLst>
              <a:defRPr sz="1600" b="1"/>
            </a:lvl9pPr>
          </a:lstStyle>
          <a:p>
            <a:pPr lvl="0"/>
            <a:r>
              <a:rPr lang="en-US" noProof="0" err="1"/>
              <a:t>Inhaltsverzeichnis</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noProof="0"/>
              <a:t>Unrestricted | © Siemens 2025 | September 2025</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756417553"/>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20" pos="4794">
          <p15:clr>
            <a:srgbClr val="65CEFF"/>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Index / Agenda dark">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a:xfrm>
            <a:off x="410400" y="478800"/>
            <a:ext cx="9863900" cy="576000"/>
          </a:xfrm>
        </p:spPr>
        <p:txBody>
          <a:bodyPr/>
          <a:lstStyle>
            <a:lvl1pPr>
              <a:defRPr>
                <a:solidFill>
                  <a:schemeClr val="tx1"/>
                </a:solidFill>
              </a:defRPr>
            </a:lvl1pPr>
          </a:lstStyle>
          <a:p>
            <a:r>
              <a:rPr lang="en-US" noProof="0" err="1"/>
              <a:t>Inhaltsverzeichnis</a:t>
            </a:r>
            <a:endParaRPr lang="en-US" noProof="0"/>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hasCustomPrompt="1"/>
          </p:nvPr>
        </p:nvSpPr>
        <p:spPr bwMode="black">
          <a:xfrm>
            <a:off x="411163" y="1414463"/>
            <a:ext cx="5903912" cy="4751387"/>
          </a:xfrm>
        </p:spPr>
        <p:txBody>
          <a:bodyPr/>
          <a:lstStyle>
            <a:lvl1pPr>
              <a:spcAft>
                <a:spcPts val="900"/>
              </a:spcAft>
              <a:tabLst>
                <a:tab pos="5902325" algn="r"/>
              </a:tabLst>
              <a:defRPr/>
            </a:lvl1pPr>
            <a:lvl2pPr>
              <a:spcAft>
                <a:spcPts val="900"/>
              </a:spcAft>
              <a:buClr>
                <a:schemeClr val="tx1"/>
              </a:buClr>
              <a:tabLst>
                <a:tab pos="5902325" algn="r"/>
              </a:tabLst>
              <a:defRPr/>
            </a:lvl2pPr>
            <a:lvl3pPr marL="180000">
              <a:spcAft>
                <a:spcPts val="900"/>
              </a:spcAft>
              <a:buClr>
                <a:schemeClr val="tx1"/>
              </a:buClr>
              <a:tabLst>
                <a:tab pos="5902325" algn="r"/>
              </a:tabLst>
              <a:defRPr b="1"/>
            </a:lvl3pPr>
            <a:lvl4pPr marL="360000">
              <a:spcAft>
                <a:spcPts val="900"/>
              </a:spcAft>
              <a:buClr>
                <a:schemeClr val="tx1"/>
              </a:buClr>
              <a:tabLst>
                <a:tab pos="5902325" algn="r"/>
              </a:tabLst>
              <a:defRPr/>
            </a:lvl4pPr>
            <a:lvl5pPr marL="360000">
              <a:spcAft>
                <a:spcPts val="900"/>
              </a:spcAft>
              <a:buClr>
                <a:schemeClr val="tx1"/>
              </a:buClr>
              <a:tabLst>
                <a:tab pos="5902325" algn="r"/>
              </a:tabLst>
              <a:defRPr b="1"/>
            </a:lvl5pPr>
            <a:lvl6pPr marL="180000">
              <a:spcAft>
                <a:spcPts val="600"/>
              </a:spcAft>
              <a:buClr>
                <a:schemeClr val="tx1"/>
              </a:buClr>
              <a:tabLst>
                <a:tab pos="5902325" algn="r"/>
              </a:tabLst>
              <a:defRPr sz="1600"/>
            </a:lvl6pPr>
            <a:lvl7pPr marL="180000">
              <a:spcAft>
                <a:spcPts val="600"/>
              </a:spcAft>
              <a:buClr>
                <a:schemeClr val="tx1"/>
              </a:buClr>
              <a:tabLst>
                <a:tab pos="5902325" algn="r"/>
              </a:tabLst>
              <a:defRPr sz="1600" b="1"/>
            </a:lvl7pPr>
            <a:lvl8pPr marL="360000">
              <a:spcAft>
                <a:spcPts val="600"/>
              </a:spcAft>
              <a:buClr>
                <a:schemeClr val="tx1"/>
              </a:buClr>
              <a:tabLst>
                <a:tab pos="5902325" algn="r"/>
              </a:tabLst>
              <a:defRPr sz="1600"/>
            </a:lvl8pPr>
            <a:lvl9pPr marL="360000">
              <a:spcAft>
                <a:spcPts val="600"/>
              </a:spcAft>
              <a:buClr>
                <a:schemeClr val="tx1"/>
              </a:buClr>
              <a:tabLst>
                <a:tab pos="5902325" algn="r"/>
              </a:tabLst>
              <a:defRPr sz="1600" b="1"/>
            </a:lvl9pPr>
          </a:lstStyle>
          <a:p>
            <a:pPr lvl="0"/>
            <a:r>
              <a:rPr lang="en-US" noProof="0" err="1"/>
              <a:t>Inhaltsverzeichnis</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2" name="Copy 2" descr="Agenda text frame">
            <a:extLst>
              <a:ext uri="{FF2B5EF4-FFF2-40B4-BE49-F238E27FC236}">
                <a16:creationId xmlns:a16="http://schemas.microsoft.com/office/drawing/2014/main" id="{F3AAF44F-3461-47E2-8680-A8CD08522059}"/>
              </a:ext>
            </a:extLst>
          </p:cNvPr>
          <p:cNvSpPr>
            <a:spLocks noGrp="1"/>
          </p:cNvSpPr>
          <p:nvPr>
            <p:ph type="body" sz="quarter" idx="13" hasCustomPrompt="1"/>
          </p:nvPr>
        </p:nvSpPr>
        <p:spPr bwMode="black">
          <a:xfrm>
            <a:off x="6743700" y="1414463"/>
            <a:ext cx="5043488" cy="4751387"/>
          </a:xfrm>
        </p:spPr>
        <p:txBody>
          <a:bodyPr/>
          <a:lstStyle>
            <a:lvl1pPr>
              <a:spcAft>
                <a:spcPts val="900"/>
              </a:spcAft>
              <a:tabLst>
                <a:tab pos="5040000" algn="r"/>
              </a:tabLst>
              <a:defRPr/>
            </a:lvl1pPr>
            <a:lvl2pPr>
              <a:spcAft>
                <a:spcPts val="900"/>
              </a:spcAft>
              <a:buClr>
                <a:schemeClr val="tx1"/>
              </a:buClr>
              <a:tabLst>
                <a:tab pos="5040000" algn="r"/>
              </a:tabLst>
              <a:defRPr/>
            </a:lvl2pPr>
            <a:lvl3pPr marL="180000">
              <a:spcAft>
                <a:spcPts val="900"/>
              </a:spcAft>
              <a:buClr>
                <a:schemeClr val="tx1"/>
              </a:buClr>
              <a:tabLst>
                <a:tab pos="5040000" algn="r"/>
              </a:tabLst>
              <a:defRPr b="1"/>
            </a:lvl3pPr>
            <a:lvl4pPr marL="360000">
              <a:spcAft>
                <a:spcPts val="900"/>
              </a:spcAft>
              <a:buClr>
                <a:schemeClr val="tx1"/>
              </a:buClr>
              <a:tabLst>
                <a:tab pos="5040000" algn="r"/>
              </a:tabLst>
              <a:defRPr/>
            </a:lvl4pPr>
            <a:lvl5pPr marL="360000">
              <a:spcAft>
                <a:spcPts val="900"/>
              </a:spcAft>
              <a:buClr>
                <a:schemeClr val="tx1"/>
              </a:buClr>
              <a:tabLst>
                <a:tab pos="5040000" algn="r"/>
              </a:tabLst>
              <a:defRPr b="1"/>
            </a:lvl5pPr>
            <a:lvl6pPr marL="180000">
              <a:spcAft>
                <a:spcPts val="600"/>
              </a:spcAft>
              <a:buClr>
                <a:schemeClr val="tx1"/>
              </a:buClr>
              <a:tabLst>
                <a:tab pos="5040000" algn="r"/>
              </a:tabLst>
              <a:defRPr sz="1600"/>
            </a:lvl6pPr>
            <a:lvl7pPr marL="180000">
              <a:spcAft>
                <a:spcPts val="600"/>
              </a:spcAft>
              <a:buClr>
                <a:schemeClr val="tx1"/>
              </a:buClr>
              <a:tabLst>
                <a:tab pos="5040000" algn="r"/>
              </a:tabLst>
              <a:defRPr sz="1600" b="1"/>
            </a:lvl7pPr>
            <a:lvl8pPr marL="360000">
              <a:spcAft>
                <a:spcPts val="600"/>
              </a:spcAft>
              <a:buClr>
                <a:schemeClr val="tx1"/>
              </a:buClr>
              <a:tabLst>
                <a:tab pos="5040000" algn="r"/>
              </a:tabLst>
              <a:defRPr sz="1600"/>
            </a:lvl8pPr>
            <a:lvl9pPr marL="360000">
              <a:spcAft>
                <a:spcPts val="600"/>
              </a:spcAft>
              <a:buClr>
                <a:schemeClr val="tx1"/>
              </a:buClr>
              <a:tabLst>
                <a:tab pos="5040000" algn="r"/>
              </a:tabLst>
              <a:defRPr sz="1600" b="1"/>
            </a:lvl9pPr>
          </a:lstStyle>
          <a:p>
            <a:pPr lvl="0"/>
            <a:r>
              <a:rPr lang="en-US" noProof="0" err="1"/>
              <a:t>Inhaltsverzeichnis</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8" name="Siemens Logo" descr="Siemens logo">
            <a:extLst>
              <a:ext uri="{FF2B5EF4-FFF2-40B4-BE49-F238E27FC236}">
                <a16:creationId xmlns:a16="http://schemas.microsoft.com/office/drawing/2014/main" id="{AB400EC0-C78D-42DD-85FB-5ED577185C1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noProof="0"/>
              <a:t>Unrestricted | © Siemens 2025 | September 2025</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4911797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5" pos="3978">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19" pos="4248">
          <p15:clr>
            <a:srgbClr val="65CEFF"/>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noProof="0"/>
              <a:t>Unrestricted | © Siemens 2025 | September 2025</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532543401"/>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Single large image">
    <p:spTree>
      <p:nvGrpSpPr>
        <p:cNvPr id="1" name=""/>
        <p:cNvGrpSpPr/>
        <p:nvPr/>
      </p:nvGrpSpPr>
      <p:grpSpPr>
        <a:xfrm>
          <a:off x="0" y="0"/>
          <a:ext cx="0" cy="0"/>
          <a:chOff x="0" y="0"/>
          <a:chExt cx="0" cy="0"/>
        </a:xfrm>
      </p:grpSpPr>
      <p:sp>
        <p:nvSpPr>
          <p:cNvPr id="14" name="Picture Placeholder" descr="Thematic full size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1"/>
            <a:ext cx="12192000" cy="6167438"/>
          </a:xfrm>
          <a:solidFill>
            <a:srgbClr val="9999A9"/>
          </a:solidFill>
        </p:spPr>
        <p:txBody>
          <a:bodyPr lIns="144000" tIns="108000" rIns="144000" bIns="108000"/>
          <a:lstStyle>
            <a:lvl1pPr marL="0" indent="0">
              <a:buNone/>
              <a:defRPr>
                <a:solidFill>
                  <a:schemeClr val="tx1"/>
                </a:solidFill>
              </a:defRPr>
            </a:lvl1pPr>
          </a:lstStyle>
          <a:p>
            <a:r>
              <a:rPr lang="en-US" noProof="0" err="1"/>
              <a:t>Formatfüllendes</a:t>
            </a:r>
            <a:r>
              <a:rPr lang="en-US" noProof="0"/>
              <a:t> Bild</a:t>
            </a:r>
          </a:p>
        </p:txBody>
      </p:sp>
      <p:sp>
        <p:nvSpPr>
          <p:cNvPr id="2" name="Title" descr="Slide headline">
            <a:extLst>
              <a:ext uri="{FF2B5EF4-FFF2-40B4-BE49-F238E27FC236}">
                <a16:creationId xmlns:a16="http://schemas.microsoft.com/office/drawing/2014/main" id="{3F142F7C-7BE3-40CB-8C53-6F7533073558}"/>
              </a:ext>
            </a:extLst>
          </p:cNvPr>
          <p:cNvSpPr>
            <a:spLocks noGrp="1"/>
          </p:cNvSpPr>
          <p:nvPr>
            <p:ph type="title" hasCustomPrompt="1"/>
          </p:nvPr>
        </p:nvSpPr>
        <p:spPr bwMode="black">
          <a:xfrm>
            <a:off x="1022400" y="1054100"/>
            <a:ext cx="9252000" cy="1477328"/>
          </a:xfrm>
          <a:noFill/>
        </p:spPr>
        <p:txBody>
          <a:bodyPr wrap="square" rIns="0" bIns="0" anchor="t">
            <a:spAutoFit/>
          </a:bodyPr>
          <a:lstStyle>
            <a:lvl1pPr marL="0">
              <a:lnSpc>
                <a:spcPct val="100000"/>
              </a:lnSpc>
              <a:defRPr sz="4800" b="0">
                <a:solidFill>
                  <a:schemeClr val="bg1"/>
                </a:solidFill>
              </a:defRPr>
            </a:lvl1pPr>
          </a:lstStyle>
          <a:p>
            <a:r>
              <a:rPr lang="en-US" noProof="0" err="1"/>
              <a:t>Inhaltsseite</a:t>
            </a:r>
            <a:r>
              <a:rPr lang="en-US" noProof="0"/>
              <a:t>,</a:t>
            </a:r>
            <a:br>
              <a:rPr lang="en-US" noProof="0"/>
            </a:br>
            <a:r>
              <a:rPr lang="en-US" noProof="0"/>
              <a:t>Arial Regular, 48 pt</a:t>
            </a:r>
          </a:p>
        </p:txBody>
      </p:sp>
      <p:pic>
        <p:nvPicPr>
          <p:cNvPr id="9" name="Siemens Logo" descr="Siemens logo">
            <a:extLst>
              <a:ext uri="{FF2B5EF4-FFF2-40B4-BE49-F238E27FC236}">
                <a16:creationId xmlns:a16="http://schemas.microsoft.com/office/drawing/2014/main" id="{30251D14-AF6A-4279-B0A9-69FD9519EA58}"/>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pPr>
              <a:lnSpc>
                <a:spcPct val="100000"/>
              </a:lnSpc>
            </a:pPr>
            <a:r>
              <a:rPr lang="en-US" noProof="0"/>
              <a:t>Unrestricted | © Siemens 2025 | September 2025</a:t>
            </a:r>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541014567"/>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2" orient="horz" pos="664">
          <p15:clr>
            <a:srgbClr val="65CEFF"/>
          </p15:clr>
        </p15:guide>
        <p15:guide id="17" orient="horz" pos="3885">
          <p15:clr>
            <a:srgbClr val="65CEFF"/>
          </p15:clr>
        </p15:guide>
        <p15:guide id="18" orient="horz" pos="4157">
          <p15:clr>
            <a:srgbClr val="65CEFF"/>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Single large image Deep Blue">
    <p:bg>
      <p:bgRef idx="1001">
        <a:schemeClr val="bg2"/>
      </p:bgRef>
    </p:bg>
    <p:spTree>
      <p:nvGrpSpPr>
        <p:cNvPr id="1" name=""/>
        <p:cNvGrpSpPr/>
        <p:nvPr/>
      </p:nvGrpSpPr>
      <p:grpSpPr>
        <a:xfrm>
          <a:off x="0" y="0"/>
          <a:ext cx="0" cy="0"/>
          <a:chOff x="0" y="0"/>
          <a:chExt cx="0" cy="0"/>
        </a:xfrm>
      </p:grpSpPr>
      <p:sp>
        <p:nvSpPr>
          <p:cNvPr id="14" name="Picture Placeholder" descr="Thematic full size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1"/>
            <a:ext cx="12192000" cy="6167438"/>
          </a:xfrm>
          <a:solidFill>
            <a:srgbClr val="9999A9"/>
          </a:solidFill>
        </p:spPr>
        <p:txBody>
          <a:bodyPr lIns="144000" tIns="108000" rIns="144000" bIns="108000"/>
          <a:lstStyle>
            <a:lvl1pPr marL="0" indent="0">
              <a:buNone/>
              <a:defRPr>
                <a:solidFill>
                  <a:schemeClr val="bg1"/>
                </a:solidFill>
              </a:defRPr>
            </a:lvl1pPr>
          </a:lstStyle>
          <a:p>
            <a:r>
              <a:rPr lang="en-US" noProof="0" err="1"/>
              <a:t>Formatfüllendes</a:t>
            </a:r>
            <a:r>
              <a:rPr lang="en-US" noProof="0"/>
              <a:t> Bild</a:t>
            </a:r>
          </a:p>
        </p:txBody>
      </p:sp>
      <p:sp>
        <p:nvSpPr>
          <p:cNvPr id="2" name="Title" descr="Slide headline">
            <a:extLst>
              <a:ext uri="{FF2B5EF4-FFF2-40B4-BE49-F238E27FC236}">
                <a16:creationId xmlns:a16="http://schemas.microsoft.com/office/drawing/2014/main" id="{3F142F7C-7BE3-40CB-8C53-6F7533073558}"/>
              </a:ext>
            </a:extLst>
          </p:cNvPr>
          <p:cNvSpPr>
            <a:spLocks noGrp="1"/>
          </p:cNvSpPr>
          <p:nvPr>
            <p:ph type="title" hasCustomPrompt="1"/>
          </p:nvPr>
        </p:nvSpPr>
        <p:spPr bwMode="black">
          <a:xfrm>
            <a:off x="1022400" y="1054100"/>
            <a:ext cx="9252000" cy="1477328"/>
          </a:xfrm>
          <a:noFill/>
        </p:spPr>
        <p:txBody>
          <a:bodyPr wrap="square" rIns="0" bIns="0" anchor="t">
            <a:spAutoFit/>
          </a:bodyPr>
          <a:lstStyle>
            <a:lvl1pPr marL="0">
              <a:lnSpc>
                <a:spcPct val="100000"/>
              </a:lnSpc>
              <a:defRPr sz="4800" b="0">
                <a:solidFill>
                  <a:schemeClr val="tx1"/>
                </a:solidFill>
              </a:defRPr>
            </a:lvl1pPr>
          </a:lstStyle>
          <a:p>
            <a:r>
              <a:rPr lang="en-US" noProof="0" err="1"/>
              <a:t>Inhaltsseite</a:t>
            </a:r>
            <a:r>
              <a:rPr lang="en-US" noProof="0"/>
              <a:t>,</a:t>
            </a:r>
            <a:br>
              <a:rPr lang="en-US" noProof="0"/>
            </a:br>
            <a:r>
              <a:rPr lang="en-US" noProof="0"/>
              <a:t>Arial Regular, 48 pt</a:t>
            </a:r>
          </a:p>
        </p:txBody>
      </p:sp>
      <p:pic>
        <p:nvPicPr>
          <p:cNvPr id="7" name="Siemens Logo" descr="Siemens logo">
            <a:extLst>
              <a:ext uri="{FF2B5EF4-FFF2-40B4-BE49-F238E27FC236}">
                <a16:creationId xmlns:a16="http://schemas.microsoft.com/office/drawing/2014/main" id="{2AF4F4C6-6E41-442C-BB9E-9E72BE92D2D8}"/>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pPr>
              <a:lnSpc>
                <a:spcPct val="100000"/>
              </a:lnSpc>
            </a:pPr>
            <a:r>
              <a:rPr lang="en-US" noProof="0"/>
              <a:t>Unrestricted | © Siemens 2025 | September 2025</a:t>
            </a:r>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6033327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2" orient="horz" pos="664">
          <p15:clr>
            <a:srgbClr val="65CEFF"/>
          </p15:clr>
        </p15:guide>
        <p15:guide id="17" orient="horz" pos="3885">
          <p15:clr>
            <a:srgbClr val="65CEFF"/>
          </p15:clr>
        </p15:guide>
        <p15:guide id="18" orient="horz" pos="4157">
          <p15:clr>
            <a:srgbClr val="65CEFF"/>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Single image (Text spotlight)">
    <p:spTree>
      <p:nvGrpSpPr>
        <p:cNvPr id="1" name=""/>
        <p:cNvGrpSpPr/>
        <p:nvPr/>
      </p:nvGrpSpPr>
      <p:grpSpPr>
        <a:xfrm>
          <a:off x="0" y="0"/>
          <a:ext cx="0" cy="0"/>
          <a:chOff x="0" y="0"/>
          <a:chExt cx="0" cy="0"/>
        </a:xfrm>
      </p:grpSpPr>
      <p:sp>
        <p:nvSpPr>
          <p:cNvPr id="14" name="Picture Placeholder" descr="Thematic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1"/>
            <a:ext cx="7611160" cy="6167438"/>
          </a:xfrm>
          <a:solidFill>
            <a:srgbClr val="9999A9"/>
          </a:solidFill>
        </p:spPr>
        <p:txBody>
          <a:bodyPr lIns="144000" tIns="108000" rIns="144000" bIns="108000"/>
          <a:lstStyle>
            <a:lvl1pPr marL="0" indent="0">
              <a:buNone/>
              <a:defRPr>
                <a:solidFill>
                  <a:schemeClr val="tx1"/>
                </a:solidFill>
              </a:defRPr>
            </a:lvl1pPr>
          </a:lstStyle>
          <a:p>
            <a:r>
              <a:rPr lang="en-US" noProof="0" err="1"/>
              <a:t>Thematisches</a:t>
            </a:r>
            <a:r>
              <a:rPr lang="en-US" noProof="0"/>
              <a:t> Bild</a:t>
            </a:r>
          </a:p>
        </p:txBody>
      </p:sp>
      <p:sp>
        <p:nvSpPr>
          <p:cNvPr id="2" name="Title" descr="Slide headline">
            <a:extLst>
              <a:ext uri="{FF2B5EF4-FFF2-40B4-BE49-F238E27FC236}">
                <a16:creationId xmlns:a16="http://schemas.microsoft.com/office/drawing/2014/main" id="{AFFC798E-B633-4D30-A7C1-DC796BD8887A}"/>
              </a:ext>
            </a:extLst>
          </p:cNvPr>
          <p:cNvSpPr>
            <a:spLocks noGrp="1"/>
          </p:cNvSpPr>
          <p:nvPr>
            <p:ph type="title" hasCustomPrompt="1"/>
          </p:nvPr>
        </p:nvSpPr>
        <p:spPr bwMode="black">
          <a:xfrm>
            <a:off x="1022400" y="1054100"/>
            <a:ext cx="6156275" cy="1477328"/>
          </a:xfrm>
          <a:noFill/>
        </p:spPr>
        <p:txBody>
          <a:bodyPr wrap="square" rIns="0" bIns="0" anchor="t">
            <a:spAutoFit/>
          </a:bodyPr>
          <a:lstStyle>
            <a:lvl1pPr marL="0">
              <a:lnSpc>
                <a:spcPct val="100000"/>
              </a:lnSpc>
              <a:defRPr sz="4800" b="0">
                <a:solidFill>
                  <a:schemeClr val="bg1"/>
                </a:solidFill>
              </a:defRPr>
            </a:lvl1pPr>
          </a:lstStyle>
          <a:p>
            <a:r>
              <a:rPr lang="en-US" noProof="0" err="1"/>
              <a:t>Inhaltsseite</a:t>
            </a:r>
            <a:r>
              <a:rPr lang="en-US" noProof="0"/>
              <a:t>,</a:t>
            </a:r>
            <a:br>
              <a:rPr lang="en-US" noProof="0"/>
            </a:br>
            <a:r>
              <a:rPr lang="en-US" noProof="0"/>
              <a:t>Arial Regular, 48 pt</a:t>
            </a:r>
          </a:p>
        </p:txBody>
      </p:sp>
      <p:sp>
        <p:nvSpPr>
          <p:cNvPr id="3" name="Copy">
            <a:extLst>
              <a:ext uri="{FF2B5EF4-FFF2-40B4-BE49-F238E27FC236}">
                <a16:creationId xmlns:a16="http://schemas.microsoft.com/office/drawing/2014/main" id="{6F965802-E517-4CC3-99D7-1DA8BF1FB020}"/>
              </a:ext>
            </a:extLst>
          </p:cNvPr>
          <p:cNvSpPr>
            <a:spLocks noGrp="1"/>
          </p:cNvSpPr>
          <p:nvPr>
            <p:ph type="body" sz="quarter" idx="18" hasCustomPrompt="1"/>
          </p:nvPr>
        </p:nvSpPr>
        <p:spPr bwMode="black">
          <a:xfrm>
            <a:off x="8042400" y="1054100"/>
            <a:ext cx="3744000" cy="5113338"/>
          </a:xfrm>
        </p:spPr>
        <p:txBody>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30251D14-AF6A-4279-B0A9-69FD9519EA58}"/>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pPr>
              <a:lnSpc>
                <a:spcPct val="100000"/>
              </a:lnSpc>
            </a:pPr>
            <a:r>
              <a:rPr lang="en-US" noProof="0"/>
              <a:t>Unrestricted | © Siemens 2025 | September 2025</a:t>
            </a:r>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70781874"/>
      </p:ext>
    </p:extLst>
  </p:cSld>
  <p:clrMapOvr>
    <a:masterClrMapping/>
  </p:clrMapOvr>
  <p:extLst>
    <p:ext uri="{DCECCB84-F9BA-43D5-87BE-67443E8EF086}">
      <p15:sldGuideLst xmlns:p15="http://schemas.microsoft.com/office/powerpoint/2012/main">
        <p15:guide id="1" pos="259">
          <p15:clr>
            <a:srgbClr val="65CEFF"/>
          </p15:clr>
        </p15:guide>
        <p15:guide id="2" pos="4522">
          <p15:clr>
            <a:srgbClr val="65CEFF"/>
          </p15:clr>
        </p15:guide>
        <p15:guide id="3" pos="4794">
          <p15:clr>
            <a:srgbClr val="65CEFF"/>
          </p15:clr>
        </p15:guide>
        <p15:guide id="4" pos="5066">
          <p15:clr>
            <a:srgbClr val="65CEFF"/>
          </p15:clr>
        </p15:guide>
        <p15:guide id="5" pos="6472">
          <p15:clr>
            <a:srgbClr val="65CEFF"/>
          </p15:clr>
        </p15:guide>
        <p15:guide id="6" pos="7425">
          <p15:clr>
            <a:srgbClr val="65CEFF"/>
          </p15:clr>
        </p15:guide>
        <p15:guide id="7" orient="horz" pos="302">
          <p15:clr>
            <a:srgbClr val="65CEFF"/>
          </p15:clr>
        </p15:guide>
        <p15:guide id="8" orient="horz" pos="664">
          <p15:clr>
            <a:srgbClr val="65CEFF"/>
          </p15:clr>
        </p15:guide>
        <p15:guide id="9" orient="horz" pos="891">
          <p15:clr>
            <a:srgbClr val="65CEFF"/>
          </p15:clr>
        </p15:guide>
        <p15:guide id="10" orient="horz" pos="3658">
          <p15:clr>
            <a:srgbClr val="65CEFF"/>
          </p15:clr>
        </p15:guide>
        <p15:guide id="11" orient="horz" pos="3885">
          <p15:clr>
            <a:srgbClr val="65CEFF"/>
          </p15:clr>
        </p15:guide>
        <p15:guide id="12" orient="horz" pos="4157">
          <p15:clr>
            <a:srgbClr val="65CEFF"/>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lvl1pPr>
              <a:defRPr>
                <a:solidFill>
                  <a:schemeClr val="tx1"/>
                </a:solidFill>
              </a:defRPr>
            </a:lvl1pPr>
          </a:lstStyle>
          <a:p>
            <a:r>
              <a:rPr lang="en-US" noProof="0" err="1"/>
              <a:t>Titelformat</a:t>
            </a:r>
            <a:r>
              <a:rPr lang="en-US" noProof="0"/>
              <a:t> </a:t>
            </a:r>
            <a:r>
              <a:rPr lang="en-US" noProof="0" err="1"/>
              <a:t>bearbeiten</a:t>
            </a:r>
            <a:endParaRPr lang="en-US" noProof="0"/>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noProof="0"/>
              <a:t>Unrestricted | © Siemens 2025 | September 2025</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1569959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flip="none" rotWithShape="1">
          <a:gsLst>
            <a:gs pos="40000">
              <a:schemeClr val="accent6"/>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B8172AC2-E83F-4EFD-B70E-DE91E64651D8}"/>
              </a:ext>
            </a:extLst>
          </p:cNvPr>
          <p:cNvSpPr/>
          <p:nvPr userDrawn="1"/>
        </p:nvSpPr>
        <p:spPr>
          <a:xfrm>
            <a:off x="0" y="1414463"/>
            <a:ext cx="12192000" cy="5443537"/>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lvl1pPr>
              <a:defRPr>
                <a:solidFill>
                  <a:schemeClr val="tx1"/>
                </a:solidFill>
              </a:defRPr>
            </a:lvl1pPr>
          </a:lstStyle>
          <a:p>
            <a:r>
              <a:rPr lang="en-US" noProof="0" err="1"/>
              <a:t>Titelformat</a:t>
            </a:r>
            <a:r>
              <a:rPr lang="en-US" noProof="0"/>
              <a:t> </a:t>
            </a:r>
            <a:r>
              <a:rPr lang="en-US" noProof="0" err="1"/>
              <a:t>bearbeiten</a:t>
            </a:r>
            <a:endParaRPr lang="en-US" noProof="0"/>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4BECE54-DDA8-4D2C-8A02-4C8E3E1585E1}"/>
              </a:ext>
            </a:extLst>
          </p:cNvPr>
          <p:cNvSpPr>
            <a:spLocks noGrp="1"/>
          </p:cNvSpPr>
          <p:nvPr>
            <p:ph type="ftr" sz="quarter" idx="10"/>
          </p:nvPr>
        </p:nvSpPr>
        <p:spPr bwMode="black"/>
        <p:txBody>
          <a:bodyPr/>
          <a:lstStyle/>
          <a:p>
            <a:pPr>
              <a:lnSpc>
                <a:spcPct val="100000"/>
              </a:lnSpc>
            </a:pPr>
            <a:r>
              <a:rPr lang="en-US" noProof="0"/>
              <a:t>Unrestricted | © Siemens 2025 | September 2025</a:t>
            </a:r>
          </a:p>
        </p:txBody>
      </p:sp>
      <p:sp>
        <p:nvSpPr>
          <p:cNvPr id="6" name="Slide Number Placeholder">
            <a:extLst>
              <a:ext uri="{FF2B5EF4-FFF2-40B4-BE49-F238E27FC236}">
                <a16:creationId xmlns:a16="http://schemas.microsoft.com/office/drawing/2014/main" id="{07B7E75B-80B4-49F8-AA70-A41C9D89685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1473389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Full bleed color Light Sand">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lvl1pPr>
              <a:defRPr>
                <a:solidFill>
                  <a:schemeClr val="accent1"/>
                </a:solidFill>
              </a:defRPr>
            </a:lvl1pPr>
          </a:lstStyle>
          <a:p>
            <a:r>
              <a:rPr lang="en-US" noProof="0" err="1"/>
              <a:t>Titelformat</a:t>
            </a:r>
            <a:r>
              <a:rPr lang="en-US" noProof="0"/>
              <a:t> </a:t>
            </a:r>
            <a:r>
              <a:rPr lang="en-US" noProof="0" err="1"/>
              <a:t>bearbeiten</a:t>
            </a:r>
            <a:endParaRPr lang="en-US" noProof="0"/>
          </a:p>
        </p:txBody>
      </p:sp>
      <p:pic>
        <p:nvPicPr>
          <p:cNvPr id="8" name="Siemens Logo" descr="Siemens logo">
            <a:extLst>
              <a:ext uri="{FF2B5EF4-FFF2-40B4-BE49-F238E27FC236}">
                <a16:creationId xmlns:a16="http://schemas.microsoft.com/office/drawing/2014/main" id="{1AC59AB3-8DAC-43B8-977E-A91337DC0825}"/>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lvl1pPr>
              <a:defRPr>
                <a:solidFill>
                  <a:schemeClr val="tx2"/>
                </a:solidFill>
              </a:defRPr>
            </a:lvl1pPr>
          </a:lstStyle>
          <a:p>
            <a:r>
              <a:rPr lang="en-US" noProof="0"/>
              <a:t>Unrestricted | © Siemens 2025 | September 2025</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40083452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hasCustomPrompt="1"/>
          </p:nvPr>
        </p:nvSpPr>
        <p:spPr bwMode="black">
          <a:xfrm>
            <a:off x="411162" y="1414800"/>
            <a:ext cx="7199313"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8" name="Siemens Logo" descr="Siemens logo">
            <a:extLst>
              <a:ext uri="{FF2B5EF4-FFF2-40B4-BE49-F238E27FC236}">
                <a16:creationId xmlns:a16="http://schemas.microsoft.com/office/drawing/2014/main" id="{91EB517C-C8FD-4E2E-B744-DB952E96B478}"/>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519D384-FA09-4D60-95A8-589F157A93F4}"/>
              </a:ext>
            </a:extLst>
          </p:cNvPr>
          <p:cNvSpPr>
            <a:spLocks noGrp="1"/>
          </p:cNvSpPr>
          <p:nvPr>
            <p:ph type="ftr" sz="quarter" idx="10"/>
          </p:nvPr>
        </p:nvSpPr>
        <p:spPr bwMode="black"/>
        <p:txBody>
          <a:bodyPr/>
          <a:lstStyle/>
          <a:p>
            <a:pPr>
              <a:lnSpc>
                <a:spcPct val="100000"/>
              </a:lnSpc>
            </a:pPr>
            <a:r>
              <a:rPr lang="en-US" noProof="0"/>
              <a:t>Unrestricted | © Siemens 2025 | September 2025</a:t>
            </a:r>
          </a:p>
        </p:txBody>
      </p:sp>
      <p:sp>
        <p:nvSpPr>
          <p:cNvPr id="6" name="Slide Number Placeholder">
            <a:extLst>
              <a:ext uri="{FF2B5EF4-FFF2-40B4-BE49-F238E27FC236}">
                <a16:creationId xmlns:a16="http://schemas.microsoft.com/office/drawing/2014/main" id="{7B1666FD-2258-443A-846C-6C7533C61D5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8317535"/>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hasCustomPrompt="1"/>
          </p:nvPr>
        </p:nvSpPr>
        <p:spPr bwMode="black">
          <a:xfrm>
            <a:off x="411162" y="1414800"/>
            <a:ext cx="11376026"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7367E6C0-4D2C-4C5F-86D8-A2CFF0EB3D6A}"/>
              </a:ext>
            </a:extLst>
          </p:cNvPr>
          <p:cNvSpPr>
            <a:spLocks noGrp="1"/>
          </p:cNvSpPr>
          <p:nvPr>
            <p:ph type="ftr" sz="quarter" idx="10"/>
          </p:nvPr>
        </p:nvSpPr>
        <p:spPr bwMode="black"/>
        <p:txBody>
          <a:bodyPr/>
          <a:lstStyle/>
          <a:p>
            <a:pPr>
              <a:lnSpc>
                <a:spcPct val="100000"/>
              </a:lnSpc>
            </a:pPr>
            <a:r>
              <a:rPr lang="en-US" noProof="0"/>
              <a:t>Unrestricted | © Siemens 2025 | September 2025</a:t>
            </a:r>
          </a:p>
        </p:txBody>
      </p:sp>
      <p:sp>
        <p:nvSpPr>
          <p:cNvPr id="6" name="Slide Number Placeholder">
            <a:extLst>
              <a:ext uri="{FF2B5EF4-FFF2-40B4-BE49-F238E27FC236}">
                <a16:creationId xmlns:a16="http://schemas.microsoft.com/office/drawing/2014/main" id="{6F746812-65E3-4C09-AC38-B0CFE93C8A9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088312309"/>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hasCustomPrompt="1"/>
          </p:nvPr>
        </p:nvSpPr>
        <p:spPr bwMode="black">
          <a:xfrm>
            <a:off x="411162" y="1414800"/>
            <a:ext cx="5470526"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6315075" y="1414800"/>
            <a:ext cx="5465763"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33A503D1-D234-4258-9A03-D858B10BA46D}"/>
              </a:ext>
            </a:extLst>
          </p:cNvPr>
          <p:cNvSpPr>
            <a:spLocks noGrp="1"/>
          </p:cNvSpPr>
          <p:nvPr>
            <p:ph type="ftr" sz="quarter" idx="10"/>
          </p:nvPr>
        </p:nvSpPr>
        <p:spPr bwMode="black"/>
        <p:txBody>
          <a:bodyPr/>
          <a:lstStyle/>
          <a:p>
            <a:pPr>
              <a:lnSpc>
                <a:spcPct val="100000"/>
              </a:lnSpc>
            </a:pPr>
            <a:r>
              <a:rPr lang="en-US" noProof="0"/>
              <a:t>Unrestricted | © Siemens 2025 | September 2025</a:t>
            </a:r>
          </a:p>
        </p:txBody>
      </p:sp>
      <p:sp>
        <p:nvSpPr>
          <p:cNvPr id="7" name="Slide Number Placeholder">
            <a:extLst>
              <a:ext uri="{FF2B5EF4-FFF2-40B4-BE49-F238E27FC236}">
                <a16:creationId xmlns:a16="http://schemas.microsoft.com/office/drawing/2014/main" id="{21AA656B-0BAF-4B75-90BE-93CAC5946C0B}"/>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919042590"/>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hasCustomPrompt="1"/>
          </p:nvPr>
        </p:nvSpPr>
        <p:spPr bwMode="black">
          <a:xfrm>
            <a:off x="411162" y="1414800"/>
            <a:ext cx="3600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4298400" y="1414800"/>
            <a:ext cx="3600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9" name="Copy 3" descr="Content text frame">
            <a:extLst>
              <a:ext uri="{FF2B5EF4-FFF2-40B4-BE49-F238E27FC236}">
                <a16:creationId xmlns:a16="http://schemas.microsoft.com/office/drawing/2014/main" id="{F020B491-E63A-4FB5-94ED-2BC31EB35C33}"/>
              </a:ext>
            </a:extLst>
          </p:cNvPr>
          <p:cNvSpPr>
            <a:spLocks noGrp="1"/>
          </p:cNvSpPr>
          <p:nvPr>
            <p:ph sz="half" idx="12" hasCustomPrompt="1"/>
          </p:nvPr>
        </p:nvSpPr>
        <p:spPr bwMode="black">
          <a:xfrm>
            <a:off x="8186400" y="1414800"/>
            <a:ext cx="3600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E613FA68-C74A-4621-9563-250388EBCC8B}"/>
              </a:ext>
            </a:extLst>
          </p:cNvPr>
          <p:cNvSpPr>
            <a:spLocks noGrp="1"/>
          </p:cNvSpPr>
          <p:nvPr>
            <p:ph type="ftr" sz="quarter" idx="13"/>
          </p:nvPr>
        </p:nvSpPr>
        <p:spPr bwMode="black"/>
        <p:txBody>
          <a:bodyPr/>
          <a:lstStyle/>
          <a:p>
            <a:pPr>
              <a:lnSpc>
                <a:spcPct val="100000"/>
              </a:lnSpc>
            </a:pPr>
            <a:r>
              <a:rPr lang="en-US" noProof="0"/>
              <a:t>Unrestricted | © Siemens 2025 | September 2025</a:t>
            </a:r>
          </a:p>
        </p:txBody>
      </p:sp>
      <p:sp>
        <p:nvSpPr>
          <p:cNvPr id="7" name="Slide Number Placeholder">
            <a:extLst>
              <a:ext uri="{FF2B5EF4-FFF2-40B4-BE49-F238E27FC236}">
                <a16:creationId xmlns:a16="http://schemas.microsoft.com/office/drawing/2014/main" id="{F9117D9C-D502-472C-A3C8-FA9087A2EDCE}"/>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038244916"/>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hasCustomPrompt="1"/>
          </p:nvPr>
        </p:nvSpPr>
        <p:spPr bwMode="black">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9" name="Copy 2" descr="Content text frame">
            <a:extLst>
              <a:ext uri="{FF2B5EF4-FFF2-40B4-BE49-F238E27FC236}">
                <a16:creationId xmlns:a16="http://schemas.microsoft.com/office/drawing/2014/main" id="{2871E7F7-6A93-4406-8617-80D9CFF396A8}"/>
              </a:ext>
            </a:extLst>
          </p:cNvPr>
          <p:cNvSpPr>
            <a:spLocks noGrp="1"/>
          </p:cNvSpPr>
          <p:nvPr>
            <p:ph sz="half" idx="12" hasCustomPrompt="1"/>
          </p:nvPr>
        </p:nvSpPr>
        <p:spPr bwMode="black">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4" name="Copy 3"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2" name="Copy 4" descr="Content text frame">
            <a:extLst>
              <a:ext uri="{FF2B5EF4-FFF2-40B4-BE49-F238E27FC236}">
                <a16:creationId xmlns:a16="http://schemas.microsoft.com/office/drawing/2014/main" id="{7AD3B9B1-3210-46C8-8222-A0E11719EB88}"/>
              </a:ext>
            </a:extLst>
          </p:cNvPr>
          <p:cNvSpPr>
            <a:spLocks noGrp="1"/>
          </p:cNvSpPr>
          <p:nvPr>
            <p:ph sz="half" idx="13" hasCustomPrompt="1"/>
          </p:nvPr>
        </p:nvSpPr>
        <p:spPr bwMode="black">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1DF6F0C8-00D9-4034-B3CC-D376702BE1C8}"/>
              </a:ext>
            </a:extLst>
          </p:cNvPr>
          <p:cNvSpPr>
            <a:spLocks noGrp="1"/>
          </p:cNvSpPr>
          <p:nvPr>
            <p:ph type="ftr" sz="quarter" idx="14"/>
          </p:nvPr>
        </p:nvSpPr>
        <p:spPr bwMode="black"/>
        <p:txBody>
          <a:bodyPr/>
          <a:lstStyle/>
          <a:p>
            <a:pPr>
              <a:lnSpc>
                <a:spcPct val="100000"/>
              </a:lnSpc>
            </a:pPr>
            <a:r>
              <a:rPr lang="en-US" noProof="0"/>
              <a:t>Unrestricted | © Siemens 2025 | September 2025</a:t>
            </a:r>
          </a:p>
        </p:txBody>
      </p:sp>
      <p:sp>
        <p:nvSpPr>
          <p:cNvPr id="7" name="Slide Number Placeholder">
            <a:extLst>
              <a:ext uri="{FF2B5EF4-FFF2-40B4-BE49-F238E27FC236}">
                <a16:creationId xmlns:a16="http://schemas.microsoft.com/office/drawing/2014/main" id="{53D55964-F7E8-48E3-84D5-FE4FE835C563}"/>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4075304955"/>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wo columns (Spotligh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E568133C-15D2-4F33-802E-DF15E7891829}"/>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7" name="Picture Placeholder" descr="Thematic picture – please describe further">
            <a:extLst>
              <a:ext uri="{FF2B5EF4-FFF2-40B4-BE49-F238E27FC236}">
                <a16:creationId xmlns:a16="http://schemas.microsoft.com/office/drawing/2014/main" id="{90866A30-329B-420B-B42B-2C69E0DE6D9B}"/>
              </a:ext>
            </a:extLst>
          </p:cNvPr>
          <p:cNvSpPr>
            <a:spLocks noGrp="1"/>
          </p:cNvSpPr>
          <p:nvPr>
            <p:ph type="pic" sz="quarter" idx="12" hasCustomPrompt="1"/>
          </p:nvPr>
        </p:nvSpPr>
        <p:spPr bwMode="ltGray">
          <a:xfrm>
            <a:off x="411161" y="1414800"/>
            <a:ext cx="7199313" cy="4752000"/>
          </a:xfrm>
          <a:solidFill>
            <a:srgbClr val="9999A9"/>
          </a:solidFill>
        </p:spPr>
        <p:txBody>
          <a:bodyPr lIns="144000" tIns="108000" rIns="144000" bIns="108000">
            <a:noAutofit/>
          </a:bodyPr>
          <a:lstStyle/>
          <a:p>
            <a:r>
              <a:rPr lang="en-US" noProof="0" err="1"/>
              <a:t>Thematisches</a:t>
            </a:r>
            <a:r>
              <a:rPr lang="en-US" noProof="0"/>
              <a:t> Bild</a:t>
            </a:r>
          </a:p>
        </p:txBody>
      </p:sp>
      <p:sp>
        <p:nvSpPr>
          <p:cNvPr id="4" name="Copy"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8043189" y="1414800"/>
            <a:ext cx="3744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F468BE17-5D03-45C2-9D37-CF354AAA9589}"/>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33756E69-CA2F-47EC-9D32-CB09C4CD83F1}"/>
              </a:ext>
            </a:extLst>
          </p:cNvPr>
          <p:cNvSpPr>
            <a:spLocks noGrp="1"/>
          </p:cNvSpPr>
          <p:nvPr>
            <p:ph type="ftr" sz="quarter" idx="13"/>
          </p:nvPr>
        </p:nvSpPr>
        <p:spPr bwMode="black"/>
        <p:txBody>
          <a:bodyPr/>
          <a:lstStyle/>
          <a:p>
            <a:pPr>
              <a:lnSpc>
                <a:spcPct val="100000"/>
              </a:lnSpc>
            </a:pPr>
            <a:r>
              <a:rPr lang="en-US" noProof="0"/>
              <a:t>Unrestricted | © Siemens 2025 | September 2025</a:t>
            </a:r>
          </a:p>
        </p:txBody>
      </p:sp>
      <p:sp>
        <p:nvSpPr>
          <p:cNvPr id="5" name="Slide Number Placeholder">
            <a:extLst>
              <a:ext uri="{FF2B5EF4-FFF2-40B4-BE49-F238E27FC236}">
                <a16:creationId xmlns:a16="http://schemas.microsoft.com/office/drawing/2014/main" id="{95022CCB-0484-488B-8637-222C3919B0F7}"/>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80057962"/>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One table (large)">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hasCustomPrompt="1"/>
          </p:nvPr>
        </p:nvSpPr>
        <p:spPr bwMode="black"/>
        <p:txBody>
          <a:bodyPr/>
          <a:lstStyle>
            <a:lvl1pPr>
              <a:defRPr>
                <a:solidFill>
                  <a:schemeClr val="accent1"/>
                </a:solidFill>
              </a:defRPr>
            </a:lvl1pPr>
          </a:lstStyle>
          <a:p>
            <a:r>
              <a:rPr lang="en-US" noProof="0" err="1"/>
              <a:t>Titelformat</a:t>
            </a:r>
            <a:r>
              <a:rPr lang="en-US" noProof="0"/>
              <a:t> </a:t>
            </a:r>
            <a:r>
              <a:rPr lang="en-US" noProof="0" err="1"/>
              <a:t>bearbeiten</a:t>
            </a:r>
            <a:endParaRPr lang="en-US" noProof="0"/>
          </a:p>
        </p:txBody>
      </p:sp>
      <p:sp>
        <p:nvSpPr>
          <p:cNvPr id="6" name="Table Placeholder" descr="Content table  frame">
            <a:extLst>
              <a:ext uri="{FF2B5EF4-FFF2-40B4-BE49-F238E27FC236}">
                <a16:creationId xmlns:a16="http://schemas.microsoft.com/office/drawing/2014/main" id="{D41D1FE0-EDDA-47B8-BF1F-831D4733C32A}"/>
              </a:ext>
            </a:extLst>
          </p:cNvPr>
          <p:cNvSpPr>
            <a:spLocks noGrp="1"/>
          </p:cNvSpPr>
          <p:nvPr>
            <p:ph type="tbl" sz="quarter" idx="12"/>
          </p:nvPr>
        </p:nvSpPr>
        <p:spPr bwMode="black">
          <a:xfrm>
            <a:off x="404812" y="1414461"/>
            <a:ext cx="11376026" cy="4392000"/>
          </a:xfrm>
        </p:spPr>
        <p:txBody>
          <a:bodyPr/>
          <a:lstStyle/>
          <a:p>
            <a:r>
              <a:rPr lang="en-US" noProof="0"/>
              <a:t>Click icon to add table</a:t>
            </a:r>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9CEA2FAD-1597-4F5C-878D-02CB854024F3}"/>
              </a:ext>
            </a:extLst>
          </p:cNvPr>
          <p:cNvSpPr>
            <a:spLocks noGrp="1"/>
          </p:cNvSpPr>
          <p:nvPr>
            <p:ph type="ftr" sz="quarter" idx="13"/>
          </p:nvPr>
        </p:nvSpPr>
        <p:spPr bwMode="black"/>
        <p:txBody>
          <a:bodyPr/>
          <a:lstStyle/>
          <a:p>
            <a:pPr>
              <a:lnSpc>
                <a:spcPct val="100000"/>
              </a:lnSpc>
            </a:pPr>
            <a:r>
              <a:rPr lang="en-US" noProof="0"/>
              <a:t>Unrestricted | © Siemens 2025 | September 2025</a:t>
            </a:r>
          </a:p>
        </p:txBody>
      </p:sp>
      <p:sp>
        <p:nvSpPr>
          <p:cNvPr id="5" name="Slide Number Placeholder">
            <a:extLst>
              <a:ext uri="{FF2B5EF4-FFF2-40B4-BE49-F238E27FC236}">
                <a16:creationId xmlns:a16="http://schemas.microsoft.com/office/drawing/2014/main" id="{CE0A22CB-5E69-4817-B713-C02B97CF6B91}"/>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552094520"/>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2"/>
      </p:bgRef>
    </p:bg>
    <p:spTree>
      <p:nvGrpSpPr>
        <p:cNvPr id="1" name=""/>
        <p:cNvGrpSpPr/>
        <p:nvPr/>
      </p:nvGrpSpPr>
      <p:grpSpPr>
        <a:xfrm>
          <a:off x="0" y="0"/>
          <a:ext cx="0" cy="0"/>
          <a:chOff x="0" y="0"/>
          <a:chExt cx="0" cy="0"/>
        </a:xfrm>
      </p:grpSpPr>
      <p:sp>
        <p:nvSpPr>
          <p:cNvPr id="5" name="Title" descr="Slide headline">
            <a:extLst>
              <a:ext uri="{FF2B5EF4-FFF2-40B4-BE49-F238E27FC236}">
                <a16:creationId xmlns:a16="http://schemas.microsoft.com/office/drawing/2014/main" id="{9F2A455C-53B1-4792-8EA9-F00926C48E39}"/>
              </a:ext>
            </a:extLst>
          </p:cNvPr>
          <p:cNvSpPr>
            <a:spLocks noGrp="1"/>
          </p:cNvSpPr>
          <p:nvPr>
            <p:ph type="title" hasCustomPrompt="1"/>
          </p:nvPr>
        </p:nvSpPr>
        <p:spPr bwMode="black"/>
        <p:txBody>
          <a:bodyPr/>
          <a:lstStyle>
            <a:lvl1pPr>
              <a:defRPr>
                <a:solidFill>
                  <a:schemeClr val="tx1"/>
                </a:solidFill>
              </a:defRPr>
            </a:lvl1p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9CE7E2D8-94E8-4FE6-93A5-924CA3EC5315}"/>
              </a:ext>
            </a:extLst>
          </p:cNvPr>
          <p:cNvSpPr>
            <a:spLocks noGrp="1"/>
          </p:cNvSpPr>
          <p:nvPr>
            <p:ph idx="1" hasCustomPrompt="1"/>
          </p:nvPr>
        </p:nvSpPr>
        <p:spPr bwMode="black">
          <a:xfrm>
            <a:off x="411162" y="1414462"/>
            <a:ext cx="3600000" cy="4392000"/>
          </a:xfrm>
          <a:prstGeom prst="rect">
            <a:avLst/>
          </a:prstGeom>
          <a:ln w="19050">
            <a:solidFill>
              <a:schemeClr val="accent1"/>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1" name="Copy 2" descr="Content text frame">
            <a:extLst>
              <a:ext uri="{FF2B5EF4-FFF2-40B4-BE49-F238E27FC236}">
                <a16:creationId xmlns:a16="http://schemas.microsoft.com/office/drawing/2014/main" id="{3AC3CE10-0C4B-4A11-BA76-8CAFED13661C}"/>
              </a:ext>
            </a:extLst>
          </p:cNvPr>
          <p:cNvSpPr>
            <a:spLocks noGrp="1"/>
          </p:cNvSpPr>
          <p:nvPr>
            <p:ph idx="13" hasCustomPrompt="1"/>
          </p:nvPr>
        </p:nvSpPr>
        <p:spPr bwMode="black">
          <a:xfrm>
            <a:off x="4299176" y="1414462"/>
            <a:ext cx="3600000" cy="4392000"/>
          </a:xfrm>
          <a:prstGeom prst="rect">
            <a:avLst/>
          </a:prstGeom>
          <a:ln w="19050">
            <a:solidFill>
              <a:schemeClr val="accent1"/>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0" name="Copy 3" descr="Content text frame (highlight)">
            <a:extLst>
              <a:ext uri="{FF2B5EF4-FFF2-40B4-BE49-F238E27FC236}">
                <a16:creationId xmlns:a16="http://schemas.microsoft.com/office/drawing/2014/main" id="{E840DCCC-8E77-40B8-B94B-A4D3A4D77826}"/>
              </a:ext>
            </a:extLst>
          </p:cNvPr>
          <p:cNvSpPr>
            <a:spLocks noGrp="1"/>
          </p:cNvSpPr>
          <p:nvPr>
            <p:ph idx="12" hasCustomPrompt="1"/>
          </p:nvPr>
        </p:nvSpPr>
        <p:spPr bwMode="blackWhite">
          <a:xfrm>
            <a:off x="8187189" y="1414462"/>
            <a:ext cx="3600000" cy="4392000"/>
          </a:xfrm>
          <a:prstGeom prst="rect">
            <a:avLst/>
          </a:prstGeom>
          <a:solidFill>
            <a:schemeClr val="accent1"/>
          </a:solidFill>
          <a:ln w="19050">
            <a:solidFill>
              <a:srgbClr val="009999"/>
            </a:solidFill>
          </a:ln>
        </p:spPr>
        <p:txBody>
          <a:bodyPr lIns="216000" tIns="144000" rIns="216000" bIns="144000">
            <a:noAutofit/>
          </a:bodyPr>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vl6pPr>
              <a:buClr>
                <a:schemeClr val="tx1"/>
              </a:buClr>
              <a:defRPr>
                <a:solidFill>
                  <a:schemeClr val="tx1"/>
                </a:solidFill>
              </a:defRPr>
            </a:lvl6pPr>
            <a:lvl7pPr>
              <a:buClr>
                <a:schemeClr val="tx1"/>
              </a:buClr>
              <a:defRPr>
                <a:solidFill>
                  <a:schemeClr val="tx1"/>
                </a:solidFill>
              </a:defRPr>
            </a:lvl7pPr>
            <a:lvl8pPr>
              <a:buClr>
                <a:schemeClr val="tx1"/>
              </a:buClr>
              <a:defRPr>
                <a:solidFill>
                  <a:schemeClr val="tx1"/>
                </a:solidFill>
              </a:defRPr>
            </a:lvl8pPr>
            <a:lvl9pPr>
              <a:buClr>
                <a:schemeClr val="tx1"/>
              </a:buClr>
              <a:defRPr>
                <a:solidFill>
                  <a:schemeClr val="tx1"/>
                </a:solidFill>
              </a:defRPr>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E5DDD55C-5C17-4BCD-A9BB-FE8A69DC48DE}"/>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91FCCEDD-7521-4BD5-8A32-A62DA6246709}"/>
              </a:ext>
            </a:extLst>
          </p:cNvPr>
          <p:cNvSpPr>
            <a:spLocks noGrp="1"/>
          </p:cNvSpPr>
          <p:nvPr>
            <p:ph type="ftr" sz="quarter" idx="14"/>
          </p:nvPr>
        </p:nvSpPr>
        <p:spPr bwMode="black"/>
        <p:txBody>
          <a:bodyPr/>
          <a:lstStyle/>
          <a:p>
            <a:pPr>
              <a:lnSpc>
                <a:spcPct val="100000"/>
              </a:lnSpc>
            </a:pPr>
            <a:r>
              <a:rPr lang="en-US" noProof="0"/>
              <a:t>Unrestricted | © Siemens 2025 | September 2025</a:t>
            </a:r>
          </a:p>
        </p:txBody>
      </p:sp>
      <p:sp>
        <p:nvSpPr>
          <p:cNvPr id="7" name="Slide Number Placeholder">
            <a:extLst>
              <a:ext uri="{FF2B5EF4-FFF2-40B4-BE49-F238E27FC236}">
                <a16:creationId xmlns:a16="http://schemas.microsoft.com/office/drawing/2014/main" id="{DC2AAE3E-7F56-4838-BCE7-6B966549F4DA}"/>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6556677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B813CE-4DD6-4EAD-800B-047C0542F19B}"/>
              </a:ext>
            </a:extLst>
          </p:cNvPr>
          <p:cNvSpPr>
            <a:spLocks noGrp="1"/>
          </p:cNvSpPr>
          <p:nvPr>
            <p:ph type="title" hasCustomPrompt="1"/>
          </p:nvPr>
        </p:nvSpPr>
        <p:spPr>
          <a:xfrm>
            <a:off x="410400" y="-540000"/>
            <a:ext cx="9863997" cy="360000"/>
          </a:xfrm>
        </p:spPr>
        <p:txBody>
          <a:bodyPr/>
          <a:lstStyle>
            <a:lvl1pPr>
              <a:defRPr b="0">
                <a:solidFill>
                  <a:schemeClr val="accent1">
                    <a:alpha val="0"/>
                  </a:schemeClr>
                </a:solidFill>
              </a:defRPr>
            </a:lvl1pPr>
          </a:lstStyle>
          <a:p>
            <a:r>
              <a:rPr lang="en-US" noProof="0" err="1"/>
              <a:t>Titelformat</a:t>
            </a:r>
            <a:r>
              <a:rPr lang="en-US" noProof="0"/>
              <a:t> </a:t>
            </a:r>
            <a:r>
              <a:rPr lang="en-US" noProof="0" err="1"/>
              <a:t>bearbeiten</a:t>
            </a:r>
            <a:endParaRPr lang="en-US" noProof="0"/>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noProof="0"/>
              <a:t>Bitte </a:t>
            </a:r>
            <a:r>
              <a:rPr lang="en-US" noProof="0" err="1"/>
              <a:t>hier</a:t>
            </a:r>
            <a:r>
              <a:rPr lang="en-US" noProof="0"/>
              <a:t> das </a:t>
            </a:r>
            <a:r>
              <a:rPr lang="en-US" noProof="0" err="1"/>
              <a:t>Zitat</a:t>
            </a:r>
            <a:r>
              <a:rPr lang="en-US" noProof="0"/>
              <a:t> </a:t>
            </a:r>
            <a:r>
              <a:rPr lang="en-US" noProof="0" err="1"/>
              <a:t>einfügen</a:t>
            </a:r>
            <a:r>
              <a:rPr lang="en-US" noProof="0"/>
              <a:t>.</a:t>
            </a:r>
          </a:p>
          <a:p>
            <a:pPr lvl="1"/>
            <a:r>
              <a:rPr lang="en-US" noProof="0"/>
              <a:t>Name, Autor</a:t>
            </a:r>
          </a:p>
        </p:txBody>
      </p:sp>
      <p:sp>
        <p:nvSpPr>
          <p:cNvPr id="11" name="Quote marks">
            <a:extLst>
              <a:ext uri="{FF2B5EF4-FFF2-40B4-BE49-F238E27FC236}">
                <a16:creationId xmlns:a16="http://schemas.microsoft.com/office/drawing/2014/main" id="{916E4245-F21C-4EAB-8B26-FEA21C26067F}"/>
              </a:ext>
              <a:ext uri="{C183D7F6-B498-43B3-948B-1728B52AA6E4}">
                <adec:decorative xmlns:adec="http://schemas.microsoft.com/office/drawing/2017/decorative" val="1"/>
              </a:ext>
            </a:extLst>
          </p:cNvPr>
          <p:cNvSpPr/>
          <p:nvPr userDrawn="1"/>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noProof="0"/>
          </a:p>
        </p:txBody>
      </p:sp>
      <p:pic>
        <p:nvPicPr>
          <p:cNvPr id="8" name="Siemens Logo" descr="Siemens logo">
            <a:extLst>
              <a:ext uri="{FF2B5EF4-FFF2-40B4-BE49-F238E27FC236}">
                <a16:creationId xmlns:a16="http://schemas.microsoft.com/office/drawing/2014/main" id="{AF2E271F-5AF7-408E-9752-03D1D6448EA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EC4F35EF-AC94-4800-9CB7-CA49CAFDD249}"/>
              </a:ext>
            </a:extLst>
          </p:cNvPr>
          <p:cNvSpPr>
            <a:spLocks noGrp="1"/>
          </p:cNvSpPr>
          <p:nvPr>
            <p:ph type="ftr" sz="quarter" idx="13"/>
          </p:nvPr>
        </p:nvSpPr>
        <p:spPr bwMode="black"/>
        <p:txBody>
          <a:bodyPr/>
          <a:lstStyle/>
          <a:p>
            <a:pPr>
              <a:lnSpc>
                <a:spcPct val="100000"/>
              </a:lnSpc>
            </a:pPr>
            <a:r>
              <a:rPr lang="en-US" noProof="0"/>
              <a:t>Unrestricted | © Siemens 2025 | September 2025</a:t>
            </a:r>
          </a:p>
        </p:txBody>
      </p:sp>
      <p:sp>
        <p:nvSpPr>
          <p:cNvPr id="3" name="Slide Number Placeholder">
            <a:extLst>
              <a:ext uri="{FF2B5EF4-FFF2-40B4-BE49-F238E27FC236}">
                <a16:creationId xmlns:a16="http://schemas.microsoft.com/office/drawing/2014/main" id="{CCC7FBE7-01B9-4EC8-8BE1-F416F7C5B7AA}"/>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0728120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7" orient="horz" pos="3885">
          <p15:clr>
            <a:srgbClr val="65CEFF"/>
          </p15:clr>
        </p15:guide>
        <p15:guide id="8" orient="horz" pos="4157">
          <p15:clr>
            <a:srgbClr val="65CEFF"/>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Quote light">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3A8C0A65-FABA-4781-9F01-D54558440B31}"/>
              </a:ext>
            </a:extLst>
          </p:cNvPr>
          <p:cNvSpPr>
            <a:spLocks noGrp="1"/>
          </p:cNvSpPr>
          <p:nvPr>
            <p:ph type="title" hasCustomPrompt="1"/>
          </p:nvPr>
        </p:nvSpPr>
        <p:spPr>
          <a:xfrm>
            <a:off x="411162" y="-540000"/>
            <a:ext cx="9863138" cy="360000"/>
          </a:xfrm>
        </p:spPr>
        <p:txBody>
          <a:bodyPr/>
          <a:lstStyle>
            <a:lvl1pPr>
              <a:defRPr b="0">
                <a:solidFill>
                  <a:schemeClr val="accent1">
                    <a:alpha val="0"/>
                  </a:schemeClr>
                </a:solidFill>
              </a:defRPr>
            </a:lvl1pPr>
          </a:lstStyle>
          <a:p>
            <a:r>
              <a:rPr lang="en-US" noProof="0" err="1"/>
              <a:t>Titelformat</a:t>
            </a:r>
            <a:r>
              <a:rPr lang="en-US" noProof="0"/>
              <a:t> </a:t>
            </a:r>
            <a:r>
              <a:rPr lang="en-US" noProof="0" err="1"/>
              <a:t>bearbeiten</a:t>
            </a:r>
            <a:endParaRPr lang="en-US" noProof="0"/>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760" cy="4104000"/>
          </a:xfrm>
        </p:spPr>
        <p:txBody>
          <a:bodyPr>
            <a:noAutofit/>
          </a:bodyPr>
          <a:lstStyle>
            <a:lvl1pPr marL="0">
              <a:lnSpc>
                <a:spcPct val="110000"/>
              </a:lnSpc>
              <a:spcAft>
                <a:spcPts val="0"/>
              </a:spcAft>
              <a:defRPr sz="4800" b="0">
                <a:solidFill>
                  <a:schemeClr val="tx2"/>
                </a:solidFill>
              </a:defRPr>
            </a:lvl1pPr>
            <a:lvl2pPr marL="36000" indent="0">
              <a:lnSpc>
                <a:spcPct val="110000"/>
              </a:lnSpc>
              <a:spcBef>
                <a:spcPts val="600"/>
              </a:spcBef>
              <a:spcAft>
                <a:spcPts val="0"/>
              </a:spcAft>
              <a:buNone/>
              <a:defRPr sz="1800">
                <a:solidFill>
                  <a:schemeClr val="tx2"/>
                </a:solidFill>
              </a:defRPr>
            </a:lvl2pPr>
            <a:lvl3pPr marL="36000" indent="0">
              <a:lnSpc>
                <a:spcPct val="110000"/>
              </a:lnSpc>
              <a:spcBef>
                <a:spcPts val="600"/>
              </a:spcBef>
              <a:spcAft>
                <a:spcPts val="0"/>
              </a:spcAft>
              <a:buNone/>
              <a:defRPr sz="1800">
                <a:solidFill>
                  <a:schemeClr val="accent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noProof="0"/>
              <a:t>Bitte </a:t>
            </a:r>
            <a:r>
              <a:rPr lang="en-US" noProof="0" err="1"/>
              <a:t>hier</a:t>
            </a:r>
            <a:r>
              <a:rPr lang="en-US" noProof="0"/>
              <a:t> das </a:t>
            </a:r>
            <a:r>
              <a:rPr lang="en-US" noProof="0" err="1"/>
              <a:t>Zitat</a:t>
            </a:r>
            <a:r>
              <a:rPr lang="en-US" noProof="0"/>
              <a:t> </a:t>
            </a:r>
            <a:r>
              <a:rPr lang="en-US" noProof="0" err="1"/>
              <a:t>einfügen</a:t>
            </a:r>
            <a:r>
              <a:rPr lang="en-US" noProof="0"/>
              <a:t>.</a:t>
            </a:r>
          </a:p>
          <a:p>
            <a:pPr lvl="1"/>
            <a:r>
              <a:rPr lang="en-US" noProof="0"/>
              <a:t>Name, Autor</a:t>
            </a:r>
          </a:p>
        </p:txBody>
      </p:sp>
      <p:sp>
        <p:nvSpPr>
          <p:cNvPr id="12" name="Quote marks">
            <a:extLst>
              <a:ext uri="{FF2B5EF4-FFF2-40B4-BE49-F238E27FC236}">
                <a16:creationId xmlns:a16="http://schemas.microsoft.com/office/drawing/2014/main" id="{58EF2AB0-A78A-44C9-9A7D-F20D9ED854E0}"/>
              </a:ext>
              <a:ext uri="{C183D7F6-B498-43B3-948B-1728B52AA6E4}">
                <adec:decorative xmlns:adec="http://schemas.microsoft.com/office/drawing/2017/decorative" val="1"/>
              </a:ext>
            </a:extLst>
          </p:cNvPr>
          <p:cNvSpPr/>
          <p:nvPr/>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noProof="0"/>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6AEDD147-ACC0-4A9C-9043-90612765C0FA}"/>
              </a:ext>
            </a:extLst>
          </p:cNvPr>
          <p:cNvSpPr>
            <a:spLocks noGrp="1"/>
          </p:cNvSpPr>
          <p:nvPr>
            <p:ph type="ftr" sz="quarter" idx="13"/>
          </p:nvPr>
        </p:nvSpPr>
        <p:spPr bwMode="black"/>
        <p:txBody>
          <a:bodyPr/>
          <a:lstStyle/>
          <a:p>
            <a:pPr>
              <a:lnSpc>
                <a:spcPct val="100000"/>
              </a:lnSpc>
            </a:pPr>
            <a:r>
              <a:rPr lang="en-US" noProof="0"/>
              <a:t>Unrestricted | © Siemens 2025 | September 2025</a:t>
            </a:r>
          </a:p>
        </p:txBody>
      </p:sp>
      <p:sp>
        <p:nvSpPr>
          <p:cNvPr id="3" name="Slide Number Placeholder">
            <a:extLst>
              <a:ext uri="{FF2B5EF4-FFF2-40B4-BE49-F238E27FC236}">
                <a16:creationId xmlns:a16="http://schemas.microsoft.com/office/drawing/2014/main" id="{4131F54F-C70B-4435-91E6-F995F83E6C69}"/>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76976419"/>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2206">
          <p15:clr>
            <a:srgbClr val="65CEFF"/>
          </p15:clr>
        </p15:guide>
        <p15:guide id="7" orient="horz" pos="2343">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tatement dark">
    <p:bg>
      <p:bgRef idx="1001">
        <a:schemeClr val="bg2"/>
      </p:bgRef>
    </p:bg>
    <p:spTree>
      <p:nvGrpSpPr>
        <p:cNvPr id="1" name=""/>
        <p:cNvGrpSpPr/>
        <p:nvPr/>
      </p:nvGrpSpPr>
      <p:grpSpPr>
        <a:xfrm>
          <a:off x="0" y="0"/>
          <a:ext cx="0" cy="0"/>
          <a:chOff x="0" y="0"/>
          <a:chExt cx="0" cy="0"/>
        </a:xfrm>
      </p:grpSpPr>
      <p:sp>
        <p:nvSpPr>
          <p:cNvPr id="8" name="Title" descr="Statement text frame">
            <a:extLst>
              <a:ext uri="{FF2B5EF4-FFF2-40B4-BE49-F238E27FC236}">
                <a16:creationId xmlns:a16="http://schemas.microsoft.com/office/drawing/2014/main" id="{39939C22-A735-46A9-A277-A4B1B330F31C}"/>
              </a:ext>
            </a:extLst>
          </p:cNvPr>
          <p:cNvSpPr>
            <a:spLocks noGrp="1"/>
          </p:cNvSpPr>
          <p:nvPr>
            <p:ph type="title" hasCustomPrompt="1"/>
          </p:nvPr>
        </p:nvSpPr>
        <p:spPr bwMode="black">
          <a:xfrm>
            <a:off x="986400" y="1270799"/>
            <a:ext cx="10800000" cy="4536000"/>
          </a:xfrm>
        </p:spPr>
        <p:txBody>
          <a:bodyPr lIns="0" tIns="0" rIns="0" bIns="0" anchor="t">
            <a:noAutofit/>
          </a:bodyPr>
          <a:lstStyle>
            <a:lvl1pPr>
              <a:lnSpc>
                <a:spcPct val="90000"/>
              </a:lnSpc>
              <a:defRPr sz="8000" b="0">
                <a:gradFill>
                  <a:gsLst>
                    <a:gs pos="20000">
                      <a:srgbClr val="00FFB9"/>
                    </a:gs>
                    <a:gs pos="70000">
                      <a:srgbClr val="00E6DC"/>
                    </a:gs>
                  </a:gsLst>
                  <a:lin ang="0" scaled="1"/>
                </a:gradFill>
              </a:defRPr>
            </a:lvl1pPr>
          </a:lstStyle>
          <a:p>
            <a:r>
              <a:rPr lang="en-US" noProof="0" err="1"/>
              <a:t>Titelformat</a:t>
            </a:r>
            <a:r>
              <a:rPr lang="en-US" noProof="0"/>
              <a:t> </a:t>
            </a:r>
            <a:r>
              <a:rPr lang="en-US" noProof="0" err="1"/>
              <a:t>durch</a:t>
            </a:r>
            <a:r>
              <a:rPr lang="en-US" noProof="0"/>
              <a:t> </a:t>
            </a:r>
            <a:r>
              <a:rPr lang="en-US" noProof="0" err="1"/>
              <a:t>Klicken</a:t>
            </a:r>
            <a:r>
              <a:rPr lang="en-US" noProof="0"/>
              <a:t> </a:t>
            </a:r>
            <a:r>
              <a:rPr lang="en-US" noProof="0" err="1"/>
              <a:t>bearbeiten</a:t>
            </a:r>
            <a:endParaRPr lang="en-US" noProof="0"/>
          </a:p>
        </p:txBody>
      </p:sp>
      <p:pic>
        <p:nvPicPr>
          <p:cNvPr id="4" name="Siemens Logo" descr="Siemens logo">
            <a:extLst>
              <a:ext uri="{FF2B5EF4-FFF2-40B4-BE49-F238E27FC236}">
                <a16:creationId xmlns:a16="http://schemas.microsoft.com/office/drawing/2014/main" id="{0EF6BB07-4F4E-4859-9572-DA63E35B93A1}"/>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09BD8BE5-BFF2-469D-8B93-9556FCC45CF1}"/>
              </a:ext>
            </a:extLst>
          </p:cNvPr>
          <p:cNvSpPr>
            <a:spLocks noGrp="1"/>
          </p:cNvSpPr>
          <p:nvPr>
            <p:ph type="ftr" sz="quarter" idx="10"/>
          </p:nvPr>
        </p:nvSpPr>
        <p:spPr bwMode="black"/>
        <p:txBody>
          <a:bodyPr/>
          <a:lstStyle/>
          <a:p>
            <a:pPr>
              <a:lnSpc>
                <a:spcPct val="100000"/>
              </a:lnSpc>
            </a:pPr>
            <a:r>
              <a:rPr lang="en-US" noProof="0"/>
              <a:t>Unrestricted | © Siemens 2025 | September 2025</a:t>
            </a:r>
          </a:p>
        </p:txBody>
      </p:sp>
      <p:sp>
        <p:nvSpPr>
          <p:cNvPr id="3" name="Slide Number Placeholder">
            <a:extLst>
              <a:ext uri="{FF2B5EF4-FFF2-40B4-BE49-F238E27FC236}">
                <a16:creationId xmlns:a16="http://schemas.microsoft.com/office/drawing/2014/main" id="{F9372441-FA7E-4481-BBC2-24CB6D3017C8}"/>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0901903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tatement light">
    <p:spTree>
      <p:nvGrpSpPr>
        <p:cNvPr id="1" name=""/>
        <p:cNvGrpSpPr/>
        <p:nvPr/>
      </p:nvGrpSpPr>
      <p:grpSpPr>
        <a:xfrm>
          <a:off x="0" y="0"/>
          <a:ext cx="0" cy="0"/>
          <a:chOff x="0" y="0"/>
          <a:chExt cx="0" cy="0"/>
        </a:xfrm>
      </p:grpSpPr>
      <p:sp>
        <p:nvSpPr>
          <p:cNvPr id="8" name="Title" descr="Statement text frame">
            <a:extLst>
              <a:ext uri="{FF2B5EF4-FFF2-40B4-BE49-F238E27FC236}">
                <a16:creationId xmlns:a16="http://schemas.microsoft.com/office/drawing/2014/main" id="{39939C22-A735-46A9-A277-A4B1B330F31C}"/>
              </a:ext>
            </a:extLst>
          </p:cNvPr>
          <p:cNvSpPr>
            <a:spLocks noGrp="1"/>
          </p:cNvSpPr>
          <p:nvPr>
            <p:ph type="title" hasCustomPrompt="1"/>
          </p:nvPr>
        </p:nvSpPr>
        <p:spPr bwMode="black">
          <a:xfrm>
            <a:off x="986400" y="1271538"/>
            <a:ext cx="10800000" cy="4536000"/>
          </a:xfrm>
        </p:spPr>
        <p:txBody>
          <a:bodyPr lIns="0" tIns="0" rIns="0" bIns="0" anchor="t">
            <a:noAutofit/>
          </a:bodyPr>
          <a:lstStyle>
            <a:lvl1pPr>
              <a:lnSpc>
                <a:spcPct val="90000"/>
              </a:lnSpc>
              <a:defRPr sz="8000" b="0">
                <a:gradFill>
                  <a:gsLst>
                    <a:gs pos="20000">
                      <a:srgbClr val="00FFB9"/>
                    </a:gs>
                    <a:gs pos="70000">
                      <a:srgbClr val="00E6DC"/>
                    </a:gs>
                  </a:gsLst>
                  <a:lin ang="0" scaled="1"/>
                </a:gradFill>
              </a:defRPr>
            </a:lvl1pPr>
          </a:lstStyle>
          <a:p>
            <a:r>
              <a:rPr lang="en-US" noProof="0" err="1"/>
              <a:t>Titelformat</a:t>
            </a:r>
            <a:r>
              <a:rPr lang="en-US" noProof="0"/>
              <a:t> </a:t>
            </a:r>
            <a:r>
              <a:rPr lang="en-US" noProof="0" err="1"/>
              <a:t>durch</a:t>
            </a:r>
            <a:r>
              <a:rPr lang="en-US" noProof="0"/>
              <a:t> </a:t>
            </a:r>
            <a:r>
              <a:rPr lang="en-US" noProof="0" err="1"/>
              <a:t>Klicken</a:t>
            </a:r>
            <a:r>
              <a:rPr lang="en-US" noProof="0"/>
              <a:t> </a:t>
            </a:r>
            <a:r>
              <a:rPr lang="en-US" noProof="0" err="1"/>
              <a:t>bearbeiten</a:t>
            </a:r>
            <a:endParaRPr lang="en-US" noProof="0"/>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9F9E844-3827-4B6C-9CB5-13C9A70DCD4D}"/>
              </a:ext>
            </a:extLst>
          </p:cNvPr>
          <p:cNvSpPr>
            <a:spLocks noGrp="1"/>
          </p:cNvSpPr>
          <p:nvPr>
            <p:ph type="ftr" sz="quarter" idx="10"/>
          </p:nvPr>
        </p:nvSpPr>
        <p:spPr bwMode="black"/>
        <p:txBody>
          <a:bodyPr/>
          <a:lstStyle/>
          <a:p>
            <a:pPr>
              <a:lnSpc>
                <a:spcPct val="100000"/>
              </a:lnSpc>
            </a:pPr>
            <a:r>
              <a:rPr lang="en-US" noProof="0"/>
              <a:t>Unrestricted | © Siemens 2025 | September 2025</a:t>
            </a:r>
          </a:p>
        </p:txBody>
      </p:sp>
      <p:sp>
        <p:nvSpPr>
          <p:cNvPr id="3" name="Slide Number Placeholder">
            <a:extLst>
              <a:ext uri="{FF2B5EF4-FFF2-40B4-BE49-F238E27FC236}">
                <a16:creationId xmlns:a16="http://schemas.microsoft.com/office/drawing/2014/main" id="{D52C2AF7-8539-453F-BD56-35B696DB207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662145582"/>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descr="Slide headline">
            <a:extLst>
              <a:ext uri="{FF2B5EF4-FFF2-40B4-BE49-F238E27FC236}">
                <a16:creationId xmlns:a16="http://schemas.microsoft.com/office/drawing/2014/main" id="{B29E3DA4-014E-4F3D-8186-84366ADFCB03}"/>
              </a:ext>
            </a:extLst>
          </p:cNvPr>
          <p:cNvSpPr>
            <a:spLocks noGrp="1"/>
          </p:cNvSpPr>
          <p:nvPr>
            <p:ph type="title" hasCustomPrompt="1"/>
          </p:nvPr>
        </p:nvSpPr>
        <p:spPr bwMode="black">
          <a:xfrm>
            <a:off x="1058400" y="1234800"/>
            <a:ext cx="9216000" cy="1162523"/>
          </a:xfrm>
          <a:noFill/>
        </p:spPr>
        <p:txBody>
          <a:bodyPr wrap="square" lIns="0" tIns="54000" rIns="0" bIns="0" anchor="t" anchorCtr="0">
            <a:spAutoFit/>
          </a:bodyPr>
          <a:lstStyle>
            <a:lvl1pPr marL="0">
              <a:defRPr sz="8000">
                <a:solidFill>
                  <a:schemeClr val="tx1"/>
                </a:solidFill>
              </a:defRPr>
            </a:lvl1pPr>
          </a:lstStyle>
          <a:p>
            <a:r>
              <a:rPr lang="en-US" noProof="0" err="1"/>
              <a:t>Kontakt</a:t>
            </a:r>
            <a:endParaRPr lang="en-US" noProof="0"/>
          </a:p>
        </p:txBody>
      </p:sp>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solidFill>
                  <a:schemeClr val="tx1"/>
                </a:solidFill>
              </a:defRPr>
            </a:lvl2pPr>
            <a:lvl3pPr marL="144000" indent="-144000" algn="l">
              <a:spcAft>
                <a:spcPts val="0"/>
              </a:spcAft>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Tx/>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noProof="0" err="1"/>
              <a:t>Kontakt</a:t>
            </a:r>
            <a:r>
              <a:rPr lang="en-US" noProof="0"/>
              <a:t> </a:t>
            </a:r>
            <a:r>
              <a:rPr lang="en-US" noProof="0" err="1"/>
              <a:t>bearbeiten</a:t>
            </a:r>
            <a:endParaRPr lang="en-US" noProof="0"/>
          </a:p>
          <a:p>
            <a:pPr lvl="1"/>
            <a:r>
              <a:rPr lang="en-US" noProof="0"/>
              <a:t>Name etc.</a:t>
            </a:r>
          </a:p>
          <a:p>
            <a:pPr lvl="2"/>
            <a:r>
              <a:rPr lang="en-US" noProof="0" err="1"/>
              <a:t>Kompetenzen</a:t>
            </a:r>
            <a:r>
              <a:rPr lang="en-US" noProof="0"/>
              <a:t> etc.</a:t>
            </a:r>
          </a:p>
          <a:p>
            <a:pPr lvl="3"/>
            <a:r>
              <a:rPr lang="en-US" noProof="0"/>
              <a:t>Name </a:t>
            </a:r>
            <a:r>
              <a:rPr lang="en-US" noProof="0" err="1"/>
              <a:t>oder</a:t>
            </a:r>
            <a:r>
              <a:rPr lang="en-US" noProof="0"/>
              <a:t> </a:t>
            </a:r>
            <a:r>
              <a:rPr lang="en-US" noProof="0" err="1"/>
              <a:t>Unterebene</a:t>
            </a:r>
            <a:endParaRPr lang="en-US" noProof="0"/>
          </a:p>
          <a:p>
            <a:pPr lvl="4"/>
            <a:r>
              <a:rPr lang="en-US" noProof="0" err="1"/>
              <a:t>Kompetenzen</a:t>
            </a:r>
            <a:r>
              <a:rPr lang="en-US" noProof="0"/>
              <a:t> </a:t>
            </a:r>
            <a:r>
              <a:rPr lang="en-US" noProof="0" err="1"/>
              <a:t>oder</a:t>
            </a:r>
            <a:r>
              <a:rPr lang="en-US" noProof="0"/>
              <a:t> </a:t>
            </a:r>
            <a:r>
              <a:rPr lang="en-US" noProof="0" err="1"/>
              <a:t>Unterebene</a:t>
            </a:r>
            <a:endParaRPr lang="en-US" noProof="0"/>
          </a:p>
        </p:txBody>
      </p:sp>
      <p:pic>
        <p:nvPicPr>
          <p:cNvPr id="10" name="Siemens Logo" descr="Siemens logo">
            <a:extLst>
              <a:ext uri="{FF2B5EF4-FFF2-40B4-BE49-F238E27FC236}">
                <a16:creationId xmlns:a16="http://schemas.microsoft.com/office/drawing/2014/main" id="{5FD2C39E-5D81-4A0E-9F45-909328900889}"/>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pPr>
              <a:lnSpc>
                <a:spcPct val="100000"/>
              </a:lnSpc>
            </a:pPr>
            <a:r>
              <a:rPr lang="en-US" noProof="0"/>
              <a:t>Unrestricted | © Siemens 2025 | September 2025</a:t>
            </a:r>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6631606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Full Right Deep Blue">
    <p:bg>
      <p:bgRef idx="1001">
        <a:schemeClr val="bg2"/>
      </p:bgRef>
    </p:bg>
    <p:spTree>
      <p:nvGrpSpPr>
        <p:cNvPr id="1" name=""/>
        <p:cNvGrpSpPr/>
        <p:nvPr/>
      </p:nvGrpSpPr>
      <p:grpSpPr>
        <a:xfrm>
          <a:off x="0" y="0"/>
          <a:ext cx="0" cy="0"/>
          <a:chOff x="0" y="0"/>
          <a:chExt cx="0" cy="0"/>
        </a:xfrm>
      </p:grpSpPr>
      <p:sp>
        <p:nvSpPr>
          <p:cNvPr id="8" name="Picture Placeholder" descr="Thematic picture – please describe further">
            <a:extLst>
              <a:ext uri="{FF2B5EF4-FFF2-40B4-BE49-F238E27FC236}">
                <a16:creationId xmlns:a16="http://schemas.microsoft.com/office/drawing/2014/main" id="{DE552980-B82A-E3B1-8A4D-6CF86F19487A}"/>
              </a:ext>
            </a:extLst>
          </p:cNvPr>
          <p:cNvSpPr>
            <a:spLocks noGrp="1"/>
          </p:cNvSpPr>
          <p:nvPr>
            <p:ph type="pic" sz="quarter" idx="12" hasCustomPrompt="1"/>
          </p:nvPr>
        </p:nvSpPr>
        <p:spPr bwMode="ltGray">
          <a:xfrm>
            <a:off x="0" y="1"/>
            <a:ext cx="12192000" cy="6167438"/>
          </a:xfrm>
          <a:solidFill>
            <a:srgbClr val="9999A9"/>
          </a:solidFill>
        </p:spPr>
        <p:txBody>
          <a:bodyPr lIns="144000" tIns="108000" rIns="144000" bIns="108000"/>
          <a:lstStyle>
            <a:lvl1pPr marL="0" indent="0">
              <a:buNone/>
              <a:defRPr>
                <a:solidFill>
                  <a:schemeClr val="tx1"/>
                </a:solidFill>
              </a:defRPr>
            </a:lvl1pPr>
          </a:lstStyle>
          <a:p>
            <a:r>
              <a:rPr lang="en-US" noProof="0"/>
              <a:t>Thematic picture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Unrestricted | © Siemens 2025 | September 2025</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
        <p:nvSpPr>
          <p:cNvPr id="11" name="Text Placeholder 10">
            <a:extLst>
              <a:ext uri="{FF2B5EF4-FFF2-40B4-BE49-F238E27FC236}">
                <a16:creationId xmlns:a16="http://schemas.microsoft.com/office/drawing/2014/main" id="{0FFF1ECF-BC52-43AF-7B3E-03012AAAFC48}"/>
              </a:ext>
            </a:extLst>
          </p:cNvPr>
          <p:cNvSpPr>
            <a:spLocks noGrp="1"/>
          </p:cNvSpPr>
          <p:nvPr>
            <p:ph type="body" sz="quarter" idx="13"/>
          </p:nvPr>
        </p:nvSpPr>
        <p:spPr>
          <a:xfrm>
            <a:off x="268432" y="1788834"/>
            <a:ext cx="5439600" cy="3340800"/>
          </a:xfrm>
          <a:blipFill>
            <a:blip r:embed="rId4" cstate="screen">
              <a:extLst>
                <a:ext uri="{28A0092B-C50C-407E-A947-70E740481C1C}">
                  <a14:useLocalDpi xmlns:a14="http://schemas.microsoft.com/office/drawing/2010/main"/>
                </a:ext>
              </a:extLst>
            </a:blip>
            <a:stretch>
              <a:fillRect/>
            </a:stretch>
          </a:blipFill>
        </p:spPr>
        <p:txBody>
          <a:bodyPr lIns="144000" tIns="54000" rIns="144000" bIns="54000"/>
          <a:lstStyle>
            <a:lvl1pPr marL="0">
              <a:spcAft>
                <a:spcPts val="1200"/>
              </a:spcAft>
              <a:defRPr>
                <a:noFill/>
              </a:defRPr>
            </a:lvl1pPr>
            <a:lvl2pPr marL="0" indent="0">
              <a:spcAft>
                <a:spcPts val="0"/>
              </a:spcAft>
              <a:buNone/>
              <a:defRPr sz="1200" b="1">
                <a:noFill/>
              </a:defRPr>
            </a:lvl2pPr>
            <a:lvl3pPr marL="0" indent="0">
              <a:spcAft>
                <a:spcPts val="0"/>
              </a:spcAft>
              <a:buNone/>
              <a:defRPr sz="1200">
                <a:noFill/>
              </a:defRPr>
            </a:lvl3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FDDB16A7-0C63-EFC9-BA38-4F98E9A354A4}"/>
              </a:ext>
            </a:extLst>
          </p:cNvPr>
          <p:cNvSpPr>
            <a:spLocks noGrp="1"/>
          </p:cNvSpPr>
          <p:nvPr>
            <p:ph type="body" sz="quarter" idx="14" hasCustomPrompt="1"/>
          </p:nvPr>
        </p:nvSpPr>
        <p:spPr>
          <a:xfrm>
            <a:off x="410400" y="-300"/>
            <a:ext cx="907200" cy="648000"/>
          </a:xfrm>
          <a:blipFill>
            <a:blip r:embed="rId5">
              <a:extLst>
                <a:ext uri="{96DAC541-7B7A-43D3-8B79-37D633B846F1}">
                  <asvg:svgBlip xmlns:asvg="http://schemas.microsoft.com/office/drawing/2016/SVG/main" r:embed="rId6"/>
                </a:ext>
              </a:extLst>
            </a:blip>
            <a:stretch>
              <a:fillRect/>
            </a:stretch>
          </a:blipFill>
        </p:spPr>
        <p:txBody>
          <a:bodyPr anchor="ctr"/>
          <a:lstStyle>
            <a:lvl1pPr algn="ctr">
              <a:defRPr>
                <a:noFill/>
              </a:defRPr>
            </a:lvl1pPr>
          </a:lstStyle>
          <a:p>
            <a:pPr lvl="0"/>
            <a:r>
              <a:rPr lang="en-US"/>
              <a:t>Marks</a:t>
            </a:r>
          </a:p>
        </p:txBody>
      </p:sp>
    </p:spTree>
    <p:extLst>
      <p:ext uri="{BB962C8B-B14F-4D97-AF65-F5344CB8AC3E}">
        <p14:creationId xmlns:p14="http://schemas.microsoft.com/office/powerpoint/2010/main" val="7005561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Deep Blue 8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dirty="0"/>
              <a:t>Title chart, </a:t>
            </a:r>
            <a:br>
              <a:rPr lang="en-US" dirty="0"/>
            </a:br>
            <a:r>
              <a:rPr lang="en-US" dirty="0"/>
              <a:t>Arial, 80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7" name="Siemens Logo" descr="Siemens logo">
            <a:extLst>
              <a:ext uri="{FF2B5EF4-FFF2-40B4-BE49-F238E27FC236}">
                <a16:creationId xmlns:a16="http://schemas.microsoft.com/office/drawing/2014/main" id="{670C6E6A-0191-4020-A084-BB23C7AE6B0D}"/>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29400237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Deep Blue 6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dirty="0"/>
              <a:t>Title chart, </a:t>
            </a:r>
            <a:br>
              <a:rPr lang="en-US" dirty="0"/>
            </a:br>
            <a:r>
              <a:rPr lang="en-US" dirty="0"/>
              <a:t>Arial Regular, 60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7" name="Siemens Logo" descr="Siemens logo">
            <a:extLst>
              <a:ext uri="{FF2B5EF4-FFF2-40B4-BE49-F238E27FC236}">
                <a16:creationId xmlns:a16="http://schemas.microsoft.com/office/drawing/2014/main" id="{092D1760-10AA-43FB-AC0B-074FF5007194}"/>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21007942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Deep Blue 4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dirty="0"/>
              <a:t>Title chart,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7" name="Siemens Logo" descr="Siemens logo">
            <a:extLst>
              <a:ext uri="{FF2B5EF4-FFF2-40B4-BE49-F238E27FC236}">
                <a16:creationId xmlns:a16="http://schemas.microsoft.com/office/drawing/2014/main" id="{BC293230-94BC-41FA-A2D9-E9259B125F84}"/>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26181788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dirty="0"/>
              <a:t>Title chart, </a:t>
            </a:r>
            <a:br>
              <a:rPr lang="en-US" dirty="0"/>
            </a:br>
            <a:r>
              <a:rPr lang="en-US" dirty="0"/>
              <a:t>Arial, 80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22519431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dirty="0"/>
              <a:t>Title chart, </a:t>
            </a:r>
            <a:br>
              <a:rPr lang="en-US" dirty="0"/>
            </a:br>
            <a:r>
              <a:rPr lang="en-US" dirty="0"/>
              <a:t>Arial Regular, 60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3395921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dirty="0"/>
              <a:t>Title chart,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42447489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dirty="0"/>
              <a:t>Title chart, </a:t>
            </a:r>
            <a:br>
              <a:rPr lang="en-US" dirty="0"/>
            </a:br>
            <a:r>
              <a:rPr lang="en-US" dirty="0"/>
              <a:t>Arial, 80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39390170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dirty="0"/>
              <a:t>Title chart, </a:t>
            </a:r>
            <a:br>
              <a:rPr lang="en-US" dirty="0"/>
            </a:br>
            <a:r>
              <a:rPr lang="en-US" dirty="0"/>
              <a:t>Arial Regular, 60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6043619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dirty="0"/>
              <a:t>Title chart,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25843261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2"/>
                </a:solidFill>
              </a:defRPr>
            </a:lvl1pPr>
          </a:lstStyle>
          <a:p>
            <a:r>
              <a:rPr lang="en-US" dirty="0"/>
              <a:t>Title chart, </a:t>
            </a:r>
            <a:br>
              <a:rPr lang="en-US" dirty="0"/>
            </a:br>
            <a:r>
              <a:rPr lang="en-US" dirty="0"/>
              <a:t>Arial, 80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r>
              <a:rPr lang="en-US" dirty="0"/>
              <a:t>Restricted | © Siemens 20XX | Author | Department | YYYY-MM-DD</a:t>
            </a:r>
          </a:p>
        </p:txBody>
      </p:sp>
    </p:spTree>
    <p:extLst>
      <p:ext uri="{BB962C8B-B14F-4D97-AF65-F5344CB8AC3E}">
        <p14:creationId xmlns:p14="http://schemas.microsoft.com/office/powerpoint/2010/main" val="4516045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2"/>
                </a:solidFill>
              </a:defRPr>
            </a:lvl1pPr>
          </a:lstStyle>
          <a:p>
            <a:r>
              <a:rPr lang="en-US" dirty="0"/>
              <a:t>Title chart, </a:t>
            </a:r>
            <a:br>
              <a:rPr lang="en-US" dirty="0"/>
            </a:br>
            <a:r>
              <a:rPr lang="en-US" dirty="0"/>
              <a:t>Arial Regular, 60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r>
              <a:rPr lang="en-US" dirty="0"/>
              <a:t>Restricted | © Siemens 20XX | Author | Department | YYYY-MM-DD</a:t>
            </a:r>
          </a:p>
        </p:txBody>
      </p:sp>
    </p:spTree>
    <p:extLst>
      <p:ext uri="{BB962C8B-B14F-4D97-AF65-F5344CB8AC3E}">
        <p14:creationId xmlns:p14="http://schemas.microsoft.com/office/powerpoint/2010/main" val="37818699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2"/>
                </a:solidFill>
              </a:defRPr>
            </a:lvl1pPr>
          </a:lstStyle>
          <a:p>
            <a:r>
              <a:rPr lang="en-US" dirty="0"/>
              <a:t>Title chart,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r>
              <a:rPr lang="en-US" dirty="0"/>
              <a:t>Restricted | © Siemens 20XX | Author | Department | YYYY-MM-DD</a:t>
            </a:r>
          </a:p>
        </p:txBody>
      </p:sp>
    </p:spTree>
    <p:extLst>
      <p:ext uri="{BB962C8B-B14F-4D97-AF65-F5344CB8AC3E}">
        <p14:creationId xmlns:p14="http://schemas.microsoft.com/office/powerpoint/2010/main" val="6111754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dirty="0"/>
              <a:t>Title chart, </a:t>
            </a:r>
            <a:br>
              <a:rPr lang="en-US" dirty="0"/>
            </a:br>
            <a:r>
              <a:rPr lang="en-US" dirty="0"/>
              <a:t>Arial, 80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39500563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dirty="0"/>
              <a:t>Title chart, </a:t>
            </a:r>
            <a:br>
              <a:rPr lang="en-US" dirty="0"/>
            </a:br>
            <a:r>
              <a:rPr lang="en-US" dirty="0"/>
              <a:t>Arial Regular, 60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23470131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dirty="0"/>
              <a:t>Title chart,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1056675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dirty="0"/>
              <a:t>Title chart, </a:t>
            </a:r>
            <a:br>
              <a:rPr lang="en-US" dirty="0"/>
            </a:br>
            <a:r>
              <a:rPr lang="en-US" dirty="0"/>
              <a:t>Arial, 80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33805000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dirty="0"/>
              <a:t>Title chart, </a:t>
            </a:r>
            <a:br>
              <a:rPr lang="en-US" dirty="0"/>
            </a:br>
            <a:r>
              <a:rPr lang="en-US" dirty="0"/>
              <a:t>Arial Regular, 60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8294683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dirty="0"/>
              <a:t>Title chart,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922456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dirty="0"/>
              <a:t>Title chart, </a:t>
            </a:r>
            <a:br>
              <a:rPr lang="en-US" dirty="0"/>
            </a:br>
            <a:r>
              <a:rPr lang="en-US" dirty="0"/>
              <a:t>Arial, 80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5559896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dirty="0"/>
              <a:t>Title chart, </a:t>
            </a:r>
            <a:br>
              <a:rPr lang="en-US" dirty="0"/>
            </a:br>
            <a:r>
              <a:rPr lang="en-US" dirty="0"/>
              <a:t>Arial Regular, 60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35593473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dirty="0"/>
              <a:t>Title chart,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9807526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dirty="0"/>
              <a:t>Title chart, </a:t>
            </a:r>
            <a:br>
              <a:rPr lang="en-US" dirty="0"/>
            </a:br>
            <a:r>
              <a:rPr lang="en-US" dirty="0"/>
              <a:t>Arial, 80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7886102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dirty="0"/>
              <a:t>Title chart, </a:t>
            </a:r>
            <a:br>
              <a:rPr lang="en-US" dirty="0"/>
            </a:br>
            <a:r>
              <a:rPr lang="en-US" dirty="0"/>
              <a:t>Arial Regular, 60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8346514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dirty="0"/>
              <a:t>Title chart,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0215649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dirty="0"/>
              <a:t>Title chart, </a:t>
            </a:r>
            <a:br>
              <a:rPr lang="en-US" dirty="0"/>
            </a:br>
            <a:r>
              <a:rPr lang="en-US" dirty="0"/>
              <a:t>Arial, 80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2839437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dirty="0"/>
              <a:t>Title chart, </a:t>
            </a:r>
            <a:br>
              <a:rPr lang="en-US" dirty="0"/>
            </a:br>
            <a:r>
              <a:rPr lang="en-US" dirty="0"/>
              <a:t>Arial Regular, 60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714952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dirty="0"/>
              <a:t>Title chart,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8785203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dirty="0"/>
              <a:t>Title chart, </a:t>
            </a:r>
            <a:br>
              <a:rPr lang="en-US" dirty="0"/>
            </a:br>
            <a:r>
              <a:rPr lang="en-US" dirty="0"/>
              <a:t>Arial, 80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323327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dirty="0"/>
              <a:t>Title chart, </a:t>
            </a:r>
            <a:br>
              <a:rPr lang="en-US" dirty="0"/>
            </a:br>
            <a:r>
              <a:rPr lang="en-US" dirty="0"/>
              <a:t>Arial Regular, 60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0183788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dirty="0"/>
              <a:t>Title chart,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26663963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le picture dark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dirty="0"/>
              <a:t>Title chart with picture, </a:t>
            </a:r>
            <a:br>
              <a:rPr lang="en-US" dirty="0"/>
            </a:br>
            <a:r>
              <a:rPr lang="en-US" dirty="0"/>
              <a:t>Arial Regular, 48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dirty="0"/>
              <a:t>Subhead for headline size 48 </a:t>
            </a:r>
            <a:r>
              <a:rPr lang="en-US" dirty="0" err="1"/>
              <a:t>pt</a:t>
            </a:r>
            <a:endParaRPr lang="en-US" dirty="0"/>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dirty="0"/>
              <a:t>Title picture</a:t>
            </a:r>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1800771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dirty="0"/>
              <a:t>Title chart with picture, </a:t>
            </a:r>
            <a:br>
              <a:rPr lang="en-US" dirty="0"/>
            </a:br>
            <a:r>
              <a:rPr lang="en-US" dirty="0"/>
              <a:t>Arial Regular, 40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40 </a:t>
            </a:r>
            <a:r>
              <a:rPr lang="en-US" dirty="0" err="1"/>
              <a:t>pt</a:t>
            </a:r>
            <a:endParaRPr lang="en-US" dirty="0"/>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dirty="0"/>
              <a:t>Title picture</a:t>
            </a:r>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6299057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itle picture dark 36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1"/>
                </a:solidFill>
              </a:defRPr>
            </a:lvl1pPr>
          </a:lstStyle>
          <a:p>
            <a:r>
              <a:rPr lang="en-US" dirty="0"/>
              <a:t>Title chart with picture, </a:t>
            </a:r>
            <a:br>
              <a:rPr lang="en-US" dirty="0"/>
            </a:br>
            <a:r>
              <a:rPr lang="en-US" dirty="0"/>
              <a:t>Arial Regular, 36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36 </a:t>
            </a:r>
            <a:r>
              <a:rPr lang="en-US" dirty="0" err="1"/>
              <a:t>pt</a:t>
            </a:r>
            <a:endParaRPr lang="en-US" dirty="0"/>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dirty="0"/>
              <a:t>Title picture</a:t>
            </a:r>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25532273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6FD70AD7-1356-4F56-BCF5-60206B8893D8}"/>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dirty="0"/>
              <a:t>Title chart with picture, </a:t>
            </a:r>
            <a:br>
              <a:rPr lang="en-US" dirty="0"/>
            </a:br>
            <a:r>
              <a:rPr lang="en-US" dirty="0"/>
              <a:t>Arial Regular, 48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dirty="0"/>
              <a:t>Subhead for headline size 48 </a:t>
            </a:r>
            <a:r>
              <a:rPr lang="en-US" dirty="0" err="1"/>
              <a:t>pt</a:t>
            </a:r>
            <a:endParaRPr lang="en-US" dirty="0"/>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dirty="0"/>
              <a:t>Title picture</a:t>
            </a:r>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28755000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picture Gradient 40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BC751AD9-F368-4030-BEF3-878CBEED0E5B}"/>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dirty="0"/>
              <a:t>Title chart with picture, </a:t>
            </a:r>
            <a:br>
              <a:rPr lang="en-US" dirty="0"/>
            </a:br>
            <a:r>
              <a:rPr lang="en-US" dirty="0"/>
              <a:t>Arial Regular, 40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40 </a:t>
            </a:r>
            <a:r>
              <a:rPr lang="en-US" dirty="0" err="1"/>
              <a:t>pt</a:t>
            </a:r>
            <a:endParaRPr lang="en-US" dirty="0"/>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dirty="0"/>
              <a:t>Title picture</a:t>
            </a:r>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18917276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picture Gradient 36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0F638833-9358-4A10-8860-60EC0C65D974}"/>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1"/>
                </a:solidFill>
              </a:defRPr>
            </a:lvl1pPr>
          </a:lstStyle>
          <a:p>
            <a:r>
              <a:rPr lang="en-US" dirty="0"/>
              <a:t>Title chart with picture, </a:t>
            </a:r>
            <a:br>
              <a:rPr lang="en-US" dirty="0"/>
            </a:br>
            <a:r>
              <a:rPr lang="en-US" dirty="0"/>
              <a:t>Arial Regular, 36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36 </a:t>
            </a:r>
            <a:r>
              <a:rPr lang="en-US" dirty="0" err="1"/>
              <a:t>pt</a:t>
            </a:r>
            <a:endParaRPr lang="en-US" dirty="0"/>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dirty="0"/>
              <a:t>Title picture</a:t>
            </a:r>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dirty="0"/>
              <a:t>Restricted | © Siemens 20XX | Author | Department | YYYY-MM-DD</a:t>
            </a:r>
          </a:p>
        </p:txBody>
      </p:sp>
    </p:spTree>
    <p:extLst>
      <p:ext uri="{BB962C8B-B14F-4D97-AF65-F5344CB8AC3E}">
        <p14:creationId xmlns:p14="http://schemas.microsoft.com/office/powerpoint/2010/main" val="9897841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picture light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2"/>
                </a:solidFill>
              </a:defRPr>
            </a:lvl1pPr>
          </a:lstStyle>
          <a:p>
            <a:r>
              <a:rPr lang="en-US" dirty="0"/>
              <a:t>Title chart with picture, </a:t>
            </a:r>
            <a:br>
              <a:rPr lang="en-US" dirty="0"/>
            </a:br>
            <a:r>
              <a:rPr lang="en-US" dirty="0"/>
              <a:t>Arial Regular, 48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2"/>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dirty="0"/>
              <a:t>Subhead for headline size 48 </a:t>
            </a:r>
            <a:r>
              <a:rPr lang="en-US" dirty="0" err="1"/>
              <a:t>pt</a:t>
            </a:r>
            <a:endParaRPr lang="en-US" dirty="0"/>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dirty="0"/>
              <a:t>Title picture</a:t>
            </a:r>
          </a:p>
        </p:txBody>
      </p:sp>
      <p:pic>
        <p:nvPicPr>
          <p:cNvPr id="9" name="Siemens Logo" descr="Siemens logo">
            <a:extLst>
              <a:ext uri="{FF2B5EF4-FFF2-40B4-BE49-F238E27FC236}">
                <a16:creationId xmlns:a16="http://schemas.microsoft.com/office/drawing/2014/main" id="{46D369A7-07BD-4B91-9E53-807AAAF0C30C}"/>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1"/>
                </a:solidFill>
              </a:defRPr>
            </a:lvl1pPr>
          </a:lstStyle>
          <a:p>
            <a:r>
              <a:rPr lang="en-US"/>
              <a:t>Restricted | © Siemens 20XX | Author | Department | YYYY-MM-DD</a:t>
            </a:r>
            <a:endParaRPr lang="en-US" dirty="0"/>
          </a:p>
        </p:txBody>
      </p:sp>
    </p:spTree>
    <p:extLst>
      <p:ext uri="{BB962C8B-B14F-4D97-AF65-F5344CB8AC3E}">
        <p14:creationId xmlns:p14="http://schemas.microsoft.com/office/powerpoint/2010/main" val="29383715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picture light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2"/>
                </a:solidFill>
              </a:defRPr>
            </a:lvl1pPr>
          </a:lstStyle>
          <a:p>
            <a:r>
              <a:rPr lang="en-US" dirty="0"/>
              <a:t>Title chart with picture, </a:t>
            </a:r>
            <a:br>
              <a:rPr lang="en-US" dirty="0"/>
            </a:br>
            <a:r>
              <a:rPr lang="en-US" dirty="0"/>
              <a:t>Arial Regular, 40 </a:t>
            </a:r>
            <a:r>
              <a:rPr lang="en-US" dirty="0" err="1"/>
              <a:t>pt</a:t>
            </a:r>
            <a:endParaRPr lang="en-US" dirty="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2"/>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40 </a:t>
            </a:r>
            <a:r>
              <a:rPr lang="en-US" dirty="0" err="1"/>
              <a:t>pt</a:t>
            </a:r>
            <a:endParaRPr lang="en-US" dirty="0"/>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dirty="0"/>
              <a:t>Title picture</a:t>
            </a:r>
          </a:p>
        </p:txBody>
      </p:sp>
      <p:pic>
        <p:nvPicPr>
          <p:cNvPr id="9" name="Siemens Logo" descr="Siemens logo">
            <a:extLst>
              <a:ext uri="{FF2B5EF4-FFF2-40B4-BE49-F238E27FC236}">
                <a16:creationId xmlns:a16="http://schemas.microsoft.com/office/drawing/2014/main" id="{DC2D4109-C5C2-42BB-B5A0-2F6793388E2C}"/>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1"/>
                </a:solidFill>
              </a:defRPr>
            </a:lvl1pPr>
          </a:lstStyle>
          <a:p>
            <a:r>
              <a:rPr lang="en-US"/>
              <a:t>Restricted | © Siemens 20XX | Author | Department | YYYY-MM-DD</a:t>
            </a:r>
            <a:endParaRPr lang="en-US" dirty="0"/>
          </a:p>
        </p:txBody>
      </p:sp>
    </p:spTree>
    <p:extLst>
      <p:ext uri="{BB962C8B-B14F-4D97-AF65-F5344CB8AC3E}">
        <p14:creationId xmlns:p14="http://schemas.microsoft.com/office/powerpoint/2010/main" val="14445986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picture light 36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2"/>
                </a:solidFill>
              </a:defRPr>
            </a:lvl1pPr>
          </a:lstStyle>
          <a:p>
            <a:r>
              <a:rPr lang="en-US" dirty="0"/>
              <a:t>Title chart with picture, </a:t>
            </a:r>
            <a:br>
              <a:rPr lang="en-US" dirty="0"/>
            </a:br>
            <a:r>
              <a:rPr lang="en-US" dirty="0"/>
              <a:t>Arial Regular, 36 </a:t>
            </a:r>
            <a:r>
              <a:rPr lang="en-US" dirty="0" err="1"/>
              <a:t>pt</a:t>
            </a:r>
            <a:r>
              <a:rPr lang="en-US" dirty="0"/>
              <a:t>,</a:t>
            </a:r>
            <a:br>
              <a:rPr lang="en-US" dirty="0"/>
            </a:br>
            <a:r>
              <a:rPr lang="en-US" dirty="0"/>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2"/>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36 </a:t>
            </a:r>
            <a:r>
              <a:rPr lang="en-US" dirty="0" err="1"/>
              <a:t>pt</a:t>
            </a:r>
            <a:endParaRPr lang="en-US" dirty="0"/>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dirty="0"/>
              <a:t>Title picture</a:t>
            </a:r>
          </a:p>
        </p:txBody>
      </p:sp>
      <p:pic>
        <p:nvPicPr>
          <p:cNvPr id="9" name="Siemens Logo" descr="Siemens logo">
            <a:extLst>
              <a:ext uri="{FF2B5EF4-FFF2-40B4-BE49-F238E27FC236}">
                <a16:creationId xmlns:a16="http://schemas.microsoft.com/office/drawing/2014/main" id="{298AE3DB-A74B-4AD6-A37C-FBCFB647B93F}"/>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1"/>
                </a:solidFill>
              </a:defRPr>
            </a:lvl1pPr>
          </a:lstStyle>
          <a:p>
            <a:r>
              <a:rPr lang="en-US"/>
              <a:t>Restricted | © Siemens 20XX | Author | Department | YYYY-MM-DD</a:t>
            </a:r>
            <a:endParaRPr lang="en-US" dirty="0"/>
          </a:p>
        </p:txBody>
      </p:sp>
    </p:spTree>
    <p:extLst>
      <p:ext uri="{BB962C8B-B14F-4D97-AF65-F5344CB8AC3E}">
        <p14:creationId xmlns:p14="http://schemas.microsoft.com/office/powerpoint/2010/main" val="42099540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1"/>
                </a:solidFill>
              </a:defRPr>
            </a:lvl1pPr>
          </a:lstStyle>
          <a:p>
            <a:r>
              <a:rPr lang="en-US" dirty="0"/>
              <a:t>Chapter divider, </a:t>
            </a:r>
            <a:br>
              <a:rPr lang="en-US" dirty="0"/>
            </a:br>
            <a:r>
              <a:rPr lang="en-US" dirty="0"/>
              <a:t>Arial Regular, 80 </a:t>
            </a:r>
            <a:r>
              <a:rPr lang="en-US" dirty="0" err="1"/>
              <a:t>pt</a:t>
            </a:r>
            <a:endParaRPr lang="en-US" dirty="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dirty="0"/>
              <a:t>Restricted | © Siemens 20XX | Author | Department | YYYY-MM-DD</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2966359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1"/>
                </a:solidFill>
              </a:defRPr>
            </a:lvl1pPr>
          </a:lstStyle>
          <a:p>
            <a:r>
              <a:rPr lang="en-US" dirty="0"/>
              <a:t>Chapter divider, </a:t>
            </a:r>
            <a:br>
              <a:rPr lang="en-US" dirty="0"/>
            </a:br>
            <a:r>
              <a:rPr lang="en-US" dirty="0"/>
              <a:t>Arial Regular, 60 </a:t>
            </a:r>
            <a:r>
              <a:rPr lang="en-US" dirty="0" err="1"/>
              <a:t>pt</a:t>
            </a:r>
            <a:br>
              <a:rPr lang="en-US" dirty="0"/>
            </a:br>
            <a:r>
              <a:rPr lang="en-US" dirty="0"/>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r>
              <a:rPr lang="en-US" dirty="0"/>
              <a:t>Restricted | © Siemens 20XX | Author | Department | YYYY-MM-DD</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32080787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Chapter title dark 4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tx1"/>
                </a:solidFill>
              </a:defRPr>
            </a:lvl1pPr>
          </a:lstStyle>
          <a:p>
            <a:r>
              <a:rPr lang="en-US" dirty="0"/>
              <a:t>Chapter divider,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p>
            <a:r>
              <a:rPr lang="en-US" dirty="0"/>
              <a:t>Restricted | © Siemens 20XX | Author | Department | YYYY-MM-DD</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9856657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Chapter title color 80pt">
    <p:bg>
      <p:bgRef idx="1001">
        <a:schemeClr val="bg1"/>
      </p:bgRef>
    </p:bg>
    <p:spTree>
      <p:nvGrpSpPr>
        <p:cNvPr id="1" name=""/>
        <p:cNvGrpSpPr/>
        <p:nvPr/>
      </p:nvGrpSpPr>
      <p:grpSpPr>
        <a:xfrm>
          <a:off x="0" y="0"/>
          <a:ext cx="0" cy="0"/>
          <a:chOff x="0" y="0"/>
          <a:chExt cx="0" cy="0"/>
        </a:xfrm>
      </p:grpSpPr>
      <p:sp>
        <p:nvSpPr>
          <p:cNvPr id="2" name="Color Stage">
            <a:extLst>
              <a:ext uri="{FF2B5EF4-FFF2-40B4-BE49-F238E27FC236}">
                <a16:creationId xmlns:a16="http://schemas.microsoft.com/office/drawing/2014/main" id="{A71FD435-3CF0-4700-A204-51B8FECDB0E5}"/>
              </a:ext>
            </a:extLst>
          </p:cNvPr>
          <p:cNvSpPr/>
          <p:nvPr userDrawn="1"/>
        </p:nvSpPr>
        <p:spPr bwMode="hidden">
          <a:xfrm>
            <a:off x="0" y="0"/>
            <a:ext cx="12192000" cy="6166800"/>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2"/>
                </a:solidFill>
              </a:defRPr>
            </a:lvl1pPr>
          </a:lstStyle>
          <a:p>
            <a:r>
              <a:rPr lang="en-US" dirty="0"/>
              <a:t>Chapter divider, </a:t>
            </a:r>
            <a:br>
              <a:rPr lang="en-US" dirty="0"/>
            </a:br>
            <a:r>
              <a:rPr lang="en-US" dirty="0"/>
              <a:t>Arial Regular, 80 </a:t>
            </a:r>
            <a:r>
              <a:rPr lang="en-US" dirty="0" err="1"/>
              <a:t>pt</a:t>
            </a:r>
            <a:endParaRPr lang="en-US" dirty="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9" name="Siemens Logo" descr="Siemens logo">
            <a:extLst>
              <a:ext uri="{FF2B5EF4-FFF2-40B4-BE49-F238E27FC236}">
                <a16:creationId xmlns:a16="http://schemas.microsoft.com/office/drawing/2014/main" id="{BDD73C6A-6099-483E-9C34-F604024F2575}"/>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dirty="0"/>
              <a:t>Restricted | © Siemens 20XX | Author | Department | YYYY-MM-DD</a:t>
            </a:r>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4033775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Chapter title color 60pt">
    <p:bg>
      <p:bgRef idx="1001">
        <a:schemeClr val="bg1"/>
      </p:bgRef>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A236A90B-8F03-45C0-87DD-5479E8376B64}"/>
              </a:ext>
            </a:extLst>
          </p:cNvPr>
          <p:cNvSpPr/>
          <p:nvPr userDrawn="1"/>
        </p:nvSpPr>
        <p:spPr bwMode="hidden">
          <a:xfrm>
            <a:off x="0" y="0"/>
            <a:ext cx="12192000" cy="6166800"/>
          </a:xfrm>
          <a:prstGeom prst="rect">
            <a:avLst/>
          </a:prstGeom>
          <a:solidFill>
            <a:srgbClr val="00E6D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2"/>
                </a:solidFill>
              </a:defRPr>
            </a:lvl1pPr>
          </a:lstStyle>
          <a:p>
            <a:r>
              <a:rPr lang="en-US" dirty="0"/>
              <a:t>Chapter divider, </a:t>
            </a:r>
            <a:br>
              <a:rPr lang="en-US" dirty="0"/>
            </a:br>
            <a:r>
              <a:rPr lang="en-US" dirty="0"/>
              <a:t>Arial Regular, 60 </a:t>
            </a:r>
            <a:r>
              <a:rPr lang="en-US" dirty="0" err="1"/>
              <a:t>pt</a:t>
            </a:r>
            <a:br>
              <a:rPr lang="en-US" dirty="0"/>
            </a:br>
            <a:r>
              <a:rPr lang="en-US" dirty="0"/>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7" name="Siemens Logo" descr="Siemens logo">
            <a:extLst>
              <a:ext uri="{FF2B5EF4-FFF2-40B4-BE49-F238E27FC236}">
                <a16:creationId xmlns:a16="http://schemas.microsoft.com/office/drawing/2014/main" id="{ECFA8B97-DE99-4B15-8C8C-3748FA022B72}"/>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lvl1pPr>
              <a:defRPr>
                <a:solidFill>
                  <a:schemeClr val="tx1"/>
                </a:solidFill>
              </a:defRPr>
            </a:lvl1pPr>
          </a:lstStyle>
          <a:p>
            <a:r>
              <a:rPr lang="en-US"/>
              <a:t>Restricted | © Siemens 20XX | Author | Department | YYYY-MM-DD</a:t>
            </a:r>
            <a:endParaRPr lang="en-US" dirty="0"/>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1"/>
                </a:solidFill>
              </a:defRPr>
            </a:lvl1pPr>
          </a:lstStyle>
          <a:p>
            <a:r>
              <a:rPr lang="en-US"/>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5786424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Chapter title color 40pt">
    <p:bg>
      <p:bgRef idx="1001">
        <a:schemeClr val="bg1"/>
      </p:bgRef>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40C63E25-48A4-43B2-BEE6-D2FE79309C83}"/>
              </a:ext>
            </a:extLst>
          </p:cNvPr>
          <p:cNvSpPr/>
          <p:nvPr userDrawn="1"/>
        </p:nvSpPr>
        <p:spPr bwMode="hidden">
          <a:xfrm>
            <a:off x="0" y="0"/>
            <a:ext cx="12192000" cy="6166800"/>
          </a:xfrm>
          <a:prstGeom prst="rect">
            <a:avLst/>
          </a:prstGeom>
          <a:gradFill>
            <a:gsLst>
              <a:gs pos="40000">
                <a:srgbClr val="00FFB9"/>
              </a:gs>
              <a:gs pos="100000">
                <a:srgbClr val="00E6DC"/>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EN" dirty="0"/>
          </a:p>
        </p:txBody>
      </p:sp>
      <p:sp>
        <p:nvSpPr>
          <p:cNvPr id="9" name="Color Stage">
            <a:extLst>
              <a:ext uri="{FF2B5EF4-FFF2-40B4-BE49-F238E27FC236}">
                <a16:creationId xmlns:a16="http://schemas.microsoft.com/office/drawing/2014/main" id="{0C524D66-9942-450A-A90F-E7A0CC42EC73}"/>
              </a:ext>
            </a:extLst>
          </p:cNvPr>
          <p:cNvSpPr/>
          <p:nvPr userDrawn="1"/>
        </p:nvSpPr>
        <p:spPr>
          <a:xfrm>
            <a:off x="0" y="1414463"/>
            <a:ext cx="12192000" cy="4752337"/>
          </a:xfrm>
          <a:prstGeom prst="rect">
            <a:avLst/>
          </a:prstGeom>
          <a:gradFill flip="none" rotWithShape="1">
            <a:gsLst>
              <a:gs pos="0">
                <a:srgbClr val="00FFB9"/>
              </a:gs>
              <a:gs pos="100000">
                <a:schemeClr val="bg2">
                  <a:alpha val="0"/>
                </a:schemeClr>
              </a:gs>
              <a:gs pos="40000">
                <a:srgbClr val="00FFB9">
                  <a:alpha val="5000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dirty="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tx2"/>
                </a:solidFill>
              </a:defRPr>
            </a:lvl1pPr>
          </a:lstStyle>
          <a:p>
            <a:r>
              <a:rPr lang="en-US" dirty="0"/>
              <a:t>Chapter divider,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7" name="Siemens Logo" descr="Siemens logo">
            <a:extLst>
              <a:ext uri="{FF2B5EF4-FFF2-40B4-BE49-F238E27FC236}">
                <a16:creationId xmlns:a16="http://schemas.microsoft.com/office/drawing/2014/main" id="{CCD0B8A8-7DE9-432C-82EA-6468E4BB565F}"/>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p>
            <a:r>
              <a:rPr lang="en-US" dirty="0"/>
              <a:t>Restricted | © Siemens 20XX | Author | Department | YYYY-MM-DD</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53984167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Chapter title light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2"/>
                </a:solidFill>
              </a:defRPr>
            </a:lvl1pPr>
          </a:lstStyle>
          <a:p>
            <a:r>
              <a:rPr lang="en-US" dirty="0"/>
              <a:t>Chapter divider, </a:t>
            </a:r>
            <a:br>
              <a:rPr lang="en-US" dirty="0"/>
            </a:br>
            <a:r>
              <a:rPr lang="en-US" dirty="0"/>
              <a:t>Arial Regular, 80 </a:t>
            </a:r>
            <a:r>
              <a:rPr lang="en-US" dirty="0" err="1"/>
              <a:t>pt</a:t>
            </a:r>
            <a:endParaRPr lang="en-US" dirty="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398"/>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pic>
        <p:nvPicPr>
          <p:cNvPr id="7" name="Siemens Logo" descr="Siemens logo">
            <a:extLst>
              <a:ext uri="{FF2B5EF4-FFF2-40B4-BE49-F238E27FC236}">
                <a16:creationId xmlns:a16="http://schemas.microsoft.com/office/drawing/2014/main" id="{4FC1DCA2-253A-4E87-91E4-D402488C8D78}"/>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lvl1pPr>
              <a:defRPr>
                <a:solidFill>
                  <a:schemeClr val="tx1"/>
                </a:solidFill>
              </a:defRPr>
            </a:lvl1pPr>
          </a:lstStyle>
          <a:p>
            <a:r>
              <a:rPr lang="en-US"/>
              <a:t>Restricted | © Siemens 20XX | Author | Department | YYYY-MM-DD</a:t>
            </a:r>
            <a:endParaRPr lang="en-US" dirty="0"/>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1"/>
                </a:solidFill>
              </a:defRPr>
            </a:lvl1pPr>
          </a:lstStyle>
          <a:p>
            <a:r>
              <a:rPr lang="en-US"/>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5219221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Chapter title light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2"/>
                </a:solidFill>
              </a:defRPr>
            </a:lvl1pPr>
          </a:lstStyle>
          <a:p>
            <a:r>
              <a:rPr lang="en-US" dirty="0"/>
              <a:t>Chapter divider, </a:t>
            </a:r>
            <a:br>
              <a:rPr lang="en-US" dirty="0"/>
            </a:br>
            <a:r>
              <a:rPr lang="en-US" dirty="0"/>
              <a:t>Arial Regular, 60 </a:t>
            </a:r>
            <a:r>
              <a:rPr lang="en-US" dirty="0" err="1"/>
              <a:t>pt</a:t>
            </a:r>
            <a:br>
              <a:rPr lang="en-US" dirty="0"/>
            </a:br>
            <a:r>
              <a:rPr lang="en-US" dirty="0"/>
              <a:t>3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1"/>
            <a:ext cx="9288000" cy="1622623"/>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pic>
        <p:nvPicPr>
          <p:cNvPr id="7" name="Siemens Logo" descr="Siemens logo">
            <a:extLst>
              <a:ext uri="{FF2B5EF4-FFF2-40B4-BE49-F238E27FC236}">
                <a16:creationId xmlns:a16="http://schemas.microsoft.com/office/drawing/2014/main" id="{3543E2CC-A901-4194-A712-51CE520302B1}"/>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lvl1pPr>
              <a:defRPr>
                <a:solidFill>
                  <a:schemeClr val="tx1"/>
                </a:solidFill>
              </a:defRPr>
            </a:lvl1pPr>
          </a:lstStyle>
          <a:p>
            <a:r>
              <a:rPr lang="en-US"/>
              <a:t>Restricted | © Siemens 20XX | Author | Department | YYYY-MM-DD</a:t>
            </a:r>
            <a:endParaRPr lang="en-US" dirty="0"/>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1"/>
                </a:solidFill>
              </a:defRPr>
            </a:lvl1pPr>
          </a:lstStyle>
          <a:p>
            <a:r>
              <a:rPr lang="en-US"/>
              <a:t>Page </a:t>
            </a:r>
            <a:fld id="{15EBE321-CBB1-4E91-BD14-37C8D44326FB}" type="slidenum">
              <a:rPr lang="en-US" smtClean="0"/>
              <a:pPr/>
              <a:t>‹#›</a:t>
            </a:fld>
            <a:endParaRPr lang="en-US" dirty="0"/>
          </a:p>
        </p:txBody>
      </p:sp>
    </p:spTree>
    <p:extLst>
      <p:ext uri="{BB962C8B-B14F-4D97-AF65-F5344CB8AC3E}">
        <p14:creationId xmlns:p14="http://schemas.microsoft.com/office/powerpoint/2010/main" val="96868024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Chapter title light 4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399" y="1414463"/>
            <a:ext cx="11370437" cy="2462213"/>
          </a:xfrm>
          <a:noFill/>
        </p:spPr>
        <p:txBody>
          <a:bodyPr wrap="square" rIns="0" bIns="0" anchor="b" anchorCtr="0">
            <a:spAutoFit/>
          </a:bodyPr>
          <a:lstStyle>
            <a:lvl1pPr marL="0">
              <a:lnSpc>
                <a:spcPct val="100000"/>
              </a:lnSpc>
              <a:defRPr sz="4000" b="0">
                <a:solidFill>
                  <a:schemeClr val="tx2"/>
                </a:solidFill>
              </a:defRPr>
            </a:lvl1pPr>
          </a:lstStyle>
          <a:p>
            <a:r>
              <a:rPr lang="en-US" dirty="0"/>
              <a:t>Chapter divider, </a:t>
            </a:r>
            <a:br>
              <a:rPr lang="en-US" dirty="0"/>
            </a:br>
            <a:r>
              <a:rPr lang="en-US" dirty="0"/>
              <a:t>Arial Regular, 40 </a:t>
            </a:r>
            <a:r>
              <a:rPr lang="en-US" dirty="0" err="1"/>
              <a:t>pt</a:t>
            </a:r>
            <a:r>
              <a:rPr lang="en-US" dirty="0"/>
              <a:t>, </a:t>
            </a:r>
            <a:br>
              <a:rPr lang="en-US" dirty="0"/>
            </a:br>
            <a:r>
              <a:rPr lang="en-US" dirty="0"/>
              <a:t>extra long headlines,</a:t>
            </a:r>
            <a:br>
              <a:rPr lang="en-US" dirty="0"/>
            </a:br>
            <a:r>
              <a:rPr lang="en-US" dirty="0"/>
              <a:t>4 lines</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pic>
        <p:nvPicPr>
          <p:cNvPr id="7" name="Siemens Logo" descr="Siemens logo">
            <a:extLst>
              <a:ext uri="{FF2B5EF4-FFF2-40B4-BE49-F238E27FC236}">
                <a16:creationId xmlns:a16="http://schemas.microsoft.com/office/drawing/2014/main" id="{2A2349A4-4A97-42CC-AE59-7EDEE385EDF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lvl1pPr>
              <a:defRPr>
                <a:solidFill>
                  <a:schemeClr val="tx1"/>
                </a:solidFill>
              </a:defRPr>
            </a:lvl1pPr>
          </a:lstStyle>
          <a:p>
            <a:r>
              <a:rPr lang="en-US"/>
              <a:t>Restricted | © Siemens 20XX | Author | Department | YYYY-MM-DD</a:t>
            </a:r>
            <a:endParaRPr lang="en-US" dirty="0"/>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1"/>
                </a:solidFill>
              </a:defRPr>
            </a:lvl1pPr>
          </a:lstStyle>
          <a:p>
            <a:r>
              <a:rPr lang="en-US"/>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7659432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Index / Agenda dark">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00" cy="576000"/>
          </a:xfrm>
        </p:spPr>
        <p:txBody>
          <a:bodyPr/>
          <a:lstStyle>
            <a:lvl1pPr>
              <a:defRPr>
                <a:solidFill>
                  <a:schemeClr val="tx1"/>
                </a:solidFill>
              </a:defRPr>
            </a:lvl1pPr>
          </a:lstStyle>
          <a:p>
            <a:r>
              <a:rPr lang="en-US"/>
              <a:t>Click to edit Master title style</a:t>
            </a:r>
            <a:endParaRPr lang="en-US" dirty="0"/>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5903912" cy="4751387"/>
          </a:xfrm>
        </p:spPr>
        <p:txBody>
          <a:bodyPr/>
          <a:lstStyle>
            <a:lvl1pPr>
              <a:spcAft>
                <a:spcPts val="900"/>
              </a:spcAft>
              <a:tabLst>
                <a:tab pos="5902325" algn="r"/>
              </a:tabLst>
              <a:defRPr/>
            </a:lvl1pPr>
            <a:lvl2pPr>
              <a:spcAft>
                <a:spcPts val="900"/>
              </a:spcAft>
              <a:buClr>
                <a:schemeClr val="tx1"/>
              </a:buClr>
              <a:tabLst>
                <a:tab pos="5902325" algn="r"/>
              </a:tabLst>
              <a:defRPr/>
            </a:lvl2pPr>
            <a:lvl3pPr marL="180000">
              <a:spcAft>
                <a:spcPts val="900"/>
              </a:spcAft>
              <a:buClr>
                <a:schemeClr val="tx1"/>
              </a:buClr>
              <a:tabLst>
                <a:tab pos="5902325" algn="r"/>
              </a:tabLst>
              <a:defRPr b="1"/>
            </a:lvl3pPr>
            <a:lvl4pPr marL="360000">
              <a:spcAft>
                <a:spcPts val="900"/>
              </a:spcAft>
              <a:buClr>
                <a:schemeClr val="tx1"/>
              </a:buClr>
              <a:tabLst>
                <a:tab pos="5902325" algn="r"/>
              </a:tabLst>
              <a:defRPr/>
            </a:lvl4pPr>
            <a:lvl5pPr marL="360000">
              <a:spcAft>
                <a:spcPts val="900"/>
              </a:spcAft>
              <a:buClr>
                <a:schemeClr val="tx1"/>
              </a:buClr>
              <a:tabLst>
                <a:tab pos="5902325" algn="r"/>
              </a:tabLst>
              <a:defRPr b="1"/>
            </a:lvl5pPr>
            <a:lvl6pPr marL="180000">
              <a:spcAft>
                <a:spcPts val="600"/>
              </a:spcAft>
              <a:buClr>
                <a:schemeClr val="tx1"/>
              </a:buClr>
              <a:tabLst>
                <a:tab pos="5902325" algn="r"/>
              </a:tabLst>
              <a:defRPr sz="1600"/>
            </a:lvl6pPr>
            <a:lvl7pPr marL="180000">
              <a:spcAft>
                <a:spcPts val="600"/>
              </a:spcAft>
              <a:buClr>
                <a:schemeClr val="tx1"/>
              </a:buClr>
              <a:tabLst>
                <a:tab pos="5902325" algn="r"/>
              </a:tabLst>
              <a:defRPr sz="1600" b="1"/>
            </a:lvl7pPr>
            <a:lvl8pPr marL="360000">
              <a:spcAft>
                <a:spcPts val="600"/>
              </a:spcAft>
              <a:buClr>
                <a:schemeClr val="tx1"/>
              </a:buClr>
              <a:tabLst>
                <a:tab pos="5902325" algn="r"/>
              </a:tabLst>
              <a:defRPr sz="1600"/>
            </a:lvl8pPr>
            <a:lvl9pPr marL="360000">
              <a:spcAft>
                <a:spcPts val="600"/>
              </a:spcAft>
              <a:buClr>
                <a:schemeClr val="tx1"/>
              </a:buClr>
              <a:tabLst>
                <a:tab pos="5902325"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py 2" descr="Agenda text frame">
            <a:extLst>
              <a:ext uri="{FF2B5EF4-FFF2-40B4-BE49-F238E27FC236}">
                <a16:creationId xmlns:a16="http://schemas.microsoft.com/office/drawing/2014/main" id="{F3AAF44F-3461-47E2-8680-A8CD08522059}"/>
              </a:ext>
            </a:extLst>
          </p:cNvPr>
          <p:cNvSpPr>
            <a:spLocks noGrp="1"/>
          </p:cNvSpPr>
          <p:nvPr>
            <p:ph type="body" sz="quarter" idx="13"/>
          </p:nvPr>
        </p:nvSpPr>
        <p:spPr bwMode="black">
          <a:xfrm>
            <a:off x="6743700" y="1414463"/>
            <a:ext cx="5043488" cy="4751387"/>
          </a:xfrm>
        </p:spPr>
        <p:txBody>
          <a:bodyPr/>
          <a:lstStyle>
            <a:lvl1pPr>
              <a:spcAft>
                <a:spcPts val="900"/>
              </a:spcAft>
              <a:tabLst>
                <a:tab pos="5040000" algn="r"/>
              </a:tabLst>
              <a:defRPr/>
            </a:lvl1pPr>
            <a:lvl2pPr>
              <a:spcAft>
                <a:spcPts val="900"/>
              </a:spcAft>
              <a:buClr>
                <a:schemeClr val="tx1"/>
              </a:buClr>
              <a:tabLst>
                <a:tab pos="5040000" algn="r"/>
              </a:tabLst>
              <a:defRPr/>
            </a:lvl2pPr>
            <a:lvl3pPr marL="180000">
              <a:spcAft>
                <a:spcPts val="900"/>
              </a:spcAft>
              <a:buClr>
                <a:schemeClr val="tx1"/>
              </a:buClr>
              <a:tabLst>
                <a:tab pos="5040000" algn="r"/>
              </a:tabLst>
              <a:defRPr b="1"/>
            </a:lvl3pPr>
            <a:lvl4pPr marL="360000">
              <a:spcAft>
                <a:spcPts val="900"/>
              </a:spcAft>
              <a:buClr>
                <a:schemeClr val="tx1"/>
              </a:buClr>
              <a:tabLst>
                <a:tab pos="5040000" algn="r"/>
              </a:tabLst>
              <a:defRPr/>
            </a:lvl4pPr>
            <a:lvl5pPr marL="360000">
              <a:spcAft>
                <a:spcPts val="900"/>
              </a:spcAft>
              <a:buClr>
                <a:schemeClr val="tx1"/>
              </a:buClr>
              <a:tabLst>
                <a:tab pos="5040000" algn="r"/>
              </a:tabLst>
              <a:defRPr b="1"/>
            </a:lvl5pPr>
            <a:lvl6pPr marL="180000">
              <a:spcAft>
                <a:spcPts val="600"/>
              </a:spcAft>
              <a:buClr>
                <a:schemeClr val="tx1"/>
              </a:buClr>
              <a:tabLst>
                <a:tab pos="5040000" algn="r"/>
              </a:tabLst>
              <a:defRPr sz="1600"/>
            </a:lvl6pPr>
            <a:lvl7pPr marL="180000">
              <a:spcAft>
                <a:spcPts val="600"/>
              </a:spcAft>
              <a:buClr>
                <a:schemeClr val="tx1"/>
              </a:buClr>
              <a:tabLst>
                <a:tab pos="5040000" algn="r"/>
              </a:tabLst>
              <a:defRPr sz="1600" b="1"/>
            </a:lvl7pPr>
            <a:lvl8pPr marL="360000">
              <a:spcAft>
                <a:spcPts val="600"/>
              </a:spcAft>
              <a:buClr>
                <a:schemeClr val="tx1"/>
              </a:buClr>
              <a:tabLst>
                <a:tab pos="5040000" algn="r"/>
              </a:tabLst>
              <a:defRPr sz="1600"/>
            </a:lvl8pPr>
            <a:lvl9pPr marL="360000">
              <a:spcAft>
                <a:spcPts val="600"/>
              </a:spcAft>
              <a:buClr>
                <a:schemeClr val="tx1"/>
              </a:buClr>
              <a:tabLst>
                <a:tab pos="504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Siemens Logo" descr="Siemens logo">
            <a:extLst>
              <a:ext uri="{FF2B5EF4-FFF2-40B4-BE49-F238E27FC236}">
                <a16:creationId xmlns:a16="http://schemas.microsoft.com/office/drawing/2014/main" id="{AB400EC0-C78D-42DD-85FB-5ED577185C1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2050972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5" pos="3978">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19" pos="4248">
          <p15:clr>
            <a:srgbClr val="65CEFF"/>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Index / Agenda ligh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a:xfrm>
            <a:off x="410400" y="478800"/>
            <a:ext cx="9863900" cy="576000"/>
          </a:xfrm>
        </p:spPr>
        <p:txBody>
          <a:bodyPr/>
          <a:lstStyle/>
          <a:p>
            <a:r>
              <a:rPr lang="en-US"/>
              <a:t>Click to edit Master title style</a:t>
            </a:r>
            <a:endParaRPr lang="en-US" dirty="0"/>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p:nvPr>
        </p:nvSpPr>
        <p:spPr bwMode="black">
          <a:xfrm>
            <a:off x="411163" y="1414463"/>
            <a:ext cx="7199311" cy="4751387"/>
          </a:xfrm>
        </p:spPr>
        <p:txBody>
          <a:bodyPr/>
          <a:lstStyle>
            <a:lvl1pPr defTabSz="360000">
              <a:spcAft>
                <a:spcPts val="900"/>
              </a:spcAft>
              <a:tabLst>
                <a:tab pos="7200000" algn="r"/>
              </a:tabLst>
              <a:defRPr/>
            </a:lvl1pPr>
            <a:lvl2pPr defTabSz="360000">
              <a:spcAft>
                <a:spcPts val="900"/>
              </a:spcAft>
              <a:tabLst>
                <a:tab pos="7200000" algn="r"/>
              </a:tabLst>
              <a:defRPr/>
            </a:lvl2pPr>
            <a:lvl3pPr marL="180000" defTabSz="360000">
              <a:spcAft>
                <a:spcPts val="900"/>
              </a:spcAft>
              <a:tabLst>
                <a:tab pos="7200000" algn="r"/>
              </a:tabLst>
              <a:defRPr b="1"/>
            </a:lvl3pPr>
            <a:lvl4pPr marL="360000" defTabSz="360000">
              <a:spcAft>
                <a:spcPts val="900"/>
              </a:spcAft>
              <a:tabLst>
                <a:tab pos="7200000" algn="r"/>
              </a:tabLst>
              <a:defRPr/>
            </a:lvl4pPr>
            <a:lvl5pPr marL="360000" defTabSz="360000">
              <a:spcAft>
                <a:spcPts val="900"/>
              </a:spcAft>
              <a:tabLst>
                <a:tab pos="7200000" algn="r"/>
              </a:tabLst>
              <a:defRPr b="1"/>
            </a:lvl5pPr>
            <a:lvl6pPr marL="180000" defTabSz="360000">
              <a:spcAft>
                <a:spcPts val="600"/>
              </a:spcAft>
              <a:tabLst>
                <a:tab pos="7200000" algn="r"/>
              </a:tabLst>
              <a:defRPr sz="1600"/>
            </a:lvl6pPr>
            <a:lvl7pPr marL="180000" defTabSz="360000">
              <a:spcAft>
                <a:spcPts val="600"/>
              </a:spcAft>
              <a:tabLst>
                <a:tab pos="7200000" algn="r"/>
              </a:tabLst>
              <a:defRPr sz="1600" b="1"/>
            </a:lvl7pPr>
            <a:lvl8pPr marL="360000" defTabSz="360000">
              <a:spcAft>
                <a:spcPts val="600"/>
              </a:spcAft>
              <a:tabLst>
                <a:tab pos="7200000" algn="r"/>
              </a:tabLst>
              <a:defRPr sz="1600"/>
            </a:lvl8pPr>
            <a:lvl9pPr marL="360000" defTabSz="360000">
              <a:spcAft>
                <a:spcPts val="600"/>
              </a:spcAft>
              <a:tabLst>
                <a:tab pos="7200000" algn="r"/>
              </a:tabLst>
              <a:defRPr sz="16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457678449"/>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20" pos="4794">
          <p15:clr>
            <a:srgbClr val="65CEFF"/>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a:lstStyle>
            <a:lvl1pPr>
              <a:defRPr>
                <a:solidFill>
                  <a:schemeClr val="tx1"/>
                </a:solidFill>
              </a:defRPr>
            </a:lvl1pPr>
          </a:lstStyle>
          <a:p>
            <a:r>
              <a:rPr lang="en-US"/>
              <a:t>Click to edit Master title style</a:t>
            </a:r>
            <a:endParaRPr lang="en-US" dirty="0"/>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2343504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a:lstStyle/>
          <a:p>
            <a:r>
              <a:rPr lang="en-US"/>
              <a:t>Click to edit Master title style</a:t>
            </a:r>
            <a:endParaRPr lang="en-US" dirty="0"/>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lvl1pPr>
              <a:defRPr>
                <a:solidFill>
                  <a:schemeClr val="tx1"/>
                </a:solidFill>
              </a:defRPr>
            </a:lvl1pPr>
          </a:lstStyle>
          <a:p>
            <a:r>
              <a:rPr lang="en-US"/>
              <a:t>Restricted | © Siemens 20XX | Author | Department | YYYY-MM-DD</a:t>
            </a:r>
            <a:endParaRPr lang="en-US" dirty="0"/>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1"/>
                </a:solidFill>
              </a:defRPr>
            </a:lvl1pPr>
          </a:lstStyle>
          <a:p>
            <a:r>
              <a:rPr lang="en-US"/>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795645079"/>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flip="none" rotWithShape="1">
          <a:gsLst>
            <a:gs pos="40000">
              <a:schemeClr val="accent6"/>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B8172AC2-E83F-4EFD-B70E-DE91E64651D8}"/>
              </a:ext>
            </a:extLst>
          </p:cNvPr>
          <p:cNvSpPr/>
          <p:nvPr userDrawn="1"/>
        </p:nvSpPr>
        <p:spPr>
          <a:xfrm>
            <a:off x="0" y="1414463"/>
            <a:ext cx="12192000" cy="5443537"/>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a:lstStyle>
            <a:lvl1pPr>
              <a:defRPr>
                <a:solidFill>
                  <a:schemeClr val="tx1"/>
                </a:solidFill>
              </a:defRPr>
            </a:lvl1pPr>
          </a:lstStyle>
          <a:p>
            <a:r>
              <a:rPr lang="en-US"/>
              <a:t>Click to edit Master title style</a:t>
            </a:r>
            <a:endParaRPr lang="en-US" dirty="0"/>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4BECE54-DDA8-4D2C-8A02-4C8E3E1585E1}"/>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07B7E75B-80B4-49F8-AA70-A41C9D89685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9647828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Full bleed color Light Sand">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a:lstStyle>
            <a:lvl1pPr>
              <a:defRPr>
                <a:solidFill>
                  <a:schemeClr val="accent1"/>
                </a:solidFill>
              </a:defRPr>
            </a:lvl1pPr>
          </a:lstStyle>
          <a:p>
            <a:r>
              <a:rPr lang="en-US"/>
              <a:t>Click to edit Master title style</a:t>
            </a:r>
            <a:endParaRPr lang="en-US" dirty="0"/>
          </a:p>
        </p:txBody>
      </p:sp>
      <p:pic>
        <p:nvPicPr>
          <p:cNvPr id="8" name="Siemens Logo" descr="Siemens logo">
            <a:extLst>
              <a:ext uri="{FF2B5EF4-FFF2-40B4-BE49-F238E27FC236}">
                <a16:creationId xmlns:a16="http://schemas.microsoft.com/office/drawing/2014/main" id="{1AC59AB3-8DAC-43B8-977E-A91337DC0825}"/>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lvl1pPr>
              <a:defRPr>
                <a:solidFill>
                  <a:schemeClr val="tx1"/>
                </a:solidFill>
              </a:defRPr>
            </a:lvl1pPr>
          </a:lstStyle>
          <a:p>
            <a:r>
              <a:rPr lang="en-US"/>
              <a:t>Restricted | © Siemens 20XX | Author | Department | YYYY-MM-DD</a:t>
            </a:r>
            <a:endParaRPr lang="en-US" dirty="0"/>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1"/>
                </a:solidFill>
              </a:defRPr>
            </a:lvl1pPr>
          </a:lstStyle>
          <a:p>
            <a:r>
              <a:rPr lang="en-US"/>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87367998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Single large image Deep Blue">
    <p:bg>
      <p:bgRef idx="1001">
        <a:schemeClr val="bg2"/>
      </p:bgRef>
    </p:bg>
    <p:spTree>
      <p:nvGrpSpPr>
        <p:cNvPr id="1" name=""/>
        <p:cNvGrpSpPr/>
        <p:nvPr/>
      </p:nvGrpSpPr>
      <p:grpSpPr>
        <a:xfrm>
          <a:off x="0" y="0"/>
          <a:ext cx="0" cy="0"/>
          <a:chOff x="0" y="0"/>
          <a:chExt cx="0" cy="0"/>
        </a:xfrm>
      </p:grpSpPr>
      <p:sp>
        <p:nvSpPr>
          <p:cNvPr id="14" name="Picture Placeholder" descr="Thematic full size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0"/>
            <a:ext cx="12192000" cy="6167438"/>
          </a:xfrm>
          <a:solidFill>
            <a:srgbClr val="9999A9"/>
          </a:solidFill>
        </p:spPr>
        <p:txBody>
          <a:bodyPr lIns="144000" tIns="108000" rIns="144000" bIns="108000"/>
          <a:lstStyle>
            <a:lvl1pPr marL="0" indent="0">
              <a:buNone/>
              <a:defRPr>
                <a:solidFill>
                  <a:schemeClr val="bg1"/>
                </a:solidFill>
              </a:defRPr>
            </a:lvl1pPr>
          </a:lstStyle>
          <a:p>
            <a:r>
              <a:rPr lang="en-US" noProof="0" dirty="0"/>
              <a:t>Full size picture</a:t>
            </a:r>
          </a:p>
        </p:txBody>
      </p:sp>
      <p:sp>
        <p:nvSpPr>
          <p:cNvPr id="2" name="Title" descr="Slide headline">
            <a:extLst>
              <a:ext uri="{FF2B5EF4-FFF2-40B4-BE49-F238E27FC236}">
                <a16:creationId xmlns:a16="http://schemas.microsoft.com/office/drawing/2014/main" id="{3F142F7C-7BE3-40CB-8C53-6F7533073558}"/>
              </a:ext>
            </a:extLst>
          </p:cNvPr>
          <p:cNvSpPr>
            <a:spLocks noGrp="1"/>
          </p:cNvSpPr>
          <p:nvPr>
            <p:ph type="title" hasCustomPrompt="1"/>
          </p:nvPr>
        </p:nvSpPr>
        <p:spPr bwMode="black">
          <a:xfrm>
            <a:off x="1022400" y="1054100"/>
            <a:ext cx="9252000" cy="1477328"/>
          </a:xfrm>
          <a:noFill/>
        </p:spPr>
        <p:txBody>
          <a:bodyPr wrap="square" rIns="0" bIns="0" anchor="t">
            <a:spAutoFit/>
          </a:bodyPr>
          <a:lstStyle>
            <a:lvl1pPr marL="0">
              <a:lnSpc>
                <a:spcPct val="100000"/>
              </a:lnSpc>
              <a:defRPr sz="4800" b="0">
                <a:solidFill>
                  <a:schemeClr val="tx1"/>
                </a:solidFill>
              </a:defRPr>
            </a:lvl1pPr>
          </a:lstStyle>
          <a:p>
            <a:r>
              <a:rPr lang="en-US" dirty="0"/>
              <a:t>Content page,</a:t>
            </a:r>
            <a:br>
              <a:rPr lang="en-US" dirty="0"/>
            </a:br>
            <a:r>
              <a:rPr lang="en-US" dirty="0"/>
              <a:t>Arial Regular, 48 </a:t>
            </a:r>
            <a:r>
              <a:rPr lang="en-US" dirty="0" err="1"/>
              <a:t>pt</a:t>
            </a:r>
            <a:endParaRPr lang="en-US" dirty="0"/>
          </a:p>
        </p:txBody>
      </p:sp>
      <p:pic>
        <p:nvPicPr>
          <p:cNvPr id="7" name="Siemens Logo" descr="Siemens logo">
            <a:extLst>
              <a:ext uri="{FF2B5EF4-FFF2-40B4-BE49-F238E27FC236}">
                <a16:creationId xmlns:a16="http://schemas.microsoft.com/office/drawing/2014/main" id="{2AF4F4C6-6E41-442C-BB9E-9E72BE92D2D8}"/>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pPr>
              <a:lnSpc>
                <a:spcPct val="100000"/>
              </a:lnSpc>
            </a:pPr>
            <a:r>
              <a:rPr lang="en-US" dirty="0"/>
              <a:t>Restricted | © Siemens 20XX | Author | Department | YYYY-MM-DD</a:t>
            </a:r>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5212845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2" orient="horz" pos="664">
          <p15:clr>
            <a:srgbClr val="65CEFF"/>
          </p15:clr>
        </p15:guide>
        <p15:guide id="17" orient="horz" pos="3885">
          <p15:clr>
            <a:srgbClr val="65CEFF"/>
          </p15:clr>
        </p15:guide>
        <p15:guide id="18" orient="horz" pos="4157">
          <p15:clr>
            <a:srgbClr val="65CEFF"/>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ingle large image">
    <p:spTree>
      <p:nvGrpSpPr>
        <p:cNvPr id="1" name=""/>
        <p:cNvGrpSpPr/>
        <p:nvPr/>
      </p:nvGrpSpPr>
      <p:grpSpPr>
        <a:xfrm>
          <a:off x="0" y="0"/>
          <a:ext cx="0" cy="0"/>
          <a:chOff x="0" y="0"/>
          <a:chExt cx="0" cy="0"/>
        </a:xfrm>
      </p:grpSpPr>
      <p:sp>
        <p:nvSpPr>
          <p:cNvPr id="14" name="Picture Placeholder" descr="Thematic full size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0"/>
            <a:ext cx="12192000" cy="6167438"/>
          </a:xfrm>
          <a:solidFill>
            <a:srgbClr val="9999A9"/>
          </a:solidFill>
        </p:spPr>
        <p:txBody>
          <a:bodyPr lIns="144000" tIns="108000" rIns="144000" bIns="108000"/>
          <a:lstStyle>
            <a:lvl1pPr marL="0" indent="0">
              <a:buNone/>
              <a:defRPr>
                <a:solidFill>
                  <a:schemeClr val="tx1"/>
                </a:solidFill>
              </a:defRPr>
            </a:lvl1pPr>
          </a:lstStyle>
          <a:p>
            <a:r>
              <a:rPr lang="en-US" noProof="0" dirty="0"/>
              <a:t>Full size picture</a:t>
            </a:r>
          </a:p>
        </p:txBody>
      </p:sp>
      <p:sp>
        <p:nvSpPr>
          <p:cNvPr id="2" name="Title" descr="Slide headline">
            <a:extLst>
              <a:ext uri="{FF2B5EF4-FFF2-40B4-BE49-F238E27FC236}">
                <a16:creationId xmlns:a16="http://schemas.microsoft.com/office/drawing/2014/main" id="{3F142F7C-7BE3-40CB-8C53-6F7533073558}"/>
              </a:ext>
            </a:extLst>
          </p:cNvPr>
          <p:cNvSpPr>
            <a:spLocks noGrp="1"/>
          </p:cNvSpPr>
          <p:nvPr>
            <p:ph type="title" hasCustomPrompt="1"/>
          </p:nvPr>
        </p:nvSpPr>
        <p:spPr bwMode="black">
          <a:xfrm>
            <a:off x="1022400" y="1054100"/>
            <a:ext cx="9252000" cy="1477328"/>
          </a:xfrm>
          <a:noFill/>
        </p:spPr>
        <p:txBody>
          <a:bodyPr wrap="square" rIns="0" bIns="0" anchor="t">
            <a:spAutoFit/>
          </a:bodyPr>
          <a:lstStyle>
            <a:lvl1pPr marL="0">
              <a:lnSpc>
                <a:spcPct val="100000"/>
              </a:lnSpc>
              <a:defRPr sz="4800" b="0">
                <a:solidFill>
                  <a:schemeClr val="bg1"/>
                </a:solidFill>
              </a:defRPr>
            </a:lvl1pPr>
          </a:lstStyle>
          <a:p>
            <a:r>
              <a:rPr lang="en-US" dirty="0"/>
              <a:t>Content page,</a:t>
            </a:r>
            <a:br>
              <a:rPr lang="en-US" dirty="0"/>
            </a:br>
            <a:r>
              <a:rPr lang="en-US" dirty="0"/>
              <a:t>Arial Regular, 48 </a:t>
            </a:r>
            <a:r>
              <a:rPr lang="en-US" dirty="0" err="1"/>
              <a:t>pt</a:t>
            </a:r>
            <a:endParaRPr lang="en-US" dirty="0"/>
          </a:p>
        </p:txBody>
      </p:sp>
      <p:pic>
        <p:nvPicPr>
          <p:cNvPr id="9" name="Siemens Logo" descr="Siemens logo">
            <a:extLst>
              <a:ext uri="{FF2B5EF4-FFF2-40B4-BE49-F238E27FC236}">
                <a16:creationId xmlns:a16="http://schemas.microsoft.com/office/drawing/2014/main" id="{30251D14-AF6A-4279-B0A9-69FD9519EA58}"/>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pPr>
              <a:lnSpc>
                <a:spcPct val="100000"/>
              </a:lnSpc>
            </a:pPr>
            <a:r>
              <a:rPr lang="en-US" dirty="0"/>
              <a:t>Restricted | © Siemens 20XX | Author | Department | YYYY-MM-DD</a:t>
            </a:r>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3619037733"/>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2" orient="horz" pos="664">
          <p15:clr>
            <a:srgbClr val="65CEFF"/>
          </p15:clr>
        </p15:guide>
        <p15:guide id="17" orient="horz" pos="3885">
          <p15:clr>
            <a:srgbClr val="65CEFF"/>
          </p15:clr>
        </p15:guide>
        <p15:guide id="18" orient="horz" pos="4157">
          <p15:clr>
            <a:srgbClr val="65CEFF"/>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ingle image dark (Text spotlight)">
    <p:bg>
      <p:bgRef idx="1001">
        <a:schemeClr val="bg2"/>
      </p:bgRef>
    </p:bg>
    <p:spTree>
      <p:nvGrpSpPr>
        <p:cNvPr id="1" name=""/>
        <p:cNvGrpSpPr/>
        <p:nvPr/>
      </p:nvGrpSpPr>
      <p:grpSpPr>
        <a:xfrm>
          <a:off x="0" y="0"/>
          <a:ext cx="0" cy="0"/>
          <a:chOff x="0" y="0"/>
          <a:chExt cx="0" cy="0"/>
        </a:xfrm>
      </p:grpSpPr>
      <p:sp>
        <p:nvSpPr>
          <p:cNvPr id="14" name="Picture Placeholder" descr="Thematic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1"/>
            <a:ext cx="7611160" cy="6167438"/>
          </a:xfrm>
          <a:solidFill>
            <a:srgbClr val="9999A9"/>
          </a:solidFill>
        </p:spPr>
        <p:txBody>
          <a:bodyPr lIns="144000" tIns="108000" rIns="144000" bIns="108000"/>
          <a:lstStyle>
            <a:lvl1pPr marL="0" indent="0">
              <a:buNone/>
              <a:defRPr>
                <a:solidFill>
                  <a:schemeClr val="bg1"/>
                </a:solidFill>
              </a:defRPr>
            </a:lvl1pPr>
          </a:lstStyle>
          <a:p>
            <a:r>
              <a:rPr lang="en-US" noProof="0" dirty="0"/>
              <a:t>Thematic picture</a:t>
            </a:r>
          </a:p>
        </p:txBody>
      </p:sp>
      <p:sp>
        <p:nvSpPr>
          <p:cNvPr id="2" name="Title" descr="Slide headline">
            <a:extLst>
              <a:ext uri="{FF2B5EF4-FFF2-40B4-BE49-F238E27FC236}">
                <a16:creationId xmlns:a16="http://schemas.microsoft.com/office/drawing/2014/main" id="{AFFC798E-B633-4D30-A7C1-DC796BD8887A}"/>
              </a:ext>
            </a:extLst>
          </p:cNvPr>
          <p:cNvSpPr>
            <a:spLocks noGrp="1"/>
          </p:cNvSpPr>
          <p:nvPr>
            <p:ph type="title" hasCustomPrompt="1"/>
          </p:nvPr>
        </p:nvSpPr>
        <p:spPr bwMode="black">
          <a:xfrm>
            <a:off x="1022400" y="1054100"/>
            <a:ext cx="6156275" cy="1477328"/>
          </a:xfrm>
          <a:noFill/>
        </p:spPr>
        <p:txBody>
          <a:bodyPr wrap="square" rIns="0" bIns="0" anchor="t">
            <a:spAutoFit/>
          </a:bodyPr>
          <a:lstStyle>
            <a:lvl1pPr marL="0">
              <a:lnSpc>
                <a:spcPct val="100000"/>
              </a:lnSpc>
              <a:defRPr sz="4800" b="0">
                <a:solidFill>
                  <a:schemeClr val="tx1"/>
                </a:solidFill>
              </a:defRPr>
            </a:lvl1pPr>
          </a:lstStyle>
          <a:p>
            <a:r>
              <a:rPr lang="en-US" dirty="0"/>
              <a:t>Content page,</a:t>
            </a:r>
            <a:br>
              <a:rPr lang="en-US" dirty="0"/>
            </a:br>
            <a:r>
              <a:rPr lang="en-US" dirty="0"/>
              <a:t>Arial Regular, 48 </a:t>
            </a:r>
            <a:r>
              <a:rPr lang="en-US" dirty="0" err="1"/>
              <a:t>pt</a:t>
            </a:r>
            <a:endParaRPr lang="en-US" dirty="0"/>
          </a:p>
        </p:txBody>
      </p:sp>
      <p:sp>
        <p:nvSpPr>
          <p:cNvPr id="3" name="Copy">
            <a:extLst>
              <a:ext uri="{FF2B5EF4-FFF2-40B4-BE49-F238E27FC236}">
                <a16:creationId xmlns:a16="http://schemas.microsoft.com/office/drawing/2014/main" id="{6F965802-E517-4CC3-99D7-1DA8BF1FB020}"/>
              </a:ext>
            </a:extLst>
          </p:cNvPr>
          <p:cNvSpPr>
            <a:spLocks noGrp="1"/>
          </p:cNvSpPr>
          <p:nvPr>
            <p:ph type="body" sz="quarter" idx="18"/>
          </p:nvPr>
        </p:nvSpPr>
        <p:spPr bwMode="black">
          <a:xfrm>
            <a:off x="8042400" y="1054100"/>
            <a:ext cx="3744000" cy="5113338"/>
          </a:xfrm>
        </p:spPr>
        <p:txBody>
          <a:bodyPr/>
          <a:lstStyle>
            <a:lvl2pPr>
              <a:buClr>
                <a:schemeClr val="tx1"/>
              </a:buClr>
              <a:defRPr/>
            </a:lvl2pPr>
            <a:lvl3pPr>
              <a:buClr>
                <a:schemeClr val="tx1"/>
              </a:buClr>
              <a:defRPr/>
            </a:lvl3pPr>
            <a:lvl4pPr>
              <a:buClr>
                <a:schemeClr val="tx1"/>
              </a:buClr>
              <a:defRPr/>
            </a:lvl4pPr>
            <a:lvl5pPr>
              <a:buClr>
                <a:schemeClr val="tx1"/>
              </a:buClr>
              <a:defRPr/>
            </a:lvl5pPr>
            <a:lvl6pPr>
              <a:buClr>
                <a:schemeClr val="tx1"/>
              </a:buClr>
              <a:defRPr/>
            </a:lvl6pPr>
            <a:lvl7pPr>
              <a:buClr>
                <a:schemeClr val="tx1"/>
              </a:buClr>
              <a:defRPr/>
            </a:lvl7pPr>
            <a:lvl8pPr>
              <a:buClr>
                <a:schemeClr val="tx1"/>
              </a:buClr>
              <a:defRPr/>
            </a:lvl8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Siemens Logo" descr="Siemens logo">
            <a:extLst>
              <a:ext uri="{FF2B5EF4-FFF2-40B4-BE49-F238E27FC236}">
                <a16:creationId xmlns:a16="http://schemas.microsoft.com/office/drawing/2014/main" id="{981D8F55-811B-AEDF-5E04-DCFE25B08BDB}"/>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pPr>
              <a:lnSpc>
                <a:spcPct val="100000"/>
              </a:lnSpc>
            </a:pPr>
            <a:r>
              <a:rPr lang="en-US" dirty="0"/>
              <a:t>Restricted | © Siemens 20XX | Author | Department | YYYY-MM-DD</a:t>
            </a:r>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41596518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4522">
          <p15:clr>
            <a:srgbClr val="65CEFF"/>
          </p15:clr>
        </p15:guide>
        <p15:guide id="3" pos="4794">
          <p15:clr>
            <a:srgbClr val="65CEFF"/>
          </p15:clr>
        </p15:guide>
        <p15:guide id="4" pos="5066">
          <p15:clr>
            <a:srgbClr val="65CEFF"/>
          </p15:clr>
        </p15:guide>
        <p15:guide id="5" pos="6472">
          <p15:clr>
            <a:srgbClr val="65CEFF"/>
          </p15:clr>
        </p15:guide>
        <p15:guide id="6" pos="7425">
          <p15:clr>
            <a:srgbClr val="65CEFF"/>
          </p15:clr>
        </p15:guide>
        <p15:guide id="7" orient="horz" pos="302">
          <p15:clr>
            <a:srgbClr val="65CEFF"/>
          </p15:clr>
        </p15:guide>
        <p15:guide id="8" orient="horz" pos="664">
          <p15:clr>
            <a:srgbClr val="65CEFF"/>
          </p15:clr>
        </p15:guide>
        <p15:guide id="9" orient="horz" pos="891">
          <p15:clr>
            <a:srgbClr val="65CEFF"/>
          </p15:clr>
        </p15:guide>
        <p15:guide id="10" orient="horz" pos="3658">
          <p15:clr>
            <a:srgbClr val="65CEFF"/>
          </p15:clr>
        </p15:guide>
        <p15:guide id="11" orient="horz" pos="3885">
          <p15:clr>
            <a:srgbClr val="65CEFF"/>
          </p15:clr>
        </p15:guide>
        <p15:guide id="12" orient="horz" pos="4157">
          <p15:clr>
            <a:srgbClr val="65CEFF"/>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ingle image (Text spotlight)">
    <p:spTree>
      <p:nvGrpSpPr>
        <p:cNvPr id="1" name=""/>
        <p:cNvGrpSpPr/>
        <p:nvPr/>
      </p:nvGrpSpPr>
      <p:grpSpPr>
        <a:xfrm>
          <a:off x="0" y="0"/>
          <a:ext cx="0" cy="0"/>
          <a:chOff x="0" y="0"/>
          <a:chExt cx="0" cy="0"/>
        </a:xfrm>
      </p:grpSpPr>
      <p:sp>
        <p:nvSpPr>
          <p:cNvPr id="14" name="Picture Placeholder" descr="Thematic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1"/>
            <a:ext cx="7611160" cy="6167438"/>
          </a:xfrm>
          <a:solidFill>
            <a:srgbClr val="9999A9"/>
          </a:solidFill>
        </p:spPr>
        <p:txBody>
          <a:bodyPr lIns="144000" tIns="108000" rIns="144000" bIns="108000"/>
          <a:lstStyle>
            <a:lvl1pPr marL="0" indent="0">
              <a:buNone/>
              <a:defRPr>
                <a:solidFill>
                  <a:schemeClr val="tx1"/>
                </a:solidFill>
              </a:defRPr>
            </a:lvl1pPr>
          </a:lstStyle>
          <a:p>
            <a:r>
              <a:rPr lang="en-US" noProof="0" dirty="0"/>
              <a:t>Thematic picture</a:t>
            </a:r>
          </a:p>
        </p:txBody>
      </p:sp>
      <p:sp>
        <p:nvSpPr>
          <p:cNvPr id="2" name="Title" descr="Slide headline">
            <a:extLst>
              <a:ext uri="{FF2B5EF4-FFF2-40B4-BE49-F238E27FC236}">
                <a16:creationId xmlns:a16="http://schemas.microsoft.com/office/drawing/2014/main" id="{AFFC798E-B633-4D30-A7C1-DC796BD8887A}"/>
              </a:ext>
            </a:extLst>
          </p:cNvPr>
          <p:cNvSpPr>
            <a:spLocks noGrp="1"/>
          </p:cNvSpPr>
          <p:nvPr>
            <p:ph type="title" hasCustomPrompt="1"/>
          </p:nvPr>
        </p:nvSpPr>
        <p:spPr bwMode="black">
          <a:xfrm>
            <a:off x="1022400" y="1054100"/>
            <a:ext cx="6156275" cy="1477328"/>
          </a:xfrm>
          <a:noFill/>
        </p:spPr>
        <p:txBody>
          <a:bodyPr wrap="square" rIns="0" bIns="0" anchor="t">
            <a:spAutoFit/>
          </a:bodyPr>
          <a:lstStyle>
            <a:lvl1pPr marL="0">
              <a:lnSpc>
                <a:spcPct val="100000"/>
              </a:lnSpc>
              <a:defRPr sz="4800" b="0">
                <a:solidFill>
                  <a:schemeClr val="bg1"/>
                </a:solidFill>
              </a:defRPr>
            </a:lvl1pPr>
          </a:lstStyle>
          <a:p>
            <a:r>
              <a:rPr lang="en-US" dirty="0"/>
              <a:t>Content page,</a:t>
            </a:r>
            <a:br>
              <a:rPr lang="en-US" dirty="0"/>
            </a:br>
            <a:r>
              <a:rPr lang="en-US" dirty="0"/>
              <a:t>Arial Regular, 48 </a:t>
            </a:r>
            <a:r>
              <a:rPr lang="en-US" dirty="0" err="1"/>
              <a:t>pt</a:t>
            </a:r>
            <a:endParaRPr lang="en-US" dirty="0"/>
          </a:p>
        </p:txBody>
      </p:sp>
      <p:sp>
        <p:nvSpPr>
          <p:cNvPr id="3" name="Copy">
            <a:extLst>
              <a:ext uri="{FF2B5EF4-FFF2-40B4-BE49-F238E27FC236}">
                <a16:creationId xmlns:a16="http://schemas.microsoft.com/office/drawing/2014/main" id="{6F965802-E517-4CC3-99D7-1DA8BF1FB020}"/>
              </a:ext>
            </a:extLst>
          </p:cNvPr>
          <p:cNvSpPr>
            <a:spLocks noGrp="1"/>
          </p:cNvSpPr>
          <p:nvPr>
            <p:ph type="body" sz="quarter" idx="18"/>
          </p:nvPr>
        </p:nvSpPr>
        <p:spPr bwMode="black">
          <a:xfrm>
            <a:off x="8042400" y="1054100"/>
            <a:ext cx="3744000" cy="5113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Siemens Logo" descr="Siemens logo">
            <a:extLst>
              <a:ext uri="{FF2B5EF4-FFF2-40B4-BE49-F238E27FC236}">
                <a16:creationId xmlns:a16="http://schemas.microsoft.com/office/drawing/2014/main" id="{30251D14-AF6A-4279-B0A9-69FD9519EA58}"/>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pPr>
              <a:lnSpc>
                <a:spcPct val="100000"/>
              </a:lnSpc>
            </a:pPr>
            <a:r>
              <a:rPr lang="en-US" dirty="0"/>
              <a:t>Restricted | © Siemens 20XX | Author | Department | YYYY-MM-DD</a:t>
            </a:r>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3904892250"/>
      </p:ext>
    </p:extLst>
  </p:cSld>
  <p:clrMapOvr>
    <a:masterClrMapping/>
  </p:clrMapOvr>
  <p:extLst>
    <p:ext uri="{DCECCB84-F9BA-43D5-87BE-67443E8EF086}">
      <p15:sldGuideLst xmlns:p15="http://schemas.microsoft.com/office/powerpoint/2012/main">
        <p15:guide id="1" pos="259">
          <p15:clr>
            <a:srgbClr val="65CEFF"/>
          </p15:clr>
        </p15:guide>
        <p15:guide id="2" pos="4522">
          <p15:clr>
            <a:srgbClr val="65CEFF"/>
          </p15:clr>
        </p15:guide>
        <p15:guide id="3" pos="4794">
          <p15:clr>
            <a:srgbClr val="65CEFF"/>
          </p15:clr>
        </p15:guide>
        <p15:guide id="4" pos="5066">
          <p15:clr>
            <a:srgbClr val="65CEFF"/>
          </p15:clr>
        </p15:guide>
        <p15:guide id="5" pos="6472">
          <p15:clr>
            <a:srgbClr val="65CEFF"/>
          </p15:clr>
        </p15:guide>
        <p15:guide id="6" pos="7425">
          <p15:clr>
            <a:srgbClr val="65CEFF"/>
          </p15:clr>
        </p15:guide>
        <p15:guide id="7" orient="horz" pos="302">
          <p15:clr>
            <a:srgbClr val="65CEFF"/>
          </p15:clr>
        </p15:guide>
        <p15:guide id="8" orient="horz" pos="664">
          <p15:clr>
            <a:srgbClr val="65CEFF"/>
          </p15:clr>
        </p15:guide>
        <p15:guide id="9" orient="horz" pos="891">
          <p15:clr>
            <a:srgbClr val="65CEFF"/>
          </p15:clr>
        </p15:guide>
        <p15:guide id="10" orient="horz" pos="3658">
          <p15:clr>
            <a:srgbClr val="65CEFF"/>
          </p15:clr>
        </p15:guide>
        <p15:guide id="11" orient="horz" pos="3885">
          <p15:clr>
            <a:srgbClr val="65CEFF"/>
          </p15:clr>
        </p15:guide>
        <p15:guide id="12" orient="horz" pos="4157">
          <p15:clr>
            <a:srgbClr val="65CEFF"/>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One object dark (small)">
    <p:bg>
      <p:bgRef idx="1001">
        <a:schemeClr val="bg2"/>
      </p:bgRef>
    </p:bg>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a:lstStyle>
            <a:lvl1pPr>
              <a:defRPr>
                <a:solidFill>
                  <a:schemeClr val="tx1"/>
                </a:solidFill>
              </a:defRPr>
            </a:lvl1pPr>
          </a:lstStyle>
          <a:p>
            <a:r>
              <a:rPr lang="en-US"/>
              <a:t>Click to edit Master title style</a:t>
            </a:r>
            <a:endParaRPr lang="en-US" dirty="0"/>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7199313" cy="4752000"/>
          </a:xfrm>
          <a:prstGeom prst="rect">
            <a:avLst/>
          </a:prstGeom>
        </p:spPr>
        <p:txBody>
          <a:bodyPr>
            <a:noAutofit/>
          </a:bodyPr>
          <a:lstStyle>
            <a:lvl2pPr>
              <a:buClr>
                <a:schemeClr val="tx1"/>
              </a:buClr>
              <a:defRPr/>
            </a:lvl2pPr>
            <a:lvl3pPr>
              <a:buClr>
                <a:schemeClr val="tx1"/>
              </a:buClr>
              <a:defRPr/>
            </a:lvl3pPr>
            <a:lvl4pPr>
              <a:buClr>
                <a:schemeClr val="tx1"/>
              </a:buClr>
              <a:defRPr/>
            </a:lvl4pPr>
            <a:lvl5pPr>
              <a:buClr>
                <a:schemeClr val="tx1"/>
              </a:buClr>
              <a:defRPr/>
            </a:lvl5pPr>
            <a:lvl6pPr>
              <a:buClr>
                <a:schemeClr val="tx1"/>
              </a:buClr>
              <a:defRPr/>
            </a:lvl6pPr>
            <a:lvl7pPr>
              <a:buClr>
                <a:schemeClr val="tx1"/>
              </a:buClr>
              <a:defRPr/>
            </a:lvl7pPr>
            <a:lvl8pPr>
              <a:buClr>
                <a:schemeClr val="tx1"/>
              </a:buClr>
              <a:defRPr/>
            </a:lvl8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Siemens Logo" descr="Siemens logo">
            <a:extLst>
              <a:ext uri="{FF2B5EF4-FFF2-40B4-BE49-F238E27FC236}">
                <a16:creationId xmlns:a16="http://schemas.microsoft.com/office/drawing/2014/main" id="{A0D24217-CDAA-9414-DB12-8FECD397303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519D384-FA09-4D60-95A8-589F157A93F4}"/>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7B1666FD-2258-443A-846C-6C7533C61D5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37136910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a:lstStyle/>
          <a:p>
            <a:r>
              <a:rPr lang="en-US"/>
              <a:t>Click to edit Master title style</a:t>
            </a:r>
            <a:endParaRPr lang="en-US" dirty="0"/>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719931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Siemens Logo" descr="Siemens logo">
            <a:extLst>
              <a:ext uri="{FF2B5EF4-FFF2-40B4-BE49-F238E27FC236}">
                <a16:creationId xmlns:a16="http://schemas.microsoft.com/office/drawing/2014/main" id="{91EB517C-C8FD-4E2E-B744-DB952E96B478}"/>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519D384-FA09-4D60-95A8-589F157A93F4}"/>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7B1666FD-2258-443A-846C-6C7533C61D5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554695302"/>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One object dark (large)">
    <p:bg>
      <p:bgRef idx="1001">
        <a:schemeClr val="bg2"/>
      </p:bgRef>
    </p:bg>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a:lstStyle>
            <a:lvl1pPr>
              <a:defRPr>
                <a:solidFill>
                  <a:schemeClr val="tx1"/>
                </a:solidFill>
              </a:defRPr>
            </a:lvl1pPr>
          </a:lstStyle>
          <a:p>
            <a:r>
              <a:rPr lang="en-US"/>
              <a:t>Click to edit Master title style</a:t>
            </a:r>
            <a:endParaRPr lang="en-US" dirty="0"/>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11376026" cy="4752000"/>
          </a:xfrm>
          <a:prstGeom prst="rect">
            <a:avLst/>
          </a:prstGeom>
        </p:spPr>
        <p:txBody>
          <a:bodyPr>
            <a:noAutofit/>
          </a:bodyPr>
          <a:lstStyle>
            <a:lvl2pPr>
              <a:buClr>
                <a:schemeClr val="tx1"/>
              </a:buClr>
              <a:defRPr/>
            </a:lvl2pPr>
            <a:lvl3pPr>
              <a:buClr>
                <a:schemeClr val="tx1"/>
              </a:buClr>
              <a:defRPr/>
            </a:lvl3pPr>
            <a:lvl4pPr>
              <a:buClr>
                <a:schemeClr val="tx1"/>
              </a:buClr>
              <a:defRPr/>
            </a:lvl4pPr>
            <a:lvl5pPr>
              <a:buClr>
                <a:schemeClr val="tx1"/>
              </a:buClr>
              <a:defRPr/>
            </a:lvl5pPr>
            <a:lvl6pPr>
              <a:buClr>
                <a:schemeClr val="tx1"/>
              </a:buClr>
              <a:defRPr/>
            </a:lvl6pPr>
            <a:lvl7pPr>
              <a:buClr>
                <a:schemeClr val="tx1"/>
              </a:buClr>
              <a:defRPr/>
            </a:lvl7pPr>
            <a:lvl8pPr>
              <a:buClr>
                <a:schemeClr val="tx1"/>
              </a:buClr>
              <a:defRPr/>
            </a:lvl8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Siemens Logo" descr="Siemens logo">
            <a:extLst>
              <a:ext uri="{FF2B5EF4-FFF2-40B4-BE49-F238E27FC236}">
                <a16:creationId xmlns:a16="http://schemas.microsoft.com/office/drawing/2014/main" id="{70697368-7933-D4EC-C605-5BEF3532962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7367E6C0-4D2C-4C5F-86D8-A2CFF0EB3D6A}"/>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6F746812-65E3-4C09-AC38-B0CFE93C8A9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5709130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a:lstStyle/>
          <a:p>
            <a:r>
              <a:rPr lang="en-US"/>
              <a:t>Click to edit Master title style</a:t>
            </a:r>
            <a:endParaRPr lang="en-US" dirty="0"/>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800"/>
            <a:ext cx="113760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7367E6C0-4D2C-4C5F-86D8-A2CFF0EB3D6A}"/>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6" name="Slide Number Placeholder">
            <a:extLst>
              <a:ext uri="{FF2B5EF4-FFF2-40B4-BE49-F238E27FC236}">
                <a16:creationId xmlns:a16="http://schemas.microsoft.com/office/drawing/2014/main" id="{6F746812-65E3-4C09-AC38-B0CFE93C8A9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4081288567"/>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wo columns dark">
    <p:bg>
      <p:bgRef idx="1001">
        <a:schemeClr val="bg2"/>
      </p:bgRef>
    </p:bg>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a:lstStyle>
            <a:lvl1pPr>
              <a:defRPr>
                <a:solidFill>
                  <a:schemeClr val="tx1"/>
                </a:solidFill>
              </a:defRPr>
            </a:lvl1pPr>
          </a:lstStyle>
          <a:p>
            <a:r>
              <a:rPr lang="en-US"/>
              <a:t>Click to edit Master title style</a:t>
            </a:r>
            <a:endParaRPr lang="en-US" dirty="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4752000"/>
          </a:xfrm>
          <a:prstGeom prst="rect">
            <a:avLst/>
          </a:prstGeom>
        </p:spPr>
        <p:txBody>
          <a:bodyPr>
            <a:noAutofit/>
          </a:bodyPr>
          <a:lstStyle>
            <a:lvl2pPr>
              <a:buClr>
                <a:schemeClr val="tx1"/>
              </a:buClr>
              <a:defRPr/>
            </a:lvl2pPr>
            <a:lvl3pPr>
              <a:buClr>
                <a:schemeClr val="tx1"/>
              </a:buClr>
              <a:defRPr/>
            </a:lvl3pPr>
            <a:lvl4pPr>
              <a:buClr>
                <a:schemeClr val="tx1"/>
              </a:buClr>
              <a:defRPr/>
            </a:lvl4pPr>
            <a:lvl5pPr>
              <a:buClr>
                <a:schemeClr val="tx1"/>
              </a:buClr>
              <a:defRPr/>
            </a:lvl5pPr>
            <a:lvl6pPr>
              <a:buClr>
                <a:schemeClr val="tx1"/>
              </a:buClr>
              <a:defRPr/>
            </a:lvl6pPr>
            <a:lvl7pPr>
              <a:buClr>
                <a:schemeClr val="tx1"/>
              </a:buClr>
              <a:defRPr/>
            </a:lvl7pPr>
            <a:lvl8pPr>
              <a:buClr>
                <a:schemeClr val="tx1"/>
              </a:buClr>
              <a:defRPr/>
            </a:lvl8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4752000"/>
          </a:xfrm>
          <a:prstGeom prst="rect">
            <a:avLst/>
          </a:prstGeom>
        </p:spPr>
        <p:txBody>
          <a:bodyPr>
            <a:noAutofit/>
          </a:bodyPr>
          <a:lstStyle>
            <a:lvl2pPr>
              <a:buClr>
                <a:schemeClr val="tx1"/>
              </a:buClr>
              <a:defRPr/>
            </a:lvl2pPr>
            <a:lvl3pPr>
              <a:buClr>
                <a:schemeClr val="tx1"/>
              </a:buClr>
              <a:defRPr/>
            </a:lvl3pPr>
            <a:lvl4pPr>
              <a:buClr>
                <a:schemeClr val="tx1"/>
              </a:buClr>
              <a:defRPr/>
            </a:lvl4pPr>
            <a:lvl5pPr>
              <a:buClr>
                <a:schemeClr val="tx1"/>
              </a:buClr>
              <a:defRPr/>
            </a:lvl5pPr>
            <a:lvl6pPr>
              <a:buClr>
                <a:schemeClr val="tx1"/>
              </a:buClr>
              <a:defRPr/>
            </a:lvl6pPr>
            <a:lvl7pPr>
              <a:buClr>
                <a:schemeClr val="tx1"/>
              </a:buClr>
              <a:defRPr/>
            </a:lvl7pPr>
            <a:lvl8pPr>
              <a:buClr>
                <a:schemeClr val="tx1"/>
              </a:buClr>
              <a:defRPr/>
            </a:lvl8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Siemens Logo" descr="Siemens logo">
            <a:extLst>
              <a:ext uri="{FF2B5EF4-FFF2-40B4-BE49-F238E27FC236}">
                <a16:creationId xmlns:a16="http://schemas.microsoft.com/office/drawing/2014/main" id="{4F8BBD80-F603-890B-5CCC-27FC59B1600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33A503D1-D234-4258-9A03-D858B10BA46D}"/>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21AA656B-0BAF-4B75-90BE-93CAC5946C0B}"/>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3307299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a:lstStyle/>
          <a:p>
            <a:r>
              <a:rPr lang="en-US"/>
              <a:t>Click to edit Master title style</a:t>
            </a:r>
            <a:endParaRPr lang="en-US" dirty="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33A503D1-D234-4258-9A03-D858B10BA46D}"/>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21AA656B-0BAF-4B75-90BE-93CAC5946C0B}"/>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746920356"/>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hree columns dark">
    <p:bg>
      <p:bgRef idx="1001">
        <a:schemeClr val="bg2"/>
      </p:bgRef>
    </p:bg>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a:lstStyle>
            <a:lvl1pPr>
              <a:defRPr>
                <a:solidFill>
                  <a:schemeClr val="tx1"/>
                </a:solidFill>
              </a:defRPr>
            </a:lvl1pPr>
          </a:lstStyle>
          <a:p>
            <a:r>
              <a:rPr lang="en-US"/>
              <a:t>Click to edit Master title style</a:t>
            </a:r>
            <a:endParaRPr lang="en-US" dirty="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3600000" cy="4752000"/>
          </a:xfrm>
          <a:prstGeom prst="rect">
            <a:avLst/>
          </a:prstGeom>
        </p:spPr>
        <p:txBody>
          <a:bodyPr>
            <a:noAutofit/>
          </a:bodyPr>
          <a:lstStyle>
            <a:lvl2pPr>
              <a:buClr>
                <a:schemeClr val="tx1"/>
              </a:buClr>
              <a:defRPr/>
            </a:lvl2pPr>
            <a:lvl3pPr>
              <a:buClr>
                <a:schemeClr val="tx1"/>
              </a:buClr>
              <a:defRPr/>
            </a:lvl3pPr>
            <a:lvl4pPr>
              <a:buClr>
                <a:schemeClr val="tx1"/>
              </a:buClr>
              <a:defRPr/>
            </a:lvl4pPr>
            <a:lvl5pPr>
              <a:buClr>
                <a:schemeClr val="tx1"/>
              </a:buClr>
              <a:defRPr/>
            </a:lvl5pPr>
            <a:lvl6pPr>
              <a:buClr>
                <a:schemeClr val="tx1"/>
              </a:buClr>
              <a:defRPr/>
            </a:lvl6pPr>
            <a:lvl7pPr>
              <a:buClr>
                <a:schemeClr val="tx1"/>
              </a:buClr>
              <a:defRPr/>
            </a:lvl7pPr>
            <a:lvl8pPr>
              <a:buClr>
                <a:schemeClr val="tx1"/>
              </a:buClr>
              <a:defRPr/>
            </a:lvl8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4298400" y="1414800"/>
            <a:ext cx="3600000" cy="4752000"/>
          </a:xfrm>
          <a:prstGeom prst="rect">
            <a:avLst/>
          </a:prstGeom>
        </p:spPr>
        <p:txBody>
          <a:bodyPr>
            <a:noAutofit/>
          </a:bodyPr>
          <a:lstStyle>
            <a:lvl2pPr>
              <a:buClr>
                <a:schemeClr val="tx1"/>
              </a:buClr>
              <a:defRPr/>
            </a:lvl2pPr>
            <a:lvl3pPr>
              <a:buClr>
                <a:schemeClr val="tx1"/>
              </a:buClr>
              <a:defRPr/>
            </a:lvl3pPr>
            <a:lvl4pPr>
              <a:buClr>
                <a:schemeClr val="tx1"/>
              </a:buClr>
              <a:defRPr/>
            </a:lvl4pPr>
            <a:lvl5pPr>
              <a:buClr>
                <a:schemeClr val="tx1"/>
              </a:buClr>
              <a:defRPr/>
            </a:lvl5pPr>
            <a:lvl6pPr>
              <a:buClr>
                <a:schemeClr val="tx1"/>
              </a:buClr>
              <a:defRPr/>
            </a:lvl6pPr>
            <a:lvl7pPr>
              <a:buClr>
                <a:schemeClr val="tx1"/>
              </a:buClr>
              <a:defRPr/>
            </a:lvl7pPr>
            <a:lvl8pPr>
              <a:buClr>
                <a:schemeClr val="tx1"/>
              </a:buClr>
              <a:defRPr/>
            </a:lvl8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py 3" descr="Content text frame">
            <a:extLst>
              <a:ext uri="{FF2B5EF4-FFF2-40B4-BE49-F238E27FC236}">
                <a16:creationId xmlns:a16="http://schemas.microsoft.com/office/drawing/2014/main" id="{F020B491-E63A-4FB5-94ED-2BC31EB35C33}"/>
              </a:ext>
            </a:extLst>
          </p:cNvPr>
          <p:cNvSpPr>
            <a:spLocks noGrp="1"/>
          </p:cNvSpPr>
          <p:nvPr>
            <p:ph sz="half" idx="12"/>
          </p:nvPr>
        </p:nvSpPr>
        <p:spPr bwMode="black">
          <a:xfrm>
            <a:off x="8186400" y="1414800"/>
            <a:ext cx="3600000" cy="4752000"/>
          </a:xfrm>
          <a:prstGeom prst="rect">
            <a:avLst/>
          </a:prstGeom>
        </p:spPr>
        <p:txBody>
          <a:bodyPr>
            <a:noAutofit/>
          </a:bodyPr>
          <a:lstStyle>
            <a:lvl2pPr>
              <a:buClr>
                <a:schemeClr val="tx1"/>
              </a:buClr>
              <a:defRPr/>
            </a:lvl2pPr>
            <a:lvl3pPr>
              <a:buClr>
                <a:schemeClr val="tx1"/>
              </a:buClr>
              <a:defRPr/>
            </a:lvl3pPr>
            <a:lvl4pPr>
              <a:buClr>
                <a:schemeClr val="tx1"/>
              </a:buClr>
              <a:defRPr/>
            </a:lvl4pPr>
            <a:lvl5pPr>
              <a:buClr>
                <a:schemeClr val="tx1"/>
              </a:buClr>
              <a:defRPr/>
            </a:lvl5pPr>
            <a:lvl6pPr>
              <a:buClr>
                <a:schemeClr val="tx1"/>
              </a:buClr>
              <a:defRPr/>
            </a:lvl6pPr>
            <a:lvl7pPr>
              <a:buClr>
                <a:schemeClr val="tx1"/>
              </a:buClr>
              <a:defRPr/>
            </a:lvl7pPr>
            <a:lvl8pPr>
              <a:buClr>
                <a:schemeClr val="tx1"/>
              </a:buClr>
              <a:defRPr/>
            </a:lvl8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Siemens Logo" descr="Siemens logo">
            <a:extLst>
              <a:ext uri="{FF2B5EF4-FFF2-40B4-BE49-F238E27FC236}">
                <a16:creationId xmlns:a16="http://schemas.microsoft.com/office/drawing/2014/main" id="{A53CF7CF-3A43-5B1E-4240-BD93149833D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E613FA68-C74A-4621-9563-250388EBCC8B}"/>
              </a:ext>
            </a:extLst>
          </p:cNvPr>
          <p:cNvSpPr>
            <a:spLocks noGrp="1"/>
          </p:cNvSpPr>
          <p:nvPr>
            <p:ph type="ftr" sz="quarter" idx="13"/>
          </p:nvPr>
        </p:nvSpPr>
        <p:spPr bwMode="black"/>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F9117D9C-D502-472C-A3C8-FA9087A2EDCE}"/>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0999413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a:lstStyle/>
          <a:p>
            <a:r>
              <a:rPr lang="en-US"/>
              <a:t>Click to edit Master title style</a:t>
            </a:r>
            <a:endParaRPr lang="en-US" dirty="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4298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py 3" descr="Content text frame">
            <a:extLst>
              <a:ext uri="{FF2B5EF4-FFF2-40B4-BE49-F238E27FC236}">
                <a16:creationId xmlns:a16="http://schemas.microsoft.com/office/drawing/2014/main" id="{F020B491-E63A-4FB5-94ED-2BC31EB35C33}"/>
              </a:ext>
            </a:extLst>
          </p:cNvPr>
          <p:cNvSpPr>
            <a:spLocks noGrp="1"/>
          </p:cNvSpPr>
          <p:nvPr>
            <p:ph sz="half" idx="12"/>
          </p:nvPr>
        </p:nvSpPr>
        <p:spPr bwMode="black">
          <a:xfrm>
            <a:off x="8186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E613FA68-C74A-4621-9563-250388EBCC8B}"/>
              </a:ext>
            </a:extLst>
          </p:cNvPr>
          <p:cNvSpPr>
            <a:spLocks noGrp="1"/>
          </p:cNvSpPr>
          <p:nvPr>
            <p:ph type="ftr" sz="quarter" idx="13"/>
          </p:nvPr>
        </p:nvSpPr>
        <p:spPr bwMode="black"/>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F9117D9C-D502-472C-A3C8-FA9087A2EDCE}"/>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941104645"/>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Four objects dark">
    <p:bg>
      <p:bgRef idx="1001">
        <a:schemeClr val="bg2"/>
      </p:bgRef>
    </p:bg>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a:lstStyle>
            <a:lvl1pPr>
              <a:defRPr>
                <a:solidFill>
                  <a:schemeClr val="tx1"/>
                </a:solidFill>
              </a:defRPr>
            </a:lvl1pPr>
          </a:lstStyle>
          <a:p>
            <a:r>
              <a:rPr lang="en-US"/>
              <a:t>Click to edit Master title style</a:t>
            </a:r>
            <a:endParaRPr lang="en-US" dirty="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2088000"/>
          </a:xfrm>
          <a:prstGeom prst="rect">
            <a:avLst/>
          </a:prstGeom>
        </p:spPr>
        <p:txBody>
          <a:bodyPr>
            <a:noAutofit/>
          </a:bodyPr>
          <a:lstStyle>
            <a:lvl1pP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vl6pPr>
              <a:buClr>
                <a:schemeClr val="tx1"/>
              </a:buClr>
              <a:defRPr sz="1600"/>
            </a:lvl6pPr>
            <a:lvl7pPr>
              <a:buClr>
                <a:schemeClr val="tx1"/>
              </a:buClr>
              <a:defRPr sz="1600"/>
            </a:lvl7pPr>
            <a:lvl8pPr>
              <a:buClr>
                <a:schemeClr val="tx1"/>
              </a:buClr>
              <a:defRPr sz="1600"/>
            </a:lvl8pPr>
            <a:lvl9pPr>
              <a:buClr>
                <a:schemeClr val="tx1"/>
              </a:buCl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py 2" descr="Content text frame">
            <a:extLst>
              <a:ext uri="{FF2B5EF4-FFF2-40B4-BE49-F238E27FC236}">
                <a16:creationId xmlns:a16="http://schemas.microsoft.com/office/drawing/2014/main" id="{2871E7F7-6A93-4406-8617-80D9CFF396A8}"/>
              </a:ext>
            </a:extLst>
          </p:cNvPr>
          <p:cNvSpPr>
            <a:spLocks noGrp="1"/>
          </p:cNvSpPr>
          <p:nvPr>
            <p:ph sz="half" idx="12"/>
          </p:nvPr>
        </p:nvSpPr>
        <p:spPr bwMode="black">
          <a:xfrm>
            <a:off x="411162" y="3718800"/>
            <a:ext cx="5470526" cy="2088000"/>
          </a:xfrm>
          <a:prstGeom prst="rect">
            <a:avLst/>
          </a:prstGeom>
        </p:spPr>
        <p:txBody>
          <a:bodyPr>
            <a:noAutofit/>
          </a:bodyPr>
          <a:lstStyle>
            <a:lvl1pP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vl6pPr>
              <a:buClr>
                <a:schemeClr val="tx1"/>
              </a:buClr>
              <a:defRPr sz="1600"/>
            </a:lvl6pPr>
            <a:lvl7pPr>
              <a:buClr>
                <a:schemeClr val="tx1"/>
              </a:buClr>
              <a:defRPr sz="1600"/>
            </a:lvl7pPr>
            <a:lvl8pPr>
              <a:buClr>
                <a:schemeClr val="tx1"/>
              </a:buClr>
              <a:defRPr sz="1600"/>
            </a:lvl8pPr>
            <a:lvl9pPr>
              <a:buClr>
                <a:schemeClr val="tx1"/>
              </a:buCl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 3"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2088000"/>
          </a:xfrm>
          <a:prstGeom prst="rect">
            <a:avLst/>
          </a:prstGeom>
        </p:spPr>
        <p:txBody>
          <a:bodyPr>
            <a:noAutofit/>
          </a:bodyPr>
          <a:lstStyle>
            <a:lvl1pP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vl6pPr>
              <a:buClr>
                <a:schemeClr val="tx1"/>
              </a:buClr>
              <a:defRPr sz="1600"/>
            </a:lvl6pPr>
            <a:lvl7pPr>
              <a:buClr>
                <a:schemeClr val="tx1"/>
              </a:buClr>
              <a:defRPr sz="1600"/>
            </a:lvl7pPr>
            <a:lvl8pPr>
              <a:buClr>
                <a:schemeClr val="tx1"/>
              </a:buClr>
              <a:defRPr sz="1600"/>
            </a:lvl8pPr>
            <a:lvl9pPr>
              <a:buClr>
                <a:schemeClr val="tx1"/>
              </a:buCl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py 4" descr="Content text frame">
            <a:extLst>
              <a:ext uri="{FF2B5EF4-FFF2-40B4-BE49-F238E27FC236}">
                <a16:creationId xmlns:a16="http://schemas.microsoft.com/office/drawing/2014/main" id="{7AD3B9B1-3210-46C8-8222-A0E11719EB88}"/>
              </a:ext>
            </a:extLst>
          </p:cNvPr>
          <p:cNvSpPr>
            <a:spLocks noGrp="1"/>
          </p:cNvSpPr>
          <p:nvPr>
            <p:ph sz="half" idx="13"/>
          </p:nvPr>
        </p:nvSpPr>
        <p:spPr bwMode="black">
          <a:xfrm>
            <a:off x="6315075" y="3718800"/>
            <a:ext cx="5465763" cy="2088000"/>
          </a:xfrm>
          <a:prstGeom prst="rect">
            <a:avLst/>
          </a:prstGeom>
        </p:spPr>
        <p:txBody>
          <a:bodyPr>
            <a:noAutofit/>
          </a:bodyPr>
          <a:lstStyle>
            <a:lvl1pP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vl6pPr>
              <a:buClr>
                <a:schemeClr val="tx1"/>
              </a:buClr>
              <a:defRPr sz="1600"/>
            </a:lvl6pPr>
            <a:lvl7pPr>
              <a:buClr>
                <a:schemeClr val="tx1"/>
              </a:buClr>
              <a:defRPr sz="1600"/>
            </a:lvl7pPr>
            <a:lvl8pPr>
              <a:buClr>
                <a:schemeClr val="tx1"/>
              </a:buClr>
              <a:defRPr sz="1600"/>
            </a:lvl8pPr>
            <a:lvl9pPr>
              <a:buClr>
                <a:schemeClr val="tx1"/>
              </a:buCl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Siemens Logo" descr="Siemens logo">
            <a:extLst>
              <a:ext uri="{FF2B5EF4-FFF2-40B4-BE49-F238E27FC236}">
                <a16:creationId xmlns:a16="http://schemas.microsoft.com/office/drawing/2014/main" id="{6876CD70-E828-5653-E034-0E836EE5EA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1DF6F0C8-00D9-4034-B3CC-D376702BE1C8}"/>
              </a:ext>
            </a:extLst>
          </p:cNvPr>
          <p:cNvSpPr>
            <a:spLocks noGrp="1"/>
          </p:cNvSpPr>
          <p:nvPr>
            <p:ph type="ftr" sz="quarter" idx="14"/>
          </p:nvPr>
        </p:nvSpPr>
        <p:spPr bwMode="black"/>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53D55964-F7E8-48E3-84D5-FE4FE835C563}"/>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41793686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p:nvPr>
        </p:nvSpPr>
        <p:spPr bwMode="black"/>
        <p:txBody>
          <a:bodyPr/>
          <a:lstStyle/>
          <a:p>
            <a:r>
              <a:rPr lang="en-US"/>
              <a:t>Click to edit Master title style</a:t>
            </a:r>
            <a:endParaRPr lang="en-US" dirty="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p:nvPr>
        </p:nvSpPr>
        <p:spPr bwMode="black">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py 2" descr="Content text frame">
            <a:extLst>
              <a:ext uri="{FF2B5EF4-FFF2-40B4-BE49-F238E27FC236}">
                <a16:creationId xmlns:a16="http://schemas.microsoft.com/office/drawing/2014/main" id="{2871E7F7-6A93-4406-8617-80D9CFF396A8}"/>
              </a:ext>
            </a:extLst>
          </p:cNvPr>
          <p:cNvSpPr>
            <a:spLocks noGrp="1"/>
          </p:cNvSpPr>
          <p:nvPr>
            <p:ph sz="half" idx="12"/>
          </p:nvPr>
        </p:nvSpPr>
        <p:spPr bwMode="black">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 3"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py 4" descr="Content text frame">
            <a:extLst>
              <a:ext uri="{FF2B5EF4-FFF2-40B4-BE49-F238E27FC236}">
                <a16:creationId xmlns:a16="http://schemas.microsoft.com/office/drawing/2014/main" id="{7AD3B9B1-3210-46C8-8222-A0E11719EB88}"/>
              </a:ext>
            </a:extLst>
          </p:cNvPr>
          <p:cNvSpPr>
            <a:spLocks noGrp="1"/>
          </p:cNvSpPr>
          <p:nvPr>
            <p:ph sz="half" idx="13"/>
          </p:nvPr>
        </p:nvSpPr>
        <p:spPr bwMode="black">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1DF6F0C8-00D9-4034-B3CC-D376702BE1C8}"/>
              </a:ext>
            </a:extLst>
          </p:cNvPr>
          <p:cNvSpPr>
            <a:spLocks noGrp="1"/>
          </p:cNvSpPr>
          <p:nvPr>
            <p:ph type="ftr" sz="quarter" idx="14"/>
          </p:nvPr>
        </p:nvSpPr>
        <p:spPr bwMode="black"/>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53D55964-F7E8-48E3-84D5-FE4FE835C563}"/>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378437110"/>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wo columns dark (Spotlight)">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E568133C-15D2-4F33-802E-DF15E7891829}"/>
              </a:ext>
            </a:extLst>
          </p:cNvPr>
          <p:cNvSpPr>
            <a:spLocks noGrp="1"/>
          </p:cNvSpPr>
          <p:nvPr>
            <p:ph type="title"/>
          </p:nvPr>
        </p:nvSpPr>
        <p:spPr bwMode="black"/>
        <p:txBody>
          <a:bodyPr/>
          <a:lstStyle>
            <a:lvl1pPr>
              <a:defRPr>
                <a:solidFill>
                  <a:schemeClr val="tx1"/>
                </a:solidFill>
              </a:defRPr>
            </a:lvl1pPr>
          </a:lstStyle>
          <a:p>
            <a:r>
              <a:rPr lang="en-US"/>
              <a:t>Click to edit Master title style</a:t>
            </a:r>
            <a:endParaRPr lang="en-US" dirty="0"/>
          </a:p>
        </p:txBody>
      </p:sp>
      <p:sp>
        <p:nvSpPr>
          <p:cNvPr id="7" name="Picture Placeholder" descr="Thematic picture – please describe further">
            <a:extLst>
              <a:ext uri="{FF2B5EF4-FFF2-40B4-BE49-F238E27FC236}">
                <a16:creationId xmlns:a16="http://schemas.microsoft.com/office/drawing/2014/main" id="{90866A30-329B-420B-B42B-2C69E0DE6D9B}"/>
              </a:ext>
            </a:extLst>
          </p:cNvPr>
          <p:cNvSpPr>
            <a:spLocks noGrp="1"/>
          </p:cNvSpPr>
          <p:nvPr>
            <p:ph type="pic" sz="quarter" idx="12" hasCustomPrompt="1"/>
          </p:nvPr>
        </p:nvSpPr>
        <p:spPr bwMode="ltGray">
          <a:xfrm>
            <a:off x="411161" y="1414800"/>
            <a:ext cx="7199313" cy="4752000"/>
          </a:xfrm>
          <a:solidFill>
            <a:srgbClr val="9999A9"/>
          </a:solidFill>
        </p:spPr>
        <p:txBody>
          <a:bodyPr lIns="144000" tIns="108000" rIns="144000" bIns="108000">
            <a:noAutofit/>
          </a:bodyPr>
          <a:lstStyle/>
          <a:p>
            <a:r>
              <a:rPr lang="en-US" dirty="0"/>
              <a:t>Thematic picture</a:t>
            </a:r>
          </a:p>
        </p:txBody>
      </p:sp>
      <p:sp>
        <p:nvSpPr>
          <p:cNvPr id="4" name="Copy"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8043189" y="1414800"/>
            <a:ext cx="3744000" cy="4752000"/>
          </a:xfrm>
          <a:prstGeom prst="rect">
            <a:avLst/>
          </a:prstGeom>
        </p:spPr>
        <p:txBody>
          <a:bodyPr>
            <a:noAutofit/>
          </a:bodyPr>
          <a:lstStyle>
            <a:lvl2pPr>
              <a:buClr>
                <a:schemeClr val="tx1"/>
              </a:buClr>
              <a:defRPr/>
            </a:lvl2pPr>
            <a:lvl3pPr>
              <a:buClr>
                <a:schemeClr val="tx1"/>
              </a:buClr>
              <a:defRPr/>
            </a:lvl3pPr>
            <a:lvl4pPr>
              <a:buClr>
                <a:schemeClr val="tx1"/>
              </a:buClr>
              <a:defRPr/>
            </a:lvl4pPr>
            <a:lvl5pPr>
              <a:buClr>
                <a:schemeClr val="tx1"/>
              </a:buClr>
              <a:defRPr/>
            </a:lvl5pPr>
            <a:lvl6pPr>
              <a:buClr>
                <a:schemeClr val="tx1"/>
              </a:buClr>
              <a:defRPr/>
            </a:lvl6pPr>
            <a:lvl7pPr>
              <a:buClr>
                <a:schemeClr val="tx1"/>
              </a:buClr>
              <a:defRPr/>
            </a:lvl7pPr>
            <a:lvl8pPr>
              <a:buClr>
                <a:schemeClr val="tx1"/>
              </a:buClr>
              <a:defRPr/>
            </a:lvl8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Siemens Logo" descr="Siemens logo">
            <a:extLst>
              <a:ext uri="{FF2B5EF4-FFF2-40B4-BE49-F238E27FC236}">
                <a16:creationId xmlns:a16="http://schemas.microsoft.com/office/drawing/2014/main" id="{2E6EBD77-9439-0F2D-3512-7EAC1BD87F2E}"/>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33756E69-CA2F-47EC-9D32-CB09C4CD83F1}"/>
              </a:ext>
            </a:extLst>
          </p:cNvPr>
          <p:cNvSpPr>
            <a:spLocks noGrp="1"/>
          </p:cNvSpPr>
          <p:nvPr>
            <p:ph type="ftr" sz="quarter" idx="13"/>
          </p:nvPr>
        </p:nvSpPr>
        <p:spPr bwMode="black"/>
        <p:txBody>
          <a:bodyPr/>
          <a:lstStyle/>
          <a:p>
            <a:pPr>
              <a:lnSpc>
                <a:spcPct val="100000"/>
              </a:lnSpc>
            </a:pPr>
            <a:r>
              <a:rPr lang="en-US" dirty="0"/>
              <a:t>Restricted | © Siemens 20XX | Author | Department | YYYY-MM-DD</a:t>
            </a:r>
          </a:p>
        </p:txBody>
      </p:sp>
      <p:sp>
        <p:nvSpPr>
          <p:cNvPr id="5" name="Slide Number Placeholder">
            <a:extLst>
              <a:ext uri="{FF2B5EF4-FFF2-40B4-BE49-F238E27FC236}">
                <a16:creationId xmlns:a16="http://schemas.microsoft.com/office/drawing/2014/main" id="{95022CCB-0484-488B-8637-222C3919B0F7}"/>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33829975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wo columns (Spotligh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E568133C-15D2-4F33-802E-DF15E7891829}"/>
              </a:ext>
            </a:extLst>
          </p:cNvPr>
          <p:cNvSpPr>
            <a:spLocks noGrp="1"/>
          </p:cNvSpPr>
          <p:nvPr>
            <p:ph type="title"/>
          </p:nvPr>
        </p:nvSpPr>
        <p:spPr bwMode="black"/>
        <p:txBody>
          <a:bodyPr/>
          <a:lstStyle/>
          <a:p>
            <a:r>
              <a:rPr lang="en-US"/>
              <a:t>Click to edit Master title style</a:t>
            </a:r>
            <a:endParaRPr lang="en-US" dirty="0"/>
          </a:p>
        </p:txBody>
      </p:sp>
      <p:sp>
        <p:nvSpPr>
          <p:cNvPr id="7" name="Picture Placeholder" descr="Thematic picture – please describe further">
            <a:extLst>
              <a:ext uri="{FF2B5EF4-FFF2-40B4-BE49-F238E27FC236}">
                <a16:creationId xmlns:a16="http://schemas.microsoft.com/office/drawing/2014/main" id="{90866A30-329B-420B-B42B-2C69E0DE6D9B}"/>
              </a:ext>
            </a:extLst>
          </p:cNvPr>
          <p:cNvSpPr>
            <a:spLocks noGrp="1"/>
          </p:cNvSpPr>
          <p:nvPr>
            <p:ph type="pic" sz="quarter" idx="12" hasCustomPrompt="1"/>
          </p:nvPr>
        </p:nvSpPr>
        <p:spPr bwMode="ltGray">
          <a:xfrm>
            <a:off x="411161" y="1414800"/>
            <a:ext cx="7199313" cy="4752000"/>
          </a:xfrm>
          <a:solidFill>
            <a:srgbClr val="9999A9"/>
          </a:solidFill>
        </p:spPr>
        <p:txBody>
          <a:bodyPr lIns="144000" tIns="108000" rIns="144000" bIns="108000">
            <a:noAutofit/>
          </a:bodyPr>
          <a:lstStyle/>
          <a:p>
            <a:r>
              <a:rPr lang="en-US" dirty="0"/>
              <a:t>Thematic picture</a:t>
            </a:r>
          </a:p>
        </p:txBody>
      </p:sp>
      <p:sp>
        <p:nvSpPr>
          <p:cNvPr id="4" name="Copy" descr="Content text frame">
            <a:extLst>
              <a:ext uri="{FF2B5EF4-FFF2-40B4-BE49-F238E27FC236}">
                <a16:creationId xmlns:a16="http://schemas.microsoft.com/office/drawing/2014/main" id="{BF3FF41E-3844-4153-B955-A1F3E9EC1D30}"/>
              </a:ext>
            </a:extLst>
          </p:cNvPr>
          <p:cNvSpPr>
            <a:spLocks noGrp="1"/>
          </p:cNvSpPr>
          <p:nvPr>
            <p:ph sz="half" idx="2"/>
          </p:nvPr>
        </p:nvSpPr>
        <p:spPr bwMode="black">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Siemens Logo" descr="Siemens logo">
            <a:extLst>
              <a:ext uri="{FF2B5EF4-FFF2-40B4-BE49-F238E27FC236}">
                <a16:creationId xmlns:a16="http://schemas.microsoft.com/office/drawing/2014/main" id="{F468BE17-5D03-45C2-9D37-CF354AAA9589}"/>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33756E69-CA2F-47EC-9D32-CB09C4CD83F1}"/>
              </a:ext>
            </a:extLst>
          </p:cNvPr>
          <p:cNvSpPr>
            <a:spLocks noGrp="1"/>
          </p:cNvSpPr>
          <p:nvPr>
            <p:ph type="ftr" sz="quarter" idx="13"/>
          </p:nvPr>
        </p:nvSpPr>
        <p:spPr bwMode="black"/>
        <p:txBody>
          <a:bodyPr/>
          <a:lstStyle/>
          <a:p>
            <a:pPr>
              <a:lnSpc>
                <a:spcPct val="100000"/>
              </a:lnSpc>
            </a:pPr>
            <a:r>
              <a:rPr lang="en-US" dirty="0"/>
              <a:t>Restricted | © Siemens 20XX | Author | Department | YYYY-MM-DD</a:t>
            </a:r>
          </a:p>
        </p:txBody>
      </p:sp>
      <p:sp>
        <p:nvSpPr>
          <p:cNvPr id="5" name="Slide Number Placeholder">
            <a:extLst>
              <a:ext uri="{FF2B5EF4-FFF2-40B4-BE49-F238E27FC236}">
                <a16:creationId xmlns:a16="http://schemas.microsoft.com/office/drawing/2014/main" id="{95022CCB-0484-488B-8637-222C3919B0F7}"/>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3150145025"/>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One table dark (large)">
    <p:bg>
      <p:bgRef idx="1001">
        <a:schemeClr val="bg2"/>
      </p:bgRef>
    </p:bg>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a:lstStyle>
            <a:lvl1pPr>
              <a:defRPr>
                <a:solidFill>
                  <a:schemeClr val="tx1"/>
                </a:solidFill>
              </a:defRPr>
            </a:lvl1pPr>
          </a:lstStyle>
          <a:p>
            <a:r>
              <a:rPr lang="en-US"/>
              <a:t>Click to edit Master title style</a:t>
            </a:r>
            <a:endParaRPr lang="en-US" dirty="0"/>
          </a:p>
        </p:txBody>
      </p:sp>
      <p:sp>
        <p:nvSpPr>
          <p:cNvPr id="6" name="Table Placeholder" descr="Content table  frame">
            <a:extLst>
              <a:ext uri="{FF2B5EF4-FFF2-40B4-BE49-F238E27FC236}">
                <a16:creationId xmlns:a16="http://schemas.microsoft.com/office/drawing/2014/main" id="{D41D1FE0-EDDA-47B8-BF1F-831D4733C32A}"/>
              </a:ext>
            </a:extLst>
          </p:cNvPr>
          <p:cNvSpPr>
            <a:spLocks noGrp="1"/>
          </p:cNvSpPr>
          <p:nvPr>
            <p:ph type="tbl" sz="quarter" idx="12"/>
          </p:nvPr>
        </p:nvSpPr>
        <p:spPr bwMode="black">
          <a:xfrm>
            <a:off x="404812" y="1414461"/>
            <a:ext cx="11376026" cy="4392000"/>
          </a:xfrm>
        </p:spPr>
        <p:txBody>
          <a:bodyPr/>
          <a:lstStyle/>
          <a:p>
            <a:r>
              <a:rPr lang="en-US"/>
              <a:t>Click icon to add table</a:t>
            </a:r>
            <a:endParaRPr lang="en-US" dirty="0"/>
          </a:p>
        </p:txBody>
      </p:sp>
      <p:pic>
        <p:nvPicPr>
          <p:cNvPr id="2" name="Siemens Logo" descr="Siemens logo">
            <a:extLst>
              <a:ext uri="{FF2B5EF4-FFF2-40B4-BE49-F238E27FC236}">
                <a16:creationId xmlns:a16="http://schemas.microsoft.com/office/drawing/2014/main" id="{DBDDA68C-D369-4260-610E-00284B3EA64F}"/>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9CEA2FAD-1597-4F5C-878D-02CB854024F3}"/>
              </a:ext>
            </a:extLst>
          </p:cNvPr>
          <p:cNvSpPr>
            <a:spLocks noGrp="1"/>
          </p:cNvSpPr>
          <p:nvPr>
            <p:ph type="ftr" sz="quarter" idx="13"/>
          </p:nvPr>
        </p:nvSpPr>
        <p:spPr bwMode="black"/>
        <p:txBody>
          <a:bodyPr/>
          <a:lstStyle/>
          <a:p>
            <a:pPr>
              <a:lnSpc>
                <a:spcPct val="100000"/>
              </a:lnSpc>
            </a:pPr>
            <a:r>
              <a:rPr lang="en-US" dirty="0"/>
              <a:t>Restricted | © Siemens 20XX | Author | Department | YYYY-MM-DD</a:t>
            </a:r>
          </a:p>
        </p:txBody>
      </p:sp>
      <p:sp>
        <p:nvSpPr>
          <p:cNvPr id="5" name="Slide Number Placeholder">
            <a:extLst>
              <a:ext uri="{FF2B5EF4-FFF2-40B4-BE49-F238E27FC236}">
                <a16:creationId xmlns:a16="http://schemas.microsoft.com/office/drawing/2014/main" id="{CE0A22CB-5E69-4817-B713-C02B97CF6B91}"/>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8612775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One table (large)">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p:nvPr>
        </p:nvSpPr>
        <p:spPr bwMode="black"/>
        <p:txBody>
          <a:bodyPr/>
          <a:lstStyle>
            <a:lvl1pPr>
              <a:defRPr>
                <a:solidFill>
                  <a:schemeClr val="accent1"/>
                </a:solidFill>
              </a:defRPr>
            </a:lvl1pPr>
          </a:lstStyle>
          <a:p>
            <a:r>
              <a:rPr lang="en-US"/>
              <a:t>Click to edit Master title style</a:t>
            </a:r>
            <a:endParaRPr lang="en-US" dirty="0"/>
          </a:p>
        </p:txBody>
      </p:sp>
      <p:sp>
        <p:nvSpPr>
          <p:cNvPr id="6" name="Table Placeholder" descr="Content table  frame">
            <a:extLst>
              <a:ext uri="{FF2B5EF4-FFF2-40B4-BE49-F238E27FC236}">
                <a16:creationId xmlns:a16="http://schemas.microsoft.com/office/drawing/2014/main" id="{D41D1FE0-EDDA-47B8-BF1F-831D4733C32A}"/>
              </a:ext>
            </a:extLst>
          </p:cNvPr>
          <p:cNvSpPr>
            <a:spLocks noGrp="1"/>
          </p:cNvSpPr>
          <p:nvPr>
            <p:ph type="tbl" sz="quarter" idx="12"/>
          </p:nvPr>
        </p:nvSpPr>
        <p:spPr bwMode="black">
          <a:xfrm>
            <a:off x="404812" y="1414461"/>
            <a:ext cx="11376026" cy="4392000"/>
          </a:xfrm>
        </p:spPr>
        <p:txBody>
          <a:bodyPr/>
          <a:lstStyle/>
          <a:p>
            <a:r>
              <a:rPr lang="en-US"/>
              <a:t>Click icon to add table</a:t>
            </a:r>
            <a:endParaRPr lang="en-US" dirty="0"/>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9CEA2FAD-1597-4F5C-878D-02CB854024F3}"/>
              </a:ext>
            </a:extLst>
          </p:cNvPr>
          <p:cNvSpPr>
            <a:spLocks noGrp="1"/>
          </p:cNvSpPr>
          <p:nvPr>
            <p:ph type="ftr" sz="quarter" idx="13"/>
          </p:nvPr>
        </p:nvSpPr>
        <p:spPr bwMode="black"/>
        <p:txBody>
          <a:bodyPr/>
          <a:lstStyle/>
          <a:p>
            <a:pPr>
              <a:lnSpc>
                <a:spcPct val="100000"/>
              </a:lnSpc>
            </a:pPr>
            <a:r>
              <a:rPr lang="en-US" dirty="0"/>
              <a:t>Restricted | © Siemens 20XX | Author | Department | YYYY-MM-DD</a:t>
            </a:r>
          </a:p>
        </p:txBody>
      </p:sp>
      <p:sp>
        <p:nvSpPr>
          <p:cNvPr id="5" name="Slide Number Placeholder">
            <a:extLst>
              <a:ext uri="{FF2B5EF4-FFF2-40B4-BE49-F238E27FC236}">
                <a16:creationId xmlns:a16="http://schemas.microsoft.com/office/drawing/2014/main" id="{CE0A22CB-5E69-4817-B713-C02B97CF6B91}"/>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722116104"/>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2"/>
      </p:bgRef>
    </p:bg>
    <p:spTree>
      <p:nvGrpSpPr>
        <p:cNvPr id="1" name=""/>
        <p:cNvGrpSpPr/>
        <p:nvPr/>
      </p:nvGrpSpPr>
      <p:grpSpPr>
        <a:xfrm>
          <a:off x="0" y="0"/>
          <a:ext cx="0" cy="0"/>
          <a:chOff x="0" y="0"/>
          <a:chExt cx="0" cy="0"/>
        </a:xfrm>
      </p:grpSpPr>
      <p:sp>
        <p:nvSpPr>
          <p:cNvPr id="5" name="Title" descr="Slide headline">
            <a:extLst>
              <a:ext uri="{FF2B5EF4-FFF2-40B4-BE49-F238E27FC236}">
                <a16:creationId xmlns:a16="http://schemas.microsoft.com/office/drawing/2014/main" id="{9F2A455C-53B1-4792-8EA9-F00926C48E39}"/>
              </a:ext>
            </a:extLst>
          </p:cNvPr>
          <p:cNvSpPr>
            <a:spLocks noGrp="1"/>
          </p:cNvSpPr>
          <p:nvPr>
            <p:ph type="title"/>
          </p:nvPr>
        </p:nvSpPr>
        <p:spPr bwMode="black"/>
        <p:txBody>
          <a:bodyPr/>
          <a:lstStyle>
            <a:lvl1pPr>
              <a:defRPr>
                <a:solidFill>
                  <a:schemeClr val="tx1"/>
                </a:solidFill>
              </a:defRPr>
            </a:lvl1pPr>
          </a:lstStyle>
          <a:p>
            <a:r>
              <a:rPr lang="en-US"/>
              <a:t>Click to edit Master title style</a:t>
            </a:r>
            <a:endParaRPr lang="en-US" dirty="0"/>
          </a:p>
        </p:txBody>
      </p:sp>
      <p:sp>
        <p:nvSpPr>
          <p:cNvPr id="3" name="Copy 1"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462"/>
            <a:ext cx="3600000" cy="4392000"/>
          </a:xfrm>
          <a:prstGeom prst="rect">
            <a:avLst/>
          </a:prstGeom>
          <a:ln w="19050">
            <a:solidFill>
              <a:srgbClr val="00C1B6"/>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py 2" descr="Content text frame">
            <a:extLst>
              <a:ext uri="{FF2B5EF4-FFF2-40B4-BE49-F238E27FC236}">
                <a16:creationId xmlns:a16="http://schemas.microsoft.com/office/drawing/2014/main" id="{3AC3CE10-0C4B-4A11-BA76-8CAFED13661C}"/>
              </a:ext>
            </a:extLst>
          </p:cNvPr>
          <p:cNvSpPr>
            <a:spLocks noGrp="1"/>
          </p:cNvSpPr>
          <p:nvPr>
            <p:ph idx="13"/>
          </p:nvPr>
        </p:nvSpPr>
        <p:spPr bwMode="black">
          <a:xfrm>
            <a:off x="4299176" y="1414462"/>
            <a:ext cx="3600000" cy="4392000"/>
          </a:xfrm>
          <a:prstGeom prst="rect">
            <a:avLst/>
          </a:prstGeom>
          <a:ln w="19050">
            <a:solidFill>
              <a:srgbClr val="00C1B6"/>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py 3" descr="Content text frame (highlight)">
            <a:extLst>
              <a:ext uri="{FF2B5EF4-FFF2-40B4-BE49-F238E27FC236}">
                <a16:creationId xmlns:a16="http://schemas.microsoft.com/office/drawing/2014/main" id="{E840DCCC-8E77-40B8-B94B-A4D3A4D77826}"/>
              </a:ext>
            </a:extLst>
          </p:cNvPr>
          <p:cNvSpPr>
            <a:spLocks noGrp="1"/>
          </p:cNvSpPr>
          <p:nvPr>
            <p:ph idx="12"/>
          </p:nvPr>
        </p:nvSpPr>
        <p:spPr bwMode="blackWhite">
          <a:xfrm>
            <a:off x="8187189" y="1414462"/>
            <a:ext cx="3600000" cy="4392000"/>
          </a:xfrm>
          <a:prstGeom prst="rect">
            <a:avLst/>
          </a:prstGeom>
          <a:solidFill>
            <a:srgbClr val="00C1B6"/>
          </a:solidFill>
          <a:ln w="19050">
            <a:solidFill>
              <a:srgbClr val="00C1B6"/>
            </a:solidFill>
          </a:ln>
        </p:spPr>
        <p:txBody>
          <a:bodyPr lIns="216000" tIns="144000" rIns="216000" bIns="144000">
            <a:noAutofit/>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Siemens Logo" descr="Siemens logo">
            <a:extLst>
              <a:ext uri="{FF2B5EF4-FFF2-40B4-BE49-F238E27FC236}">
                <a16:creationId xmlns:a16="http://schemas.microsoft.com/office/drawing/2014/main" id="{E5DDD55C-5C17-4BCD-A9BB-FE8A69DC48DE}"/>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91FCCEDD-7521-4BD5-8A32-A62DA6246709}"/>
              </a:ext>
            </a:extLst>
          </p:cNvPr>
          <p:cNvSpPr>
            <a:spLocks noGrp="1"/>
          </p:cNvSpPr>
          <p:nvPr>
            <p:ph type="ftr" sz="quarter" idx="14"/>
          </p:nvPr>
        </p:nvSpPr>
        <p:spPr bwMode="black"/>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DC2AAE3E-7F56-4838-BCE7-6B966549F4DA}"/>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5442357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Process flow light">
    <p:bg>
      <p:bgRef idx="1001">
        <a:schemeClr val="bg1"/>
      </p:bgRef>
    </p:bg>
    <p:spTree>
      <p:nvGrpSpPr>
        <p:cNvPr id="1" name=""/>
        <p:cNvGrpSpPr/>
        <p:nvPr/>
      </p:nvGrpSpPr>
      <p:grpSpPr>
        <a:xfrm>
          <a:off x="0" y="0"/>
          <a:ext cx="0" cy="0"/>
          <a:chOff x="0" y="0"/>
          <a:chExt cx="0" cy="0"/>
        </a:xfrm>
      </p:grpSpPr>
      <p:sp>
        <p:nvSpPr>
          <p:cNvPr id="5" name="Title" descr="Slide headline">
            <a:extLst>
              <a:ext uri="{FF2B5EF4-FFF2-40B4-BE49-F238E27FC236}">
                <a16:creationId xmlns:a16="http://schemas.microsoft.com/office/drawing/2014/main" id="{9F2A455C-53B1-4792-8EA9-F00926C48E39}"/>
              </a:ext>
            </a:extLst>
          </p:cNvPr>
          <p:cNvSpPr>
            <a:spLocks noGrp="1"/>
          </p:cNvSpPr>
          <p:nvPr>
            <p:ph type="title"/>
          </p:nvPr>
        </p:nvSpPr>
        <p:spPr bwMode="black"/>
        <p:txBody>
          <a:bodyPr/>
          <a:lstStyle>
            <a:lvl1pPr>
              <a:defRPr>
                <a:solidFill>
                  <a:schemeClr val="accent1"/>
                </a:solidFill>
              </a:defRPr>
            </a:lvl1pPr>
          </a:lstStyle>
          <a:p>
            <a:r>
              <a:rPr lang="en-US"/>
              <a:t>Click to edit Master title style</a:t>
            </a:r>
            <a:endParaRPr lang="en-US" dirty="0"/>
          </a:p>
        </p:txBody>
      </p:sp>
      <p:sp>
        <p:nvSpPr>
          <p:cNvPr id="3" name="Copy 1" descr="Content text frame">
            <a:extLst>
              <a:ext uri="{FF2B5EF4-FFF2-40B4-BE49-F238E27FC236}">
                <a16:creationId xmlns:a16="http://schemas.microsoft.com/office/drawing/2014/main" id="{9CE7E2D8-94E8-4FE6-93A5-924CA3EC5315}"/>
              </a:ext>
            </a:extLst>
          </p:cNvPr>
          <p:cNvSpPr>
            <a:spLocks noGrp="1"/>
          </p:cNvSpPr>
          <p:nvPr>
            <p:ph idx="1"/>
          </p:nvPr>
        </p:nvSpPr>
        <p:spPr bwMode="black">
          <a:xfrm>
            <a:off x="411162" y="1414462"/>
            <a:ext cx="3600000" cy="4392000"/>
          </a:xfrm>
          <a:prstGeom prst="rect">
            <a:avLst/>
          </a:prstGeom>
          <a:ln w="19050">
            <a:solidFill>
              <a:schemeClr val="accent1"/>
            </a:solidFill>
          </a:ln>
        </p:spPr>
        <p:txBody>
          <a:bodyPr lIns="216000" tIns="144000" rIns="216000" bIns="144000">
            <a:noAutofit/>
          </a:bodyPr>
          <a:lstStyle>
            <a:lvl1pPr>
              <a:defRPr>
                <a:ln>
                  <a:noFill/>
                </a:ln>
              </a:defRPr>
            </a:lvl1pPr>
            <a:lvl2pPr>
              <a:buClr>
                <a:schemeClr val="accent1"/>
              </a:buClr>
              <a:defRPr>
                <a:ln>
                  <a:noFill/>
                </a:ln>
              </a:defRPr>
            </a:lvl2pPr>
            <a:lvl3pPr>
              <a:buClr>
                <a:schemeClr val="accent1"/>
              </a:buClr>
              <a:defRPr>
                <a:ln>
                  <a:noFill/>
                </a:ln>
              </a:defRPr>
            </a:lvl3pPr>
            <a:lvl4pPr>
              <a:buClr>
                <a:schemeClr val="accent1"/>
              </a:buClr>
              <a:defRPr>
                <a:ln>
                  <a:noFill/>
                </a:ln>
              </a:defRPr>
            </a:lvl4pPr>
            <a:lvl5pPr>
              <a:buClr>
                <a:schemeClr val="accent1"/>
              </a:buClr>
              <a:defRPr>
                <a:ln>
                  <a:noFill/>
                </a:ln>
              </a:defRPr>
            </a:lvl5pPr>
            <a:lvl6pPr>
              <a:buClr>
                <a:schemeClr val="accent1"/>
              </a:buClr>
              <a:defRPr>
                <a:ln>
                  <a:noFill/>
                </a:ln>
              </a:defRPr>
            </a:lvl6pPr>
            <a:lvl7pPr>
              <a:buClr>
                <a:schemeClr val="accent1"/>
              </a:buClr>
              <a:defRPr>
                <a:ln>
                  <a:noFill/>
                </a:ln>
              </a:defRPr>
            </a:lvl7pPr>
            <a:lvl8pPr>
              <a:buClr>
                <a:schemeClr val="accent1"/>
              </a:buClr>
              <a:defRPr>
                <a:ln>
                  <a:noFill/>
                </a:ln>
              </a:defRPr>
            </a:lvl8pPr>
            <a:lvl9pPr>
              <a:buClr>
                <a:schemeClr val="accent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py 2" descr="Content text frame">
            <a:extLst>
              <a:ext uri="{FF2B5EF4-FFF2-40B4-BE49-F238E27FC236}">
                <a16:creationId xmlns:a16="http://schemas.microsoft.com/office/drawing/2014/main" id="{3AC3CE10-0C4B-4A11-BA76-8CAFED13661C}"/>
              </a:ext>
            </a:extLst>
          </p:cNvPr>
          <p:cNvSpPr>
            <a:spLocks noGrp="1"/>
          </p:cNvSpPr>
          <p:nvPr>
            <p:ph idx="13"/>
          </p:nvPr>
        </p:nvSpPr>
        <p:spPr bwMode="black">
          <a:xfrm>
            <a:off x="4299176" y="1414462"/>
            <a:ext cx="3600000" cy="4392000"/>
          </a:xfrm>
          <a:prstGeom prst="rect">
            <a:avLst/>
          </a:prstGeom>
          <a:ln w="19050">
            <a:solidFill>
              <a:schemeClr val="accent1"/>
            </a:solidFill>
          </a:ln>
        </p:spPr>
        <p:txBody>
          <a:bodyPr lIns="216000" tIns="144000" rIns="216000" bIns="144000">
            <a:noAutofit/>
          </a:bodyPr>
          <a:lstStyle>
            <a:lvl1pPr>
              <a:defRPr>
                <a:ln>
                  <a:noFill/>
                </a:ln>
              </a:defRPr>
            </a:lvl1pPr>
            <a:lvl2pPr>
              <a:buClr>
                <a:schemeClr val="accent1"/>
              </a:buClr>
              <a:defRPr>
                <a:ln>
                  <a:noFill/>
                </a:ln>
              </a:defRPr>
            </a:lvl2pPr>
            <a:lvl3pPr>
              <a:buClr>
                <a:schemeClr val="accent1"/>
              </a:buClr>
              <a:defRPr>
                <a:ln>
                  <a:noFill/>
                </a:ln>
              </a:defRPr>
            </a:lvl3pPr>
            <a:lvl4pPr>
              <a:buClr>
                <a:schemeClr val="accent1"/>
              </a:buClr>
              <a:defRPr>
                <a:ln>
                  <a:noFill/>
                </a:ln>
              </a:defRPr>
            </a:lvl4pPr>
            <a:lvl5pPr>
              <a:buClr>
                <a:schemeClr val="accent1"/>
              </a:buClr>
              <a:defRPr>
                <a:ln>
                  <a:noFill/>
                </a:ln>
              </a:defRPr>
            </a:lvl5pPr>
            <a:lvl6pPr>
              <a:buClr>
                <a:schemeClr val="accent1"/>
              </a:buClr>
              <a:defRPr>
                <a:ln>
                  <a:noFill/>
                </a:ln>
              </a:defRPr>
            </a:lvl6pPr>
            <a:lvl7pPr>
              <a:buClr>
                <a:schemeClr val="accent1"/>
              </a:buClr>
              <a:defRPr>
                <a:ln>
                  <a:noFill/>
                </a:ln>
              </a:defRPr>
            </a:lvl7pPr>
            <a:lvl8pPr>
              <a:buClr>
                <a:schemeClr val="accent1"/>
              </a:buClr>
              <a:defRPr>
                <a:ln>
                  <a:noFill/>
                </a:ln>
              </a:defRPr>
            </a:lvl8pPr>
            <a:lvl9pPr>
              <a:buClr>
                <a:schemeClr val="accent1"/>
              </a:buClr>
              <a:defRPr>
                <a:ln>
                  <a:noFill/>
                </a:l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py 3" descr="Content text frame (highlight)">
            <a:extLst>
              <a:ext uri="{FF2B5EF4-FFF2-40B4-BE49-F238E27FC236}">
                <a16:creationId xmlns:a16="http://schemas.microsoft.com/office/drawing/2014/main" id="{E840DCCC-8E77-40B8-B94B-A4D3A4D77826}"/>
              </a:ext>
            </a:extLst>
          </p:cNvPr>
          <p:cNvSpPr>
            <a:spLocks noGrp="1"/>
          </p:cNvSpPr>
          <p:nvPr>
            <p:ph idx="12"/>
          </p:nvPr>
        </p:nvSpPr>
        <p:spPr bwMode="blackWhite">
          <a:xfrm>
            <a:off x="8187189" y="1414462"/>
            <a:ext cx="3600000" cy="4392000"/>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16000" tIns="144000" rIns="216000" bIns="144000" rtlCol="0" anchor="t" anchorCtr="0"/>
          <a:lstStyle>
            <a:lvl1pPr>
              <a:defRPr lang="en-US" dirty="0">
                <a:solidFill>
                  <a:schemeClr val="tx1"/>
                </a:solidFill>
              </a:defRPr>
            </a:lvl1pPr>
            <a:lvl2pPr>
              <a:buClr>
                <a:schemeClr val="tx1"/>
              </a:buClr>
              <a:defRPr lang="en-US" dirty="0">
                <a:solidFill>
                  <a:schemeClr val="tx1"/>
                </a:solidFill>
              </a:defRPr>
            </a:lvl2pPr>
            <a:lvl3pPr>
              <a:buClr>
                <a:schemeClr val="tx1"/>
              </a:buClr>
              <a:defRPr lang="en-US" dirty="0">
                <a:solidFill>
                  <a:schemeClr val="tx1"/>
                </a:solidFill>
              </a:defRPr>
            </a:lvl3pPr>
            <a:lvl4pPr>
              <a:buClr>
                <a:schemeClr val="tx1"/>
              </a:buClr>
              <a:defRPr lang="en-US" dirty="0">
                <a:solidFill>
                  <a:schemeClr val="tx1"/>
                </a:solidFill>
              </a:defRPr>
            </a:lvl4pPr>
            <a:lvl5pPr>
              <a:buClr>
                <a:schemeClr val="tx1"/>
              </a:buClr>
              <a:defRPr lang="en-US" dirty="0">
                <a:solidFill>
                  <a:schemeClr val="tx1"/>
                </a:solidFill>
              </a:defRPr>
            </a:lvl5pPr>
            <a:lvl6pPr>
              <a:buClr>
                <a:schemeClr val="tx1"/>
              </a:buClr>
              <a:defRPr lang="en-US" dirty="0">
                <a:solidFill>
                  <a:schemeClr val="tx1"/>
                </a:solidFill>
              </a:defRPr>
            </a:lvl6pPr>
            <a:lvl7pPr>
              <a:buClr>
                <a:schemeClr val="tx1"/>
              </a:buClr>
              <a:defRPr lang="en-US" dirty="0">
                <a:solidFill>
                  <a:schemeClr val="tx1"/>
                </a:solidFill>
              </a:defRPr>
            </a:lvl7pPr>
            <a:lvl8pPr>
              <a:buClr>
                <a:schemeClr val="tx1"/>
              </a:buClr>
              <a:defRPr lang="en-US" dirty="0">
                <a:solidFill>
                  <a:schemeClr val="tx1"/>
                </a:solidFill>
              </a:defRPr>
            </a:lvl8pPr>
            <a:lvl9pPr>
              <a:buClr>
                <a:schemeClr val="tx1"/>
              </a:buClr>
              <a:defRPr lang="en-US" dirty="0">
                <a:solidFill>
                  <a:schemeClr val="tx1"/>
                </a:solidFill>
              </a:defRPr>
            </a:lvl9pPr>
          </a:lstStyle>
          <a:p>
            <a:pPr lvl="0">
              <a:buClr>
                <a:schemeClr val="accent1"/>
              </a:buClr>
            </a:pPr>
            <a:r>
              <a:rPr lang="en-US"/>
              <a:t>Click to edit Master text styles</a:t>
            </a:r>
          </a:p>
          <a:p>
            <a:pPr lvl="1">
              <a:buClr>
                <a:schemeClr val="accent1"/>
              </a:buClr>
            </a:pPr>
            <a:r>
              <a:rPr lang="en-US"/>
              <a:t>Second level</a:t>
            </a:r>
          </a:p>
          <a:p>
            <a:pPr lvl="2">
              <a:buClr>
                <a:schemeClr val="accent1"/>
              </a:buClr>
            </a:pPr>
            <a:r>
              <a:rPr lang="en-US"/>
              <a:t>Third level</a:t>
            </a:r>
          </a:p>
          <a:p>
            <a:pPr lvl="3">
              <a:buClr>
                <a:schemeClr val="accent1"/>
              </a:buClr>
            </a:pPr>
            <a:r>
              <a:rPr lang="en-US"/>
              <a:t>Fourth level</a:t>
            </a:r>
          </a:p>
          <a:p>
            <a:pPr lvl="4">
              <a:buClr>
                <a:schemeClr val="accent1"/>
              </a:buClr>
            </a:pPr>
            <a:r>
              <a:rPr lang="en-US"/>
              <a:t>Fifth level</a:t>
            </a:r>
            <a:endParaRPr lang="en-US" dirty="0"/>
          </a:p>
        </p:txBody>
      </p:sp>
      <p:pic>
        <p:nvPicPr>
          <p:cNvPr id="8" name="Siemens Logo" descr="Siemens logo">
            <a:extLst>
              <a:ext uri="{FF2B5EF4-FFF2-40B4-BE49-F238E27FC236}">
                <a16:creationId xmlns:a16="http://schemas.microsoft.com/office/drawing/2014/main" id="{219FA372-8978-3FA6-7DE8-9278A9E578FE}"/>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91FCCEDD-7521-4BD5-8A32-A62DA6246709}"/>
              </a:ext>
            </a:extLst>
          </p:cNvPr>
          <p:cNvSpPr>
            <a:spLocks noGrp="1"/>
          </p:cNvSpPr>
          <p:nvPr>
            <p:ph type="ftr" sz="quarter" idx="14"/>
          </p:nvPr>
        </p:nvSpPr>
        <p:spPr bwMode="black"/>
        <p:txBody>
          <a:bodyPr/>
          <a:lstStyle/>
          <a:p>
            <a:pPr>
              <a:lnSpc>
                <a:spcPct val="100000"/>
              </a:lnSpc>
            </a:pPr>
            <a:r>
              <a:rPr lang="en-US" dirty="0"/>
              <a:t>Restricted | © Siemens 20XX | Author | Department | YYYY-MM-DD</a:t>
            </a:r>
          </a:p>
        </p:txBody>
      </p:sp>
      <p:sp>
        <p:nvSpPr>
          <p:cNvPr id="7" name="Slide Number Placeholder">
            <a:extLst>
              <a:ext uri="{FF2B5EF4-FFF2-40B4-BE49-F238E27FC236}">
                <a16:creationId xmlns:a16="http://schemas.microsoft.com/office/drawing/2014/main" id="{DC2AAE3E-7F56-4838-BCE7-6B966549F4DA}"/>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5637949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B813CE-4DD6-4EAD-800B-047C0542F19B}"/>
              </a:ext>
            </a:extLst>
          </p:cNvPr>
          <p:cNvSpPr>
            <a:spLocks noGrp="1"/>
          </p:cNvSpPr>
          <p:nvPr>
            <p:ph type="title"/>
          </p:nvPr>
        </p:nvSpPr>
        <p:spPr>
          <a:xfrm>
            <a:off x="410400" y="-540000"/>
            <a:ext cx="9863997" cy="360000"/>
          </a:xfrm>
        </p:spPr>
        <p:txBody>
          <a:bodyPr/>
          <a:lstStyle>
            <a:lvl1pPr>
              <a:defRPr b="0">
                <a:solidFill>
                  <a:schemeClr val="accent1">
                    <a:alpha val="0"/>
                  </a:schemeClr>
                </a:solidFill>
              </a:defRPr>
            </a:lvl1pPr>
          </a:lstStyle>
          <a:p>
            <a:r>
              <a:rPr lang="en-US"/>
              <a:t>Click to edit Master title style</a:t>
            </a:r>
            <a:endParaRPr lang="en-US" dirty="0"/>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dirty="0"/>
              <a:t>Please insert quote here</a:t>
            </a:r>
          </a:p>
          <a:p>
            <a:pPr lvl="1"/>
            <a:r>
              <a:rPr lang="en-US" dirty="0"/>
              <a:t>Name, Author</a:t>
            </a:r>
          </a:p>
        </p:txBody>
      </p:sp>
      <p:sp>
        <p:nvSpPr>
          <p:cNvPr id="11" name="Quote marks">
            <a:extLst>
              <a:ext uri="{FF2B5EF4-FFF2-40B4-BE49-F238E27FC236}">
                <a16:creationId xmlns:a16="http://schemas.microsoft.com/office/drawing/2014/main" id="{916E4245-F21C-4EAB-8B26-FEA21C26067F}"/>
              </a:ext>
              <a:ext uri="{C183D7F6-B498-43B3-948B-1728B52AA6E4}">
                <adec:decorative xmlns:adec="http://schemas.microsoft.com/office/drawing/2017/decorative" val="1"/>
              </a:ext>
            </a:extLst>
          </p:cNvPr>
          <p:cNvSpPr/>
          <p:nvPr userDrawn="1"/>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dirty="0"/>
          </a:p>
        </p:txBody>
      </p:sp>
      <p:pic>
        <p:nvPicPr>
          <p:cNvPr id="8" name="Siemens Logo" descr="Siemens logo">
            <a:extLst>
              <a:ext uri="{FF2B5EF4-FFF2-40B4-BE49-F238E27FC236}">
                <a16:creationId xmlns:a16="http://schemas.microsoft.com/office/drawing/2014/main" id="{AF2E271F-5AF7-408E-9752-03D1D6448EA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EC4F35EF-AC94-4800-9CB7-CA49CAFDD249}"/>
              </a:ext>
            </a:extLst>
          </p:cNvPr>
          <p:cNvSpPr>
            <a:spLocks noGrp="1"/>
          </p:cNvSpPr>
          <p:nvPr>
            <p:ph type="ftr" sz="quarter" idx="13"/>
          </p:nvPr>
        </p:nvSpPr>
        <p:spPr bwMode="black"/>
        <p:txBody>
          <a:bodyPr/>
          <a:lstStyle/>
          <a:p>
            <a:pPr>
              <a:lnSpc>
                <a:spcPct val="100000"/>
              </a:lnSpc>
            </a:pPr>
            <a:r>
              <a:rPr lang="en-US" dirty="0"/>
              <a:t>Restricted | © Siemens 20XX | Author | Department | YYYY-MM-DD</a:t>
            </a:r>
          </a:p>
        </p:txBody>
      </p:sp>
      <p:sp>
        <p:nvSpPr>
          <p:cNvPr id="3" name="Slide Number Placeholder">
            <a:extLst>
              <a:ext uri="{FF2B5EF4-FFF2-40B4-BE49-F238E27FC236}">
                <a16:creationId xmlns:a16="http://schemas.microsoft.com/office/drawing/2014/main" id="{CCC7FBE7-01B9-4EC8-8BE1-F416F7C5B7AA}"/>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41860603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7" orient="horz" pos="3885">
          <p15:clr>
            <a:srgbClr val="65CEFF"/>
          </p15:clr>
        </p15:guide>
        <p15:guide id="8" orient="horz" pos="4157">
          <p15:clr>
            <a:srgbClr val="65CEFF"/>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Quote light">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3A8C0A65-FABA-4781-9F01-D54558440B31}"/>
              </a:ext>
            </a:extLst>
          </p:cNvPr>
          <p:cNvSpPr>
            <a:spLocks noGrp="1"/>
          </p:cNvSpPr>
          <p:nvPr>
            <p:ph type="title"/>
          </p:nvPr>
        </p:nvSpPr>
        <p:spPr>
          <a:xfrm>
            <a:off x="411162" y="-540000"/>
            <a:ext cx="9863138" cy="360000"/>
          </a:xfrm>
        </p:spPr>
        <p:txBody>
          <a:bodyPr/>
          <a:lstStyle>
            <a:lvl1pPr>
              <a:defRPr b="0">
                <a:solidFill>
                  <a:schemeClr val="accent1">
                    <a:alpha val="0"/>
                  </a:schemeClr>
                </a:solidFill>
              </a:defRPr>
            </a:lvl1pPr>
          </a:lstStyle>
          <a:p>
            <a:r>
              <a:rPr lang="en-US"/>
              <a:t>Click to edit Master title style</a:t>
            </a:r>
            <a:endParaRPr lang="en-US" dirty="0"/>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760" cy="4104000"/>
          </a:xfrm>
        </p:spPr>
        <p:txBody>
          <a:bodyPr>
            <a:noAutofit/>
          </a:bodyPr>
          <a:lstStyle>
            <a:lvl1pPr marL="0">
              <a:lnSpc>
                <a:spcPct val="110000"/>
              </a:lnSpc>
              <a:spcAft>
                <a:spcPts val="0"/>
              </a:spcAft>
              <a:defRPr sz="4800" b="0">
                <a:solidFill>
                  <a:schemeClr val="tx2"/>
                </a:solidFill>
              </a:defRPr>
            </a:lvl1pPr>
            <a:lvl2pPr marL="36000" indent="0">
              <a:lnSpc>
                <a:spcPct val="110000"/>
              </a:lnSpc>
              <a:spcBef>
                <a:spcPts val="600"/>
              </a:spcBef>
              <a:spcAft>
                <a:spcPts val="0"/>
              </a:spcAft>
              <a:buNone/>
              <a:defRPr sz="1800">
                <a:solidFill>
                  <a:schemeClr val="tx2"/>
                </a:solidFill>
              </a:defRPr>
            </a:lvl2pPr>
            <a:lvl3pPr marL="36000" indent="0">
              <a:lnSpc>
                <a:spcPct val="110000"/>
              </a:lnSpc>
              <a:spcBef>
                <a:spcPts val="600"/>
              </a:spcBef>
              <a:spcAft>
                <a:spcPts val="0"/>
              </a:spcAft>
              <a:buNone/>
              <a:defRPr sz="1800">
                <a:solidFill>
                  <a:schemeClr val="accent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dirty="0"/>
              <a:t>Please insert quote here</a:t>
            </a:r>
          </a:p>
          <a:p>
            <a:pPr lvl="1"/>
            <a:r>
              <a:rPr lang="en-US" dirty="0"/>
              <a:t>Name, Author</a:t>
            </a:r>
          </a:p>
        </p:txBody>
      </p:sp>
      <p:sp>
        <p:nvSpPr>
          <p:cNvPr id="12" name="Quote marks">
            <a:extLst>
              <a:ext uri="{FF2B5EF4-FFF2-40B4-BE49-F238E27FC236}">
                <a16:creationId xmlns:a16="http://schemas.microsoft.com/office/drawing/2014/main" id="{58EF2AB0-A78A-44C9-9A7D-F20D9ED854E0}"/>
              </a:ext>
              <a:ext uri="{C183D7F6-B498-43B3-948B-1728B52AA6E4}">
                <adec:decorative xmlns:adec="http://schemas.microsoft.com/office/drawing/2017/decorative" val="1"/>
              </a:ext>
            </a:extLst>
          </p:cNvPr>
          <p:cNvSpPr/>
          <p:nvPr/>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dirty="0"/>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6AEDD147-ACC0-4A9C-9043-90612765C0FA}"/>
              </a:ext>
            </a:extLst>
          </p:cNvPr>
          <p:cNvSpPr>
            <a:spLocks noGrp="1"/>
          </p:cNvSpPr>
          <p:nvPr>
            <p:ph type="ftr" sz="quarter" idx="13"/>
          </p:nvPr>
        </p:nvSpPr>
        <p:spPr bwMode="black"/>
        <p:txBody>
          <a:bodyPr/>
          <a:lstStyle/>
          <a:p>
            <a:pPr>
              <a:lnSpc>
                <a:spcPct val="100000"/>
              </a:lnSpc>
            </a:pPr>
            <a:r>
              <a:rPr lang="en-US" dirty="0"/>
              <a:t>Restricted | © Siemens 20XX | Author | Department | YYYY-MM-DD</a:t>
            </a:r>
          </a:p>
        </p:txBody>
      </p:sp>
      <p:sp>
        <p:nvSpPr>
          <p:cNvPr id="3" name="Slide Number Placeholder">
            <a:extLst>
              <a:ext uri="{FF2B5EF4-FFF2-40B4-BE49-F238E27FC236}">
                <a16:creationId xmlns:a16="http://schemas.microsoft.com/office/drawing/2014/main" id="{4131F54F-C70B-4435-91E6-F995F83E6C69}"/>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3772306828"/>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2206">
          <p15:clr>
            <a:srgbClr val="65CEFF"/>
          </p15:clr>
        </p15:guide>
        <p15:guide id="7" orient="horz" pos="2343">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Statement dark">
    <p:bg>
      <p:bgRef idx="1001">
        <a:schemeClr val="bg2"/>
      </p:bgRef>
    </p:bg>
    <p:spTree>
      <p:nvGrpSpPr>
        <p:cNvPr id="1" name=""/>
        <p:cNvGrpSpPr/>
        <p:nvPr/>
      </p:nvGrpSpPr>
      <p:grpSpPr>
        <a:xfrm>
          <a:off x="0" y="0"/>
          <a:ext cx="0" cy="0"/>
          <a:chOff x="0" y="0"/>
          <a:chExt cx="0" cy="0"/>
        </a:xfrm>
      </p:grpSpPr>
      <p:sp>
        <p:nvSpPr>
          <p:cNvPr id="8" name="Title" descr="Statement text frame">
            <a:extLst>
              <a:ext uri="{FF2B5EF4-FFF2-40B4-BE49-F238E27FC236}">
                <a16:creationId xmlns:a16="http://schemas.microsoft.com/office/drawing/2014/main" id="{39939C22-A735-46A9-A277-A4B1B330F31C}"/>
              </a:ext>
            </a:extLst>
          </p:cNvPr>
          <p:cNvSpPr>
            <a:spLocks noGrp="1"/>
          </p:cNvSpPr>
          <p:nvPr>
            <p:ph type="title"/>
          </p:nvPr>
        </p:nvSpPr>
        <p:spPr bwMode="black">
          <a:xfrm>
            <a:off x="986400" y="1270799"/>
            <a:ext cx="10800000" cy="4536000"/>
          </a:xfrm>
        </p:spPr>
        <p:txBody>
          <a:bodyPr lIns="0" tIns="0" rIns="0" bIns="0" anchor="t">
            <a:noAutofit/>
          </a:bodyPr>
          <a:lstStyle>
            <a:lvl1pPr>
              <a:lnSpc>
                <a:spcPct val="90000"/>
              </a:lnSpc>
              <a:defRPr sz="8000" b="0">
                <a:gradFill>
                  <a:gsLst>
                    <a:gs pos="20000">
                      <a:srgbClr val="00FFB9"/>
                    </a:gs>
                    <a:gs pos="70000">
                      <a:srgbClr val="00E6DC"/>
                    </a:gs>
                  </a:gsLst>
                  <a:lin ang="0" scaled="1"/>
                </a:gradFill>
              </a:defRPr>
            </a:lvl1pPr>
          </a:lstStyle>
          <a:p>
            <a:r>
              <a:rPr lang="en-US"/>
              <a:t>Click to edit Master title style</a:t>
            </a:r>
            <a:endParaRPr lang="en-US" dirty="0"/>
          </a:p>
        </p:txBody>
      </p:sp>
      <p:pic>
        <p:nvPicPr>
          <p:cNvPr id="4" name="Siemens Logo" descr="Siemens logo">
            <a:extLst>
              <a:ext uri="{FF2B5EF4-FFF2-40B4-BE49-F238E27FC236}">
                <a16:creationId xmlns:a16="http://schemas.microsoft.com/office/drawing/2014/main" id="{0EF6BB07-4F4E-4859-9572-DA63E35B93A1}"/>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09BD8BE5-BFF2-469D-8B93-9556FCC45CF1}"/>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3" name="Slide Number Placeholder">
            <a:extLst>
              <a:ext uri="{FF2B5EF4-FFF2-40B4-BE49-F238E27FC236}">
                <a16:creationId xmlns:a16="http://schemas.microsoft.com/office/drawing/2014/main" id="{F9372441-FA7E-4481-BBC2-24CB6D3017C8}"/>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5069664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Statement light">
    <p:spTree>
      <p:nvGrpSpPr>
        <p:cNvPr id="1" name=""/>
        <p:cNvGrpSpPr/>
        <p:nvPr/>
      </p:nvGrpSpPr>
      <p:grpSpPr>
        <a:xfrm>
          <a:off x="0" y="0"/>
          <a:ext cx="0" cy="0"/>
          <a:chOff x="0" y="0"/>
          <a:chExt cx="0" cy="0"/>
        </a:xfrm>
      </p:grpSpPr>
      <p:sp>
        <p:nvSpPr>
          <p:cNvPr id="8" name="Title" descr="Statement text frame">
            <a:extLst>
              <a:ext uri="{FF2B5EF4-FFF2-40B4-BE49-F238E27FC236}">
                <a16:creationId xmlns:a16="http://schemas.microsoft.com/office/drawing/2014/main" id="{39939C22-A735-46A9-A277-A4B1B330F31C}"/>
              </a:ext>
            </a:extLst>
          </p:cNvPr>
          <p:cNvSpPr>
            <a:spLocks noGrp="1"/>
          </p:cNvSpPr>
          <p:nvPr>
            <p:ph type="title"/>
          </p:nvPr>
        </p:nvSpPr>
        <p:spPr bwMode="black">
          <a:xfrm>
            <a:off x="986400" y="1271538"/>
            <a:ext cx="10800000" cy="4536000"/>
          </a:xfrm>
        </p:spPr>
        <p:txBody>
          <a:bodyPr lIns="0" tIns="0" rIns="0" bIns="0" anchor="t">
            <a:noAutofit/>
          </a:bodyPr>
          <a:lstStyle>
            <a:lvl1pPr>
              <a:lnSpc>
                <a:spcPct val="90000"/>
              </a:lnSpc>
              <a:defRPr sz="8000" b="0">
                <a:gradFill>
                  <a:gsLst>
                    <a:gs pos="20000">
                      <a:srgbClr val="00FFB9"/>
                    </a:gs>
                    <a:gs pos="70000">
                      <a:srgbClr val="00E6DC"/>
                    </a:gs>
                  </a:gsLst>
                  <a:lin ang="0" scaled="1"/>
                </a:gradFill>
              </a:defRPr>
            </a:lvl1pPr>
          </a:lstStyle>
          <a:p>
            <a:r>
              <a:rPr lang="en-US"/>
              <a:t>Click to edit Master title style</a:t>
            </a:r>
            <a:endParaRPr lang="en-US" dirty="0"/>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9F9E844-3827-4B6C-9CB5-13C9A70DCD4D}"/>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3" name="Slide Number Placeholder">
            <a:extLst>
              <a:ext uri="{FF2B5EF4-FFF2-40B4-BE49-F238E27FC236}">
                <a16:creationId xmlns:a16="http://schemas.microsoft.com/office/drawing/2014/main" id="{D52C2AF7-8539-453F-BD56-35B696DB207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55456218"/>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descr="Slide headline">
            <a:extLst>
              <a:ext uri="{FF2B5EF4-FFF2-40B4-BE49-F238E27FC236}">
                <a16:creationId xmlns:a16="http://schemas.microsoft.com/office/drawing/2014/main" id="{B29E3DA4-014E-4F3D-8186-84366ADFCB03}"/>
              </a:ext>
            </a:extLst>
          </p:cNvPr>
          <p:cNvSpPr>
            <a:spLocks noGrp="1"/>
          </p:cNvSpPr>
          <p:nvPr>
            <p:ph type="title" hasCustomPrompt="1"/>
          </p:nvPr>
        </p:nvSpPr>
        <p:spPr bwMode="black">
          <a:xfrm>
            <a:off x="1058400" y="1234800"/>
            <a:ext cx="9216000" cy="1162523"/>
          </a:xfrm>
          <a:noFill/>
        </p:spPr>
        <p:txBody>
          <a:bodyPr wrap="square" lIns="0" tIns="54000" rIns="0" bIns="0" anchor="t" anchorCtr="0">
            <a:spAutoFit/>
          </a:bodyPr>
          <a:lstStyle>
            <a:lvl1pPr marL="0">
              <a:defRPr sz="8000">
                <a:solidFill>
                  <a:schemeClr val="tx1"/>
                </a:solidFill>
              </a:defRPr>
            </a:lvl1pPr>
          </a:lstStyle>
          <a:p>
            <a:r>
              <a:rPr lang="en-US" dirty="0"/>
              <a:t>Contact</a:t>
            </a:r>
          </a:p>
        </p:txBody>
      </p:sp>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solidFill>
                  <a:schemeClr val="tx1"/>
                </a:solidFill>
              </a:defRPr>
            </a:lvl2pPr>
            <a:lvl3pPr marL="144000" indent="-144000" algn="l">
              <a:spcAft>
                <a:spcPts val="0"/>
              </a:spcAft>
              <a:buClr>
                <a:schemeClr val="tx1"/>
              </a:buClr>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Tx/>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dirty="0"/>
              <a:t>Click to edit the contact</a:t>
            </a:r>
          </a:p>
          <a:p>
            <a:pPr lvl="1"/>
            <a:r>
              <a:rPr lang="en-US" dirty="0"/>
              <a:t>Name etc.</a:t>
            </a:r>
          </a:p>
          <a:p>
            <a:pPr lvl="2"/>
            <a:r>
              <a:rPr lang="en-US" dirty="0"/>
              <a:t>Skills etc.</a:t>
            </a:r>
          </a:p>
          <a:p>
            <a:pPr lvl="3"/>
            <a:r>
              <a:rPr lang="en-US" dirty="0"/>
              <a:t>Name etc. sublevel</a:t>
            </a:r>
          </a:p>
          <a:p>
            <a:pPr lvl="4"/>
            <a:r>
              <a:rPr lang="en-US" dirty="0"/>
              <a:t>Skills etc. sublevel</a:t>
            </a:r>
          </a:p>
        </p:txBody>
      </p:sp>
      <p:pic>
        <p:nvPicPr>
          <p:cNvPr id="10" name="Siemens Logo" descr="Siemens logo">
            <a:extLst>
              <a:ext uri="{FF2B5EF4-FFF2-40B4-BE49-F238E27FC236}">
                <a16:creationId xmlns:a16="http://schemas.microsoft.com/office/drawing/2014/main" id="{5FD2C39E-5D81-4A0E-9F45-909328900889}"/>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5345709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Contact light">
    <p:bg>
      <p:bgRef idx="1001">
        <a:schemeClr val="bg1"/>
      </p:bgRef>
    </p:bg>
    <p:spTree>
      <p:nvGrpSpPr>
        <p:cNvPr id="1" name=""/>
        <p:cNvGrpSpPr/>
        <p:nvPr/>
      </p:nvGrpSpPr>
      <p:grpSpPr>
        <a:xfrm>
          <a:off x="0" y="0"/>
          <a:ext cx="0" cy="0"/>
          <a:chOff x="0" y="0"/>
          <a:chExt cx="0" cy="0"/>
        </a:xfrm>
      </p:grpSpPr>
      <p:sp>
        <p:nvSpPr>
          <p:cNvPr id="6" name="Title" descr="Slide headline">
            <a:extLst>
              <a:ext uri="{FF2B5EF4-FFF2-40B4-BE49-F238E27FC236}">
                <a16:creationId xmlns:a16="http://schemas.microsoft.com/office/drawing/2014/main" id="{B29E3DA4-014E-4F3D-8186-84366ADFCB03}"/>
              </a:ext>
            </a:extLst>
          </p:cNvPr>
          <p:cNvSpPr>
            <a:spLocks noGrp="1"/>
          </p:cNvSpPr>
          <p:nvPr>
            <p:ph type="title" hasCustomPrompt="1"/>
          </p:nvPr>
        </p:nvSpPr>
        <p:spPr bwMode="black">
          <a:xfrm>
            <a:off x="1058400" y="1234800"/>
            <a:ext cx="9216000" cy="1162523"/>
          </a:xfrm>
          <a:noFill/>
        </p:spPr>
        <p:txBody>
          <a:bodyPr wrap="square" lIns="0" tIns="54000" rIns="0" bIns="0" anchor="t" anchorCtr="0">
            <a:spAutoFit/>
          </a:bodyPr>
          <a:lstStyle>
            <a:lvl1pPr marL="0">
              <a:defRPr sz="8000">
                <a:solidFill>
                  <a:schemeClr val="accent1"/>
                </a:solidFill>
              </a:defRPr>
            </a:lvl1pPr>
          </a:lstStyle>
          <a:p>
            <a:r>
              <a:rPr lang="en-US" dirty="0"/>
              <a:t>Contact</a:t>
            </a:r>
          </a:p>
        </p:txBody>
      </p:sp>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solidFill>
                  <a:schemeClr val="tx1"/>
                </a:solidFill>
              </a:defRPr>
            </a:lvl2pPr>
            <a:lvl3pPr marL="144000" indent="-144000" algn="l">
              <a:spcAft>
                <a:spcPts val="0"/>
              </a:spcAft>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
                <a:schemeClr val="accent1"/>
              </a:buClr>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dirty="0"/>
              <a:t>Click to edit the contact</a:t>
            </a:r>
          </a:p>
          <a:p>
            <a:pPr lvl="1"/>
            <a:r>
              <a:rPr lang="en-US" dirty="0"/>
              <a:t>Name etc.</a:t>
            </a:r>
          </a:p>
          <a:p>
            <a:pPr lvl="2"/>
            <a:r>
              <a:rPr lang="en-US" dirty="0"/>
              <a:t>Skills etc.</a:t>
            </a:r>
          </a:p>
          <a:p>
            <a:pPr lvl="3"/>
            <a:r>
              <a:rPr lang="en-US" dirty="0"/>
              <a:t>Name etc. sublevel</a:t>
            </a:r>
          </a:p>
          <a:p>
            <a:pPr lvl="4"/>
            <a:r>
              <a:rPr lang="en-US" dirty="0"/>
              <a:t>Skills etc. sublevel</a:t>
            </a:r>
          </a:p>
        </p:txBody>
      </p:sp>
      <p:pic>
        <p:nvPicPr>
          <p:cNvPr id="2" name="Siemens Logo" descr="Siemens logo">
            <a:extLst>
              <a:ext uri="{FF2B5EF4-FFF2-40B4-BE49-F238E27FC236}">
                <a16:creationId xmlns:a16="http://schemas.microsoft.com/office/drawing/2014/main" id="{A2886B6C-3288-1F00-A9B6-D56E01FC2F4E}"/>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pPr>
              <a:lnSpc>
                <a:spcPct val="100000"/>
              </a:lnSpc>
            </a:pPr>
            <a:r>
              <a:rPr lang="en-US" dirty="0"/>
              <a:t>Restricted | © Siemens 20XX | Author | Department | YYYY-MM-DD</a:t>
            </a:r>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24921603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itle Deep Blue 8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7" name="Siemens Logo" descr="Siemens logo">
            <a:extLst>
              <a:ext uri="{FF2B5EF4-FFF2-40B4-BE49-F238E27FC236}">
                <a16:creationId xmlns:a16="http://schemas.microsoft.com/office/drawing/2014/main" id="{670C6E6A-0191-4020-A084-BB23C7AE6B0D}"/>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25654450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itle Deep Blue 6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7" name="Siemens Logo" descr="Siemens logo">
            <a:extLst>
              <a:ext uri="{FF2B5EF4-FFF2-40B4-BE49-F238E27FC236}">
                <a16:creationId xmlns:a16="http://schemas.microsoft.com/office/drawing/2014/main" id="{092D1760-10AA-43FB-AC0B-074FF500719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15187536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itle Deep Blue 4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7" name="Siemens Logo" descr="Siemens logo">
            <a:extLst>
              <a:ext uri="{FF2B5EF4-FFF2-40B4-BE49-F238E27FC236}">
                <a16:creationId xmlns:a16="http://schemas.microsoft.com/office/drawing/2014/main" id="{BC293230-94BC-41FA-A2D9-E9259B125F8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37661842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34145602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41896143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36784568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35967069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15154408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27990773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2"/>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r>
              <a:rPr lang="en-US"/>
              <a:t>Unrestricted | © Siemens 2024 | November 2024</a:t>
            </a:r>
          </a:p>
        </p:txBody>
      </p:sp>
    </p:spTree>
    <p:extLst>
      <p:ext uri="{BB962C8B-B14F-4D97-AF65-F5344CB8AC3E}">
        <p14:creationId xmlns:p14="http://schemas.microsoft.com/office/powerpoint/2010/main" val="41026097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2"/>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r>
              <a:rPr lang="en-US"/>
              <a:t>Unrestricted | © Siemens 2024 | November 2024</a:t>
            </a:r>
          </a:p>
        </p:txBody>
      </p:sp>
    </p:spTree>
    <p:extLst>
      <p:ext uri="{BB962C8B-B14F-4D97-AF65-F5344CB8AC3E}">
        <p14:creationId xmlns:p14="http://schemas.microsoft.com/office/powerpoint/2010/main" val="27752307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itle mask&amp;blur Transformation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2"/>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lvl1pPr>
              <a:defRPr>
                <a:solidFill>
                  <a:schemeClr val="bg1"/>
                </a:solidFill>
              </a:defRPr>
            </a:lvl1pPr>
          </a:lstStyle>
          <a:p>
            <a:r>
              <a:rPr lang="en-US"/>
              <a:t>Unrestricted | © Siemens 2024 | November 2024</a:t>
            </a:r>
          </a:p>
        </p:txBody>
      </p:sp>
    </p:spTree>
    <p:extLst>
      <p:ext uri="{BB962C8B-B14F-4D97-AF65-F5344CB8AC3E}">
        <p14:creationId xmlns:p14="http://schemas.microsoft.com/office/powerpoint/2010/main" val="209897388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23061534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4052971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353125095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40224773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16102697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37351974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22957028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15390282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itle mask&amp;blur Siemens Xcelerator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32630537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8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37029787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6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41496299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40pt (motif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21384555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8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5014427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6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30520534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40pt (motif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26674322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8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8000" b="0">
                <a:solidFill>
                  <a:schemeClr val="tx1"/>
                </a:solidFill>
              </a:defRPr>
            </a:lvl1pPr>
          </a:lstStyle>
          <a:p>
            <a:r>
              <a:rPr lang="en-US" noProof="0" err="1"/>
              <a:t>Titelformat</a:t>
            </a:r>
            <a:r>
              <a:rPr lang="en-US" noProof="0"/>
              <a:t>, </a:t>
            </a:r>
            <a:br>
              <a:rPr lang="en-US" noProof="0"/>
            </a:br>
            <a:r>
              <a:rPr lang="en-US" noProof="0"/>
              <a:t>Arial, 80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3876677"/>
            <a:ext cx="9286875" cy="1930398"/>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Titel</a:t>
            </a:r>
            <a:r>
              <a:rPr lang="en-US" noProof="0"/>
              <a:t> der </a:t>
            </a:r>
            <a:r>
              <a:rPr lang="en-US" noProof="0" err="1"/>
              <a:t>Größe</a:t>
            </a:r>
            <a:r>
              <a:rPr lang="en-US" noProof="0"/>
              <a:t> 80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4449195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6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noProof="0" err="1"/>
              <a:t>Titelformat</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60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20282089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Title mask&amp;blur Sustainability 40pt (motif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9288000"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Titelformat</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Titel</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27041254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Title picture dark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48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noProof="0"/>
              <a:t>Subhead für </a:t>
            </a:r>
            <a:r>
              <a:rPr lang="en-US" noProof="0" err="1"/>
              <a:t>Titel</a:t>
            </a:r>
            <a:r>
              <a:rPr lang="en-US" noProof="0"/>
              <a:t> der </a:t>
            </a:r>
            <a:r>
              <a:rPr lang="en-US" noProof="0" err="1"/>
              <a:t>Größe</a:t>
            </a:r>
            <a:r>
              <a:rPr lang="en-US" noProof="0"/>
              <a:t> 48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30548602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40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25963070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itle picture dark 36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36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36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2"/>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16722573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6FD70AD7-1356-4F56-BCF5-60206B8893D8}"/>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48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noProof="0"/>
              <a:t>Subhead für </a:t>
            </a:r>
            <a:r>
              <a:rPr lang="en-US" noProof="0" err="1"/>
              <a:t>Titel</a:t>
            </a:r>
            <a:r>
              <a:rPr lang="en-US" noProof="0"/>
              <a:t> der </a:t>
            </a:r>
            <a:r>
              <a:rPr lang="en-US" noProof="0" err="1"/>
              <a:t>Größe</a:t>
            </a:r>
            <a:r>
              <a:rPr lang="en-US" noProof="0"/>
              <a:t> 48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18251133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Title picture Gradient 40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BC751AD9-F368-4030-BEF3-878CBEED0E5B}"/>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40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35137485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Title picture Gradient 36pt">
    <p:bg>
      <p:bgPr>
        <a:gradFill flip="none" rotWithShape="1">
          <a:gsLst>
            <a:gs pos="40000">
              <a:schemeClr val="bg2"/>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 name="Gradient cover">
            <a:extLst>
              <a:ext uri="{FF2B5EF4-FFF2-40B4-BE49-F238E27FC236}">
                <a16:creationId xmlns:a16="http://schemas.microsoft.com/office/drawing/2014/main" id="{0F638833-9358-4A10-8860-60EC0C65D974}"/>
              </a:ext>
              <a:ext uri="{C183D7F6-B498-43B3-948B-1728B52AA6E4}">
                <adec:decorative xmlns:adec="http://schemas.microsoft.com/office/drawing/2017/decorative" val="1"/>
              </a:ext>
            </a:extLst>
          </p:cNvPr>
          <p:cNvSpPr/>
          <p:nvPr userDrawn="1"/>
        </p:nvSpPr>
        <p:spPr>
          <a:xfrm>
            <a:off x="0" y="3502025"/>
            <a:ext cx="12192000" cy="3355975"/>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1"/>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36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36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bg1"/>
                </a:solidFill>
              </a:defRPr>
            </a:lvl1pPr>
          </a:lstStyle>
          <a:p>
            <a:r>
              <a:rPr lang="en-US" noProof="0" err="1"/>
              <a:t>Titelbild</a:t>
            </a:r>
            <a:endParaRPr lang="en-US" noProof="0"/>
          </a:p>
        </p:txBody>
      </p:sp>
      <p:pic>
        <p:nvPicPr>
          <p:cNvPr id="7" name="Siemens Logo" descr="Siemens logo">
            <a:extLst>
              <a:ext uri="{FF2B5EF4-FFF2-40B4-BE49-F238E27FC236}">
                <a16:creationId xmlns:a16="http://schemas.microsoft.com/office/drawing/2014/main" id="{3E4A7839-9F7E-47F2-83BA-F637AE09631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p>
            <a:pPr>
              <a:lnSpc>
                <a:spcPct val="100000"/>
              </a:lnSpc>
            </a:pPr>
            <a:r>
              <a:rPr lang="en-US" noProof="0"/>
              <a:t>Unrestricted | © Siemens 2024 | November 2024</a:t>
            </a:r>
          </a:p>
        </p:txBody>
      </p:sp>
    </p:spTree>
    <p:extLst>
      <p:ext uri="{BB962C8B-B14F-4D97-AF65-F5344CB8AC3E}">
        <p14:creationId xmlns:p14="http://schemas.microsoft.com/office/powerpoint/2010/main" val="20959866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Title picture light 48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477328"/>
          </a:xfrm>
          <a:noFill/>
        </p:spPr>
        <p:txBody>
          <a:bodyPr rIns="0" bIns="0" anchor="t">
            <a:spAutoFit/>
          </a:bodyPr>
          <a:lstStyle>
            <a:lvl1pPr marL="0">
              <a:lnSpc>
                <a:spcPct val="100000"/>
              </a:lnSpc>
              <a:defRPr sz="4800" b="0">
                <a:solidFill>
                  <a:schemeClr val="tx2"/>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48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256000"/>
            <a:ext cx="9288000" cy="911438"/>
          </a:xfrm>
          <a:prstGeom prst="rect">
            <a:avLst/>
          </a:prstGeom>
        </p:spPr>
        <p:txBody>
          <a:bodyPr lIns="0" tIns="252000">
            <a:noAutofit/>
          </a:bodyPr>
          <a:lstStyle>
            <a:lvl1pPr marL="0" indent="0" algn="l">
              <a:spcAft>
                <a:spcPts val="300"/>
              </a:spcAft>
              <a:buNone/>
              <a:defRPr sz="1800">
                <a:solidFill>
                  <a:schemeClr val="tx2"/>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noProof="0"/>
              <a:t>Subhead für </a:t>
            </a:r>
            <a:r>
              <a:rPr lang="en-US" noProof="0" err="1"/>
              <a:t>Titel</a:t>
            </a:r>
            <a:r>
              <a:rPr lang="en-US" noProof="0"/>
              <a:t> der </a:t>
            </a:r>
            <a:r>
              <a:rPr lang="en-US" noProof="0" err="1"/>
              <a:t>Größe</a:t>
            </a:r>
            <a:r>
              <a:rPr lang="en-US" noProof="0"/>
              <a:t> 48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err="1"/>
              <a:t>Titelbild</a:t>
            </a:r>
            <a:endParaRPr lang="en-US" noProof="0"/>
          </a:p>
        </p:txBody>
      </p:sp>
      <p:pic>
        <p:nvPicPr>
          <p:cNvPr id="9" name="Siemens Logo" descr="Siemens logo">
            <a:extLst>
              <a:ext uri="{FF2B5EF4-FFF2-40B4-BE49-F238E27FC236}">
                <a16:creationId xmlns:a16="http://schemas.microsoft.com/office/drawing/2014/main" id="{46D369A7-07BD-4B91-9E53-807AAAF0C30C}"/>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2"/>
                </a:solidFill>
              </a:defRPr>
            </a:lvl1pPr>
          </a:lstStyle>
          <a:p>
            <a:r>
              <a:rPr lang="en-US" noProof="0"/>
              <a:t>Unrestricted | © Siemens 2024 | November 2024</a:t>
            </a:r>
          </a:p>
        </p:txBody>
      </p:sp>
    </p:spTree>
    <p:extLst>
      <p:ext uri="{BB962C8B-B14F-4D97-AF65-F5344CB8AC3E}">
        <p14:creationId xmlns:p14="http://schemas.microsoft.com/office/powerpoint/2010/main" val="32475348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Title picture light 40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231106"/>
          </a:xfrm>
          <a:noFill/>
        </p:spPr>
        <p:txBody>
          <a:bodyPr rIns="0" bIns="0" anchor="t">
            <a:spAutoFit/>
          </a:bodyPr>
          <a:lstStyle>
            <a:lvl1pPr marL="0">
              <a:lnSpc>
                <a:spcPct val="100000"/>
              </a:lnSpc>
              <a:defRPr sz="4000" b="0">
                <a:solidFill>
                  <a:schemeClr val="tx2"/>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40 pt</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011106"/>
            <a:ext cx="9288000" cy="1156332"/>
          </a:xfrm>
          <a:prstGeom prst="rect">
            <a:avLst/>
          </a:prstGeom>
        </p:spPr>
        <p:txBody>
          <a:bodyPr lIns="0" tIns="252000">
            <a:noAutofit/>
          </a:bodyPr>
          <a:lstStyle>
            <a:lvl1pPr marL="0" indent="0" algn="l">
              <a:spcAft>
                <a:spcPts val="300"/>
              </a:spcAft>
              <a:buNone/>
              <a:defRPr sz="1600">
                <a:solidFill>
                  <a:schemeClr val="tx2"/>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40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err="1"/>
              <a:t>Titelbild</a:t>
            </a:r>
            <a:endParaRPr lang="en-US" noProof="0"/>
          </a:p>
        </p:txBody>
      </p:sp>
      <p:pic>
        <p:nvPicPr>
          <p:cNvPr id="9" name="Siemens Logo" descr="Siemens logo">
            <a:extLst>
              <a:ext uri="{FF2B5EF4-FFF2-40B4-BE49-F238E27FC236}">
                <a16:creationId xmlns:a16="http://schemas.microsoft.com/office/drawing/2014/main" id="{DC2D4109-C5C2-42BB-B5A0-2F6793388E2C}"/>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2"/>
                </a:solidFill>
              </a:defRPr>
            </a:lvl1pPr>
          </a:lstStyle>
          <a:p>
            <a:r>
              <a:rPr lang="en-US" noProof="0"/>
              <a:t>Unrestricted | © Siemens 2024 | November 2024</a:t>
            </a:r>
          </a:p>
        </p:txBody>
      </p:sp>
    </p:spTree>
    <p:extLst>
      <p:ext uri="{BB962C8B-B14F-4D97-AF65-F5344CB8AC3E}">
        <p14:creationId xmlns:p14="http://schemas.microsoft.com/office/powerpoint/2010/main" val="1516018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Title picture light 36pt">
    <p:bg>
      <p:bgRef idx="1001">
        <a:schemeClr val="bg2"/>
      </p:bgRef>
    </p:bg>
    <p:spTree>
      <p:nvGrpSpPr>
        <p:cNvPr id="1" name=""/>
        <p:cNvGrpSpPr/>
        <p:nvPr/>
      </p:nvGrpSpPr>
      <p:grpSpPr>
        <a:xfrm>
          <a:off x="0" y="0"/>
          <a:ext cx="0" cy="0"/>
          <a:chOff x="0" y="0"/>
          <a:chExt cx="0" cy="0"/>
        </a:xfrm>
      </p:grpSpPr>
      <p:sp>
        <p:nvSpPr>
          <p:cNvPr id="2" name="Title" descr="Headline of the presentation">
            <a:extLst>
              <a:ext uri="{FF2B5EF4-FFF2-40B4-BE49-F238E27FC236}">
                <a16:creationId xmlns:a16="http://schemas.microsoft.com/office/drawing/2014/main" id="{8620440E-BF1B-417E-87A5-35990130B3FF}"/>
              </a:ext>
            </a:extLst>
          </p:cNvPr>
          <p:cNvSpPr>
            <a:spLocks noGrp="1"/>
          </p:cNvSpPr>
          <p:nvPr>
            <p:ph type="title" hasCustomPrompt="1"/>
          </p:nvPr>
        </p:nvSpPr>
        <p:spPr bwMode="black">
          <a:xfrm>
            <a:off x="410401" y="3780000"/>
            <a:ext cx="9287638" cy="1661993"/>
          </a:xfrm>
          <a:noFill/>
        </p:spPr>
        <p:txBody>
          <a:bodyPr rIns="0" bIns="0" anchor="t">
            <a:spAutoFit/>
          </a:bodyPr>
          <a:lstStyle>
            <a:lvl1pPr marL="0">
              <a:lnSpc>
                <a:spcPct val="100000"/>
              </a:lnSpc>
              <a:defRPr sz="3600" b="0">
                <a:solidFill>
                  <a:schemeClr val="tx2"/>
                </a:solidFill>
              </a:defRPr>
            </a:lvl1pPr>
          </a:lstStyle>
          <a:p>
            <a:r>
              <a:rPr lang="en-US" noProof="0" err="1"/>
              <a:t>Titelformat</a:t>
            </a:r>
            <a:r>
              <a:rPr lang="en-US" noProof="0"/>
              <a:t> </a:t>
            </a:r>
            <a:r>
              <a:rPr lang="en-US" noProof="0" err="1"/>
              <a:t>mit</a:t>
            </a:r>
            <a:r>
              <a:rPr lang="en-US" noProof="0"/>
              <a:t> Bild, </a:t>
            </a:r>
            <a:br>
              <a:rPr lang="en-US" noProof="0"/>
            </a:br>
            <a:r>
              <a:rPr lang="en-US" noProof="0"/>
              <a:t>Arial Regular, 36 pt,</a:t>
            </a:r>
            <a:br>
              <a:rPr lang="en-US" noProof="0"/>
            </a:br>
            <a:r>
              <a:rPr lang="en-US" noProof="0"/>
              <a:t>3 </a:t>
            </a:r>
            <a:r>
              <a:rPr lang="en-US" noProof="0" err="1"/>
              <a:t>Zeilen</a:t>
            </a:r>
            <a:endParaRPr lang="en-US" noProof="0"/>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2" y="5441992"/>
            <a:ext cx="9288000" cy="725445"/>
          </a:xfrm>
          <a:prstGeom prst="rect">
            <a:avLst/>
          </a:prstGeom>
        </p:spPr>
        <p:txBody>
          <a:bodyPr lIns="0" tIns="252000">
            <a:noAutofit/>
          </a:bodyPr>
          <a:lstStyle>
            <a:lvl1pPr marL="0" indent="0" algn="l">
              <a:spcAft>
                <a:spcPts val="300"/>
              </a:spcAft>
              <a:buNone/>
              <a:defRPr sz="1400">
                <a:solidFill>
                  <a:schemeClr val="tx2"/>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noProof="0"/>
              <a:t>Subhead für </a:t>
            </a:r>
            <a:r>
              <a:rPr lang="en-US" noProof="0" err="1"/>
              <a:t>Titel</a:t>
            </a:r>
            <a:r>
              <a:rPr lang="en-US" noProof="0"/>
              <a:t> der </a:t>
            </a:r>
            <a:r>
              <a:rPr lang="en-US" noProof="0" err="1"/>
              <a:t>Größe</a:t>
            </a:r>
            <a:r>
              <a:rPr lang="en-US" noProof="0"/>
              <a:t> 36 pt</a:t>
            </a:r>
          </a:p>
        </p:txBody>
      </p:sp>
      <p:sp>
        <p:nvSpPr>
          <p:cNvPr id="8" name="Picture Placeholder" descr="Title picture – please describe further">
            <a:extLst>
              <a:ext uri="{FF2B5EF4-FFF2-40B4-BE49-F238E27FC236}">
                <a16:creationId xmlns:a16="http://schemas.microsoft.com/office/drawing/2014/main" id="{2FA76E44-9BA3-4B84-98F7-42C18A2A8BA0}"/>
              </a:ext>
            </a:extLst>
          </p:cNvPr>
          <p:cNvSpPr>
            <a:spLocks noGrp="1"/>
          </p:cNvSpPr>
          <p:nvPr>
            <p:ph type="pic" sz="quarter" idx="11" hasCustomPrompt="1"/>
          </p:nvPr>
        </p:nvSpPr>
        <p:spPr bwMode="ltGray">
          <a:xfrm>
            <a:off x="0" y="0"/>
            <a:ext cx="12192000" cy="3502800"/>
          </a:xfrm>
          <a:solidFill>
            <a:srgbClr val="9999A9"/>
          </a:solidFill>
        </p:spPr>
        <p:txBody>
          <a:bodyPr lIns="144000" tIns="108000" rIns="144000" bIns="108000"/>
          <a:lstStyle>
            <a:lvl1pPr marL="0" indent="0">
              <a:buNone/>
              <a:defRPr>
                <a:solidFill>
                  <a:schemeClr val="tx1"/>
                </a:solidFill>
              </a:defRPr>
            </a:lvl1pPr>
          </a:lstStyle>
          <a:p>
            <a:r>
              <a:rPr lang="en-US" noProof="0" err="1"/>
              <a:t>Titelbild</a:t>
            </a:r>
            <a:endParaRPr lang="en-US" noProof="0"/>
          </a:p>
        </p:txBody>
      </p:sp>
      <p:pic>
        <p:nvPicPr>
          <p:cNvPr id="9" name="Siemens Logo" descr="Siemens logo">
            <a:extLst>
              <a:ext uri="{FF2B5EF4-FFF2-40B4-BE49-F238E27FC236}">
                <a16:creationId xmlns:a16="http://schemas.microsoft.com/office/drawing/2014/main" id="{298AE3DB-A74B-4AD6-A37C-FBCFB647B93F}"/>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B61796B2-8510-42B4-A5F7-E1FE5FCE45A2}"/>
              </a:ext>
            </a:extLst>
          </p:cNvPr>
          <p:cNvSpPr>
            <a:spLocks noGrp="1"/>
          </p:cNvSpPr>
          <p:nvPr>
            <p:ph type="ftr" sz="quarter" idx="13"/>
          </p:nvPr>
        </p:nvSpPr>
        <p:spPr bwMode="black">
          <a:xfrm>
            <a:off x="411162" y="6310800"/>
            <a:ext cx="9288000" cy="547200"/>
          </a:xfrm>
        </p:spPr>
        <p:txBody>
          <a:bodyPr/>
          <a:lstStyle>
            <a:lvl1pPr>
              <a:defRPr>
                <a:solidFill>
                  <a:schemeClr val="tx2"/>
                </a:solidFill>
              </a:defRPr>
            </a:lvl1pPr>
          </a:lstStyle>
          <a:p>
            <a:r>
              <a:rPr lang="en-US" noProof="0"/>
              <a:t>Unrestricted | © Siemens 2024 | November 2024</a:t>
            </a:r>
          </a:p>
        </p:txBody>
      </p:sp>
    </p:spTree>
    <p:extLst>
      <p:ext uri="{BB962C8B-B14F-4D97-AF65-F5344CB8AC3E}">
        <p14:creationId xmlns:p14="http://schemas.microsoft.com/office/powerpoint/2010/main" val="7310377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1"/>
                </a:solidFill>
              </a:defRPr>
            </a:lvl1pPr>
          </a:lstStyle>
          <a:p>
            <a:r>
              <a:rPr lang="en-US" noProof="0" err="1"/>
              <a:t>Kapiteltrenner</a:t>
            </a:r>
            <a:r>
              <a:rPr lang="en-US" noProof="0"/>
              <a:t>, </a:t>
            </a:r>
            <a:br>
              <a:rPr lang="en-US" noProof="0"/>
            </a:br>
            <a:r>
              <a:rPr lang="en-US" noProof="0"/>
              <a:t>Arial Regular, 80 pt</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Kapiteltrenner</a:t>
            </a:r>
            <a:r>
              <a:rPr lang="en-US" noProof="0"/>
              <a:t> der </a:t>
            </a:r>
            <a:r>
              <a:rPr lang="en-US" noProof="0" err="1"/>
              <a:t>Größe</a:t>
            </a:r>
            <a:r>
              <a:rPr lang="en-US" noProof="0"/>
              <a:t> 80 pt</a:t>
            </a:r>
          </a:p>
        </p:txBody>
      </p:sp>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noProof="0"/>
              <a:t>Unrestricted | © Siemens 2024 | November 2024</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2468464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1"/>
                </a:solidFill>
              </a:defRPr>
            </a:lvl1pPr>
          </a:lstStyle>
          <a:p>
            <a:r>
              <a:rPr lang="en-US" noProof="0" err="1"/>
              <a:t>Kapiteltrenner</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60 pt</a:t>
            </a:r>
          </a:p>
        </p:txBody>
      </p:sp>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r>
              <a:rPr lang="en-US" noProof="0"/>
              <a:t>Unrestricted | © Siemens 2024 | November 2024</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1683357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Chapter title dark 4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tx1"/>
                </a:solidFill>
              </a:defRPr>
            </a:lvl1pPr>
          </a:lstStyle>
          <a:p>
            <a:r>
              <a:rPr lang="en-US" noProof="0" err="1"/>
              <a:t>Kapiteltrenner</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40 pt</a:t>
            </a:r>
          </a:p>
        </p:txBody>
      </p:sp>
      <p:pic>
        <p:nvPicPr>
          <p:cNvPr id="10" name="Siemens Logo" descr="Siemens logo">
            <a:extLst>
              <a:ext uri="{FF2B5EF4-FFF2-40B4-BE49-F238E27FC236}">
                <a16:creationId xmlns:a16="http://schemas.microsoft.com/office/drawing/2014/main" id="{9A561178-96D2-407A-94C5-91A37401F65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p>
            <a:r>
              <a:rPr lang="en-US" noProof="0"/>
              <a:t>Unrestricted | © Siemens 2024 | November 2024</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5651969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Chapter title color 80pt">
    <p:bg>
      <p:bgRef idx="1001">
        <a:schemeClr val="bg1"/>
      </p:bgRef>
    </p:bg>
    <p:spTree>
      <p:nvGrpSpPr>
        <p:cNvPr id="1" name=""/>
        <p:cNvGrpSpPr/>
        <p:nvPr/>
      </p:nvGrpSpPr>
      <p:grpSpPr>
        <a:xfrm>
          <a:off x="0" y="0"/>
          <a:ext cx="0" cy="0"/>
          <a:chOff x="0" y="0"/>
          <a:chExt cx="0" cy="0"/>
        </a:xfrm>
      </p:grpSpPr>
      <p:sp>
        <p:nvSpPr>
          <p:cNvPr id="2" name="Color Stage">
            <a:extLst>
              <a:ext uri="{FF2B5EF4-FFF2-40B4-BE49-F238E27FC236}">
                <a16:creationId xmlns:a16="http://schemas.microsoft.com/office/drawing/2014/main" id="{A71FD435-3CF0-4700-A204-51B8FECDB0E5}"/>
              </a:ext>
            </a:extLst>
          </p:cNvPr>
          <p:cNvSpPr/>
          <p:nvPr userDrawn="1"/>
        </p:nvSpPr>
        <p:spPr bwMode="hidden">
          <a:xfrm>
            <a:off x="0" y="0"/>
            <a:ext cx="12192000" cy="6166800"/>
          </a:xfrm>
          <a:prstGeom prst="rect">
            <a:avLst/>
          </a:prstGeom>
          <a:solidFill>
            <a:srgbClr val="00FFB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2"/>
                </a:solidFill>
              </a:defRPr>
            </a:lvl1pPr>
          </a:lstStyle>
          <a:p>
            <a:r>
              <a:rPr lang="en-US" noProof="0" err="1"/>
              <a:t>Kapiteltrenner</a:t>
            </a:r>
            <a:r>
              <a:rPr lang="en-US" noProof="0"/>
              <a:t>, </a:t>
            </a:r>
            <a:br>
              <a:rPr lang="en-US" noProof="0"/>
            </a:br>
            <a:r>
              <a:rPr lang="en-US" noProof="0"/>
              <a:t>Arial Regular, 80 pt</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399"/>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Kapiteltrenner</a:t>
            </a:r>
            <a:r>
              <a:rPr lang="en-US" noProof="0"/>
              <a:t> der </a:t>
            </a:r>
            <a:r>
              <a:rPr lang="en-US" noProof="0" err="1"/>
              <a:t>Größe</a:t>
            </a:r>
            <a:r>
              <a:rPr lang="en-US" noProof="0"/>
              <a:t> 80 pt</a:t>
            </a:r>
          </a:p>
        </p:txBody>
      </p:sp>
      <p:pic>
        <p:nvPicPr>
          <p:cNvPr id="9" name="Siemens Logo" descr="Siemens logo">
            <a:extLst>
              <a:ext uri="{FF2B5EF4-FFF2-40B4-BE49-F238E27FC236}">
                <a16:creationId xmlns:a16="http://schemas.microsoft.com/office/drawing/2014/main" id="{BDD73C6A-6099-483E-9C34-F604024F2575}"/>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p>
            <a:r>
              <a:rPr lang="en-US" noProof="0"/>
              <a:t>Unrestricted | © Siemens 2024 | November 2024</a:t>
            </a:r>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8176338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Chapter title color 60pt">
    <p:bg>
      <p:bgRef idx="1001">
        <a:schemeClr val="bg1"/>
      </p:bgRef>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A236A90B-8F03-45C0-87DD-5479E8376B64}"/>
              </a:ext>
            </a:extLst>
          </p:cNvPr>
          <p:cNvSpPr/>
          <p:nvPr userDrawn="1"/>
        </p:nvSpPr>
        <p:spPr bwMode="hidden">
          <a:xfrm>
            <a:off x="0" y="0"/>
            <a:ext cx="12192000" cy="6166800"/>
          </a:xfrm>
          <a:prstGeom prst="rect">
            <a:avLst/>
          </a:prstGeom>
          <a:solidFill>
            <a:srgbClr val="00E6D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2"/>
                </a:solidFill>
              </a:defRPr>
            </a:lvl1pPr>
          </a:lstStyle>
          <a:p>
            <a:r>
              <a:rPr lang="en-US" noProof="0" err="1"/>
              <a:t>Kapiteltrenner</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2"/>
            <a:ext cx="9288000" cy="1622622"/>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60 pt</a:t>
            </a:r>
          </a:p>
        </p:txBody>
      </p:sp>
      <p:pic>
        <p:nvPicPr>
          <p:cNvPr id="7" name="Siemens Logo" descr="Siemens logo">
            <a:extLst>
              <a:ext uri="{FF2B5EF4-FFF2-40B4-BE49-F238E27FC236}">
                <a16:creationId xmlns:a16="http://schemas.microsoft.com/office/drawing/2014/main" id="{ECFA8B97-DE99-4B15-8C8C-3748FA022B7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p>
            <a:r>
              <a:rPr lang="en-US" noProof="0"/>
              <a:t>Unrestricted | © Siemens 2024 | November 2024</a:t>
            </a:r>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6623774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Chapter title color 40pt">
    <p:bg>
      <p:bgRef idx="1001">
        <a:schemeClr val="bg1"/>
      </p:bgRef>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40C63E25-48A4-43B2-BEE6-D2FE79309C83}"/>
              </a:ext>
            </a:extLst>
          </p:cNvPr>
          <p:cNvSpPr/>
          <p:nvPr userDrawn="1"/>
        </p:nvSpPr>
        <p:spPr bwMode="hidden">
          <a:xfrm>
            <a:off x="0" y="0"/>
            <a:ext cx="12192000" cy="6166800"/>
          </a:xfrm>
          <a:prstGeom prst="rect">
            <a:avLst/>
          </a:prstGeom>
          <a:gradFill>
            <a:gsLst>
              <a:gs pos="40000">
                <a:srgbClr val="00FFB9"/>
              </a:gs>
              <a:gs pos="100000">
                <a:srgbClr val="00E6DC"/>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9" name="Color Stage">
            <a:extLst>
              <a:ext uri="{FF2B5EF4-FFF2-40B4-BE49-F238E27FC236}">
                <a16:creationId xmlns:a16="http://schemas.microsoft.com/office/drawing/2014/main" id="{0C524D66-9942-450A-A90F-E7A0CC42EC73}"/>
              </a:ext>
            </a:extLst>
          </p:cNvPr>
          <p:cNvSpPr/>
          <p:nvPr userDrawn="1"/>
        </p:nvSpPr>
        <p:spPr>
          <a:xfrm>
            <a:off x="0" y="1414463"/>
            <a:ext cx="12192000" cy="4752337"/>
          </a:xfrm>
          <a:prstGeom prst="rect">
            <a:avLst/>
          </a:prstGeom>
          <a:gradFill flip="none" rotWithShape="1">
            <a:gsLst>
              <a:gs pos="0">
                <a:srgbClr val="00FFB9"/>
              </a:gs>
              <a:gs pos="100000">
                <a:schemeClr val="bg2">
                  <a:alpha val="0"/>
                </a:schemeClr>
              </a:gs>
              <a:gs pos="40000">
                <a:srgbClr val="00FFB9">
                  <a:alpha val="5000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4"/>
            <a:ext cx="11376788" cy="2462213"/>
          </a:xfrm>
          <a:noFill/>
        </p:spPr>
        <p:txBody>
          <a:bodyPr wrap="square" rIns="0" bIns="0" anchor="b" anchorCtr="0">
            <a:spAutoFit/>
          </a:bodyPr>
          <a:lstStyle>
            <a:lvl1pPr marL="0">
              <a:lnSpc>
                <a:spcPct val="100000"/>
              </a:lnSpc>
              <a:defRPr sz="4000" b="0">
                <a:solidFill>
                  <a:schemeClr val="tx2"/>
                </a:solidFill>
              </a:defRPr>
            </a:lvl1pPr>
          </a:lstStyle>
          <a:p>
            <a:r>
              <a:rPr lang="en-US" noProof="0" err="1"/>
              <a:t>Kapiteltrenner</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121"/>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40 pt</a:t>
            </a:r>
          </a:p>
        </p:txBody>
      </p:sp>
      <p:pic>
        <p:nvPicPr>
          <p:cNvPr id="7" name="Siemens Logo" descr="Siemens logo">
            <a:extLst>
              <a:ext uri="{FF2B5EF4-FFF2-40B4-BE49-F238E27FC236}">
                <a16:creationId xmlns:a16="http://schemas.microsoft.com/office/drawing/2014/main" id="{CCD0B8A8-7DE9-432C-82EA-6468E4BB565F}"/>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p>
            <a:r>
              <a:rPr lang="en-US" noProof="0"/>
              <a:t>Unrestricted | © Siemens 2024 | November 2024</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077897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Chapter title light 8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462213"/>
          </a:xfrm>
          <a:noFill/>
        </p:spPr>
        <p:txBody>
          <a:bodyPr rIns="0" bIns="0" anchor="b" anchorCtr="0">
            <a:spAutoFit/>
          </a:bodyPr>
          <a:lstStyle>
            <a:lvl1pPr marL="0">
              <a:lnSpc>
                <a:spcPct val="100000"/>
              </a:lnSpc>
              <a:defRPr sz="8000" b="0">
                <a:solidFill>
                  <a:schemeClr val="tx2"/>
                </a:solidFill>
              </a:defRPr>
            </a:lvl1pPr>
          </a:lstStyle>
          <a:p>
            <a:r>
              <a:rPr lang="en-US" noProof="0" err="1"/>
              <a:t>Kapiteltrenner</a:t>
            </a:r>
            <a:r>
              <a:rPr lang="en-US" noProof="0"/>
              <a:t>, </a:t>
            </a:r>
            <a:br>
              <a:rPr lang="en-US" noProof="0"/>
            </a:br>
            <a:r>
              <a:rPr lang="en-US" noProof="0"/>
              <a:t>Arial Regular, 80 pt</a:t>
            </a:r>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7"/>
            <a:ext cx="9288000" cy="1930398"/>
          </a:xfrm>
          <a:prstGeom prst="rect">
            <a:avLst/>
          </a:prstGeom>
        </p:spPr>
        <p:txBody>
          <a:bodyPr lIns="0" tIns="370800">
            <a:noAutofit/>
          </a:bodyPr>
          <a:lstStyle>
            <a:lvl1pPr marL="0" indent="0" algn="l">
              <a:spcAft>
                <a:spcPts val="300"/>
              </a:spcAft>
              <a:buNone/>
              <a:defRPr sz="32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noProof="0"/>
              <a:t>Subhead für </a:t>
            </a:r>
            <a:r>
              <a:rPr lang="en-US" noProof="0" err="1"/>
              <a:t>Kapiteltrenner</a:t>
            </a:r>
            <a:r>
              <a:rPr lang="en-US" noProof="0"/>
              <a:t> der </a:t>
            </a:r>
            <a:r>
              <a:rPr lang="en-US" noProof="0" err="1"/>
              <a:t>Größe</a:t>
            </a:r>
            <a:r>
              <a:rPr lang="en-US" noProof="0"/>
              <a:t> 80 pt</a:t>
            </a:r>
          </a:p>
        </p:txBody>
      </p:sp>
      <p:pic>
        <p:nvPicPr>
          <p:cNvPr id="7" name="Siemens Logo" descr="Siemens logo">
            <a:extLst>
              <a:ext uri="{FF2B5EF4-FFF2-40B4-BE49-F238E27FC236}">
                <a16:creationId xmlns:a16="http://schemas.microsoft.com/office/drawing/2014/main" id="{4FC1DCA2-253A-4E87-91E4-D402488C8D78}"/>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DBCA456-A643-45C8-9383-5A06099EB621}"/>
              </a:ext>
            </a:extLst>
          </p:cNvPr>
          <p:cNvSpPr>
            <a:spLocks noGrp="1"/>
          </p:cNvSpPr>
          <p:nvPr>
            <p:ph type="ftr" sz="quarter" idx="10"/>
          </p:nvPr>
        </p:nvSpPr>
        <p:spPr bwMode="black">
          <a:xfrm>
            <a:off x="1059160" y="6310800"/>
            <a:ext cx="8640003" cy="547200"/>
          </a:xfrm>
        </p:spPr>
        <p:txBody>
          <a:bodyPr/>
          <a:lstStyle>
            <a:lvl1pPr>
              <a:defRPr>
                <a:solidFill>
                  <a:schemeClr val="tx2"/>
                </a:solidFill>
              </a:defRPr>
            </a:lvl1pPr>
          </a:lstStyle>
          <a:p>
            <a:r>
              <a:rPr lang="en-US" noProof="0"/>
              <a:t>Unrestricted | © Siemens 2024 | November 2024</a:t>
            </a:r>
          </a:p>
        </p:txBody>
      </p:sp>
      <p:sp>
        <p:nvSpPr>
          <p:cNvPr id="6" name="Slide Number Placeholder">
            <a:extLst>
              <a:ext uri="{FF2B5EF4-FFF2-40B4-BE49-F238E27FC236}">
                <a16:creationId xmlns:a16="http://schemas.microsoft.com/office/drawing/2014/main" id="{5B05DC85-FD3C-4245-83A1-F6197CB9E08F}"/>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1654928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Chapter title light 6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788" cy="2769989"/>
          </a:xfrm>
          <a:noFill/>
        </p:spPr>
        <p:txBody>
          <a:bodyPr rIns="0" bIns="0" anchor="b" anchorCtr="0">
            <a:spAutoFit/>
          </a:bodyPr>
          <a:lstStyle>
            <a:lvl1pPr marL="0">
              <a:lnSpc>
                <a:spcPct val="100000"/>
              </a:lnSpc>
              <a:defRPr sz="6000" b="0">
                <a:solidFill>
                  <a:schemeClr val="tx2"/>
                </a:solidFill>
              </a:defRPr>
            </a:lvl1pPr>
          </a:lstStyle>
          <a:p>
            <a:r>
              <a:rPr lang="en-US" noProof="0" err="1"/>
              <a:t>Kapiteltrenner</a:t>
            </a:r>
            <a:r>
              <a:rPr lang="en-US" noProof="0"/>
              <a:t>, </a:t>
            </a:r>
            <a:br>
              <a:rPr lang="en-US" noProof="0"/>
            </a:br>
            <a:r>
              <a:rPr lang="en-US" noProof="0"/>
              <a:t>Arial Regular, 60 pt</a:t>
            </a:r>
            <a:br>
              <a:rPr lang="en-US" noProof="0"/>
            </a:br>
            <a:r>
              <a:rPr lang="en-US" noProof="0"/>
              <a:t>3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1"/>
            <a:ext cx="9288000" cy="1622623"/>
          </a:xfrm>
          <a:prstGeom prst="rect">
            <a:avLst/>
          </a:prstGeom>
        </p:spPr>
        <p:txBody>
          <a:bodyPr lIns="0" tIns="370800">
            <a:noAutofit/>
          </a:bodyPr>
          <a:lstStyle>
            <a:lvl1pPr marL="0" indent="0" algn="l">
              <a:spcAft>
                <a:spcPts val="300"/>
              </a:spcAft>
              <a:buNone/>
              <a:defRPr sz="24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60 pt</a:t>
            </a:r>
          </a:p>
        </p:txBody>
      </p:sp>
      <p:pic>
        <p:nvPicPr>
          <p:cNvPr id="7" name="Siemens Logo" descr="Siemens logo">
            <a:extLst>
              <a:ext uri="{FF2B5EF4-FFF2-40B4-BE49-F238E27FC236}">
                <a16:creationId xmlns:a16="http://schemas.microsoft.com/office/drawing/2014/main" id="{3543E2CC-A901-4194-A712-51CE520302B1}"/>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21031E7D-E514-484A-9CCD-52A9C2222261}"/>
              </a:ext>
            </a:extLst>
          </p:cNvPr>
          <p:cNvSpPr>
            <a:spLocks noGrp="1"/>
          </p:cNvSpPr>
          <p:nvPr>
            <p:ph type="ftr" sz="quarter" idx="10"/>
          </p:nvPr>
        </p:nvSpPr>
        <p:spPr bwMode="black">
          <a:xfrm>
            <a:off x="1059160" y="6310800"/>
            <a:ext cx="8640003" cy="547200"/>
          </a:xfrm>
        </p:spPr>
        <p:txBody>
          <a:bodyPr/>
          <a:lstStyle>
            <a:lvl1pPr>
              <a:defRPr>
                <a:solidFill>
                  <a:schemeClr val="tx2"/>
                </a:solidFill>
              </a:defRPr>
            </a:lvl1pPr>
          </a:lstStyle>
          <a:p>
            <a:r>
              <a:rPr lang="en-US" noProof="0"/>
              <a:t>Unrestricted | © Siemens 2024 | November 2024</a:t>
            </a:r>
          </a:p>
        </p:txBody>
      </p:sp>
      <p:sp>
        <p:nvSpPr>
          <p:cNvPr id="6" name="Slide Number Placeholder">
            <a:extLst>
              <a:ext uri="{FF2B5EF4-FFF2-40B4-BE49-F238E27FC236}">
                <a16:creationId xmlns:a16="http://schemas.microsoft.com/office/drawing/2014/main" id="{447F428C-5AA7-413C-A721-B7AADDF8B425}"/>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0613347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Chapter title light 40pt">
    <p:bg>
      <p:bgRef idx="1001">
        <a:schemeClr val="bg2"/>
      </p:bgRef>
    </p:bg>
    <p:spTree>
      <p:nvGrpSpPr>
        <p:cNvPr id="1" name=""/>
        <p:cNvGrpSpPr/>
        <p:nvPr/>
      </p:nvGrpSpPr>
      <p:grpSpPr>
        <a:xfrm>
          <a:off x="0" y="0"/>
          <a:ext cx="0" cy="0"/>
          <a:chOff x="0" y="0"/>
          <a:chExt cx="0" cy="0"/>
        </a:xfrm>
      </p:grpSpPr>
      <p:sp>
        <p:nvSpPr>
          <p:cNvPr id="4" name="Title" descr="Title of the chapter">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399" y="1414463"/>
            <a:ext cx="11370437" cy="2462213"/>
          </a:xfrm>
          <a:noFill/>
        </p:spPr>
        <p:txBody>
          <a:bodyPr wrap="square" rIns="0" bIns="0" anchor="b" anchorCtr="0">
            <a:spAutoFit/>
          </a:bodyPr>
          <a:lstStyle>
            <a:lvl1pPr marL="0">
              <a:lnSpc>
                <a:spcPct val="100000"/>
              </a:lnSpc>
              <a:defRPr sz="4000" b="0">
                <a:solidFill>
                  <a:schemeClr val="tx2"/>
                </a:solidFill>
              </a:defRPr>
            </a:lvl1pPr>
          </a:lstStyle>
          <a:p>
            <a:r>
              <a:rPr lang="en-US" noProof="0" err="1"/>
              <a:t>Kapiteltrenner</a:t>
            </a:r>
            <a:r>
              <a:rPr lang="en-US" noProof="0"/>
              <a:t>, </a:t>
            </a:r>
            <a:br>
              <a:rPr lang="en-US" noProof="0"/>
            </a:br>
            <a:r>
              <a:rPr lang="en-US" noProof="0"/>
              <a:t>Arial Regular, 40 pt, </a:t>
            </a:r>
            <a:br>
              <a:rPr lang="en-US" noProof="0"/>
            </a:br>
            <a:r>
              <a:rPr lang="en-US" noProof="0"/>
              <a:t>extra </a:t>
            </a:r>
            <a:r>
              <a:rPr lang="en-US" noProof="0" err="1"/>
              <a:t>lange</a:t>
            </a:r>
            <a:r>
              <a:rPr lang="en-US" noProof="0"/>
              <a:t> </a:t>
            </a:r>
            <a:r>
              <a:rPr lang="en-US" noProof="0" err="1"/>
              <a:t>Überschriften</a:t>
            </a:r>
            <a:r>
              <a:rPr lang="en-US" noProof="0"/>
              <a:t>,</a:t>
            </a:r>
            <a:br>
              <a:rPr lang="en-US" noProof="0"/>
            </a:br>
            <a:r>
              <a:rPr lang="en-US" noProof="0"/>
              <a:t>4 </a:t>
            </a:r>
            <a:r>
              <a:rPr lang="en-US" noProof="0" err="1"/>
              <a:t>Zeilen</a:t>
            </a:r>
            <a:endParaRPr lang="en-US" noProof="0"/>
          </a:p>
        </p:txBody>
      </p:sp>
      <p:sp>
        <p:nvSpPr>
          <p:cNvPr id="3" name="Subhead" descr="Subtitle of the chapter">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3876675"/>
            <a:ext cx="9288000" cy="1930123"/>
          </a:xfrm>
          <a:prstGeom prst="rect">
            <a:avLst/>
          </a:prstGeom>
        </p:spPr>
        <p:txBody>
          <a:bodyPr lIns="0" tIns="370800">
            <a:noAutofit/>
          </a:bodyPr>
          <a:lstStyle>
            <a:lvl1pPr marL="0" indent="0" algn="l">
              <a:spcAft>
                <a:spcPts val="300"/>
              </a:spcAft>
              <a:buNone/>
              <a:defRPr sz="1600">
                <a:solidFill>
                  <a:schemeClr val="tx2"/>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noProof="0"/>
              <a:t>Subhead für </a:t>
            </a:r>
            <a:r>
              <a:rPr lang="en-US" noProof="0" err="1"/>
              <a:t>Kapiteltrenner</a:t>
            </a:r>
            <a:r>
              <a:rPr lang="en-US" noProof="0"/>
              <a:t> der </a:t>
            </a:r>
            <a:r>
              <a:rPr lang="en-US" noProof="0" err="1"/>
              <a:t>Größe</a:t>
            </a:r>
            <a:r>
              <a:rPr lang="en-US" noProof="0"/>
              <a:t> 40 pt</a:t>
            </a:r>
          </a:p>
        </p:txBody>
      </p:sp>
      <p:pic>
        <p:nvPicPr>
          <p:cNvPr id="7" name="Siemens Logo" descr="Siemens logo">
            <a:extLst>
              <a:ext uri="{FF2B5EF4-FFF2-40B4-BE49-F238E27FC236}">
                <a16:creationId xmlns:a16="http://schemas.microsoft.com/office/drawing/2014/main" id="{2A2349A4-4A97-42CC-AE59-7EDEE385EDF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274400" y="6364800"/>
            <a:ext cx="1512000" cy="24040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498F1A9-6241-4523-AFBC-C74F3AA4AC35}"/>
              </a:ext>
            </a:extLst>
          </p:cNvPr>
          <p:cNvSpPr>
            <a:spLocks noGrp="1"/>
          </p:cNvSpPr>
          <p:nvPr>
            <p:ph type="ftr" sz="quarter" idx="10"/>
          </p:nvPr>
        </p:nvSpPr>
        <p:spPr bwMode="black">
          <a:xfrm>
            <a:off x="1059160" y="6310800"/>
            <a:ext cx="8639240" cy="547200"/>
          </a:xfrm>
        </p:spPr>
        <p:txBody>
          <a:bodyPr/>
          <a:lstStyle>
            <a:lvl1pPr>
              <a:defRPr>
                <a:solidFill>
                  <a:schemeClr val="tx2"/>
                </a:solidFill>
              </a:defRPr>
            </a:lvl1pPr>
          </a:lstStyle>
          <a:p>
            <a:r>
              <a:rPr lang="en-US" noProof="0"/>
              <a:t>Unrestricted | © Siemens 2024 | November 2024</a:t>
            </a:r>
          </a:p>
        </p:txBody>
      </p:sp>
      <p:sp>
        <p:nvSpPr>
          <p:cNvPr id="6" name="Slide Number Placeholder">
            <a:extLst>
              <a:ext uri="{FF2B5EF4-FFF2-40B4-BE49-F238E27FC236}">
                <a16:creationId xmlns:a16="http://schemas.microsoft.com/office/drawing/2014/main" id="{267619FE-01EE-4013-B481-A8C505C5D26A}"/>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6823971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Index / Agenda ligh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a:xfrm>
            <a:off x="410400" y="478800"/>
            <a:ext cx="9863900" cy="576000"/>
          </a:xfrm>
        </p:spPr>
        <p:txBody>
          <a:bodyPr/>
          <a:lstStyle/>
          <a:p>
            <a:r>
              <a:rPr lang="en-US" noProof="0" err="1"/>
              <a:t>Inhaltsverzeichnis</a:t>
            </a:r>
            <a:endParaRPr lang="en-US" noProof="0"/>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hasCustomPrompt="1"/>
          </p:nvPr>
        </p:nvSpPr>
        <p:spPr bwMode="black">
          <a:xfrm>
            <a:off x="411163" y="1414463"/>
            <a:ext cx="7199311" cy="4751387"/>
          </a:xfrm>
        </p:spPr>
        <p:txBody>
          <a:bodyPr/>
          <a:lstStyle>
            <a:lvl1pPr defTabSz="360000">
              <a:spcAft>
                <a:spcPts val="900"/>
              </a:spcAft>
              <a:tabLst>
                <a:tab pos="7200000" algn="r"/>
              </a:tabLst>
              <a:defRPr/>
            </a:lvl1pPr>
            <a:lvl2pPr defTabSz="360000">
              <a:spcAft>
                <a:spcPts val="900"/>
              </a:spcAft>
              <a:tabLst>
                <a:tab pos="7200000" algn="r"/>
              </a:tabLst>
              <a:defRPr/>
            </a:lvl2pPr>
            <a:lvl3pPr marL="180000" defTabSz="360000">
              <a:spcAft>
                <a:spcPts val="900"/>
              </a:spcAft>
              <a:tabLst>
                <a:tab pos="7200000" algn="r"/>
              </a:tabLst>
              <a:defRPr b="1"/>
            </a:lvl3pPr>
            <a:lvl4pPr marL="360000" defTabSz="360000">
              <a:spcAft>
                <a:spcPts val="900"/>
              </a:spcAft>
              <a:tabLst>
                <a:tab pos="7200000" algn="r"/>
              </a:tabLst>
              <a:defRPr/>
            </a:lvl4pPr>
            <a:lvl5pPr marL="360000" defTabSz="360000">
              <a:spcAft>
                <a:spcPts val="900"/>
              </a:spcAft>
              <a:tabLst>
                <a:tab pos="7200000" algn="r"/>
              </a:tabLst>
              <a:defRPr b="1"/>
            </a:lvl5pPr>
            <a:lvl6pPr marL="180000" defTabSz="360000">
              <a:spcAft>
                <a:spcPts val="600"/>
              </a:spcAft>
              <a:tabLst>
                <a:tab pos="7200000" algn="r"/>
              </a:tabLst>
              <a:defRPr sz="1600"/>
            </a:lvl6pPr>
            <a:lvl7pPr marL="180000" defTabSz="360000">
              <a:spcAft>
                <a:spcPts val="600"/>
              </a:spcAft>
              <a:tabLst>
                <a:tab pos="7200000" algn="r"/>
              </a:tabLst>
              <a:defRPr sz="1600" b="1"/>
            </a:lvl7pPr>
            <a:lvl8pPr marL="360000" defTabSz="360000">
              <a:spcAft>
                <a:spcPts val="600"/>
              </a:spcAft>
              <a:tabLst>
                <a:tab pos="7200000" algn="r"/>
              </a:tabLst>
              <a:defRPr sz="1600"/>
            </a:lvl8pPr>
            <a:lvl9pPr marL="360000" defTabSz="360000">
              <a:spcAft>
                <a:spcPts val="600"/>
              </a:spcAft>
              <a:tabLst>
                <a:tab pos="7200000" algn="r"/>
              </a:tabLst>
              <a:defRPr sz="1600" b="1"/>
            </a:lvl9pPr>
          </a:lstStyle>
          <a:p>
            <a:pPr lvl="0"/>
            <a:r>
              <a:rPr lang="en-US" noProof="0" err="1"/>
              <a:t>Inhaltsverzeichnis</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noProof="0"/>
              <a:t>Unrestricted | © Siemens 2024 | November 2024</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138793178"/>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20" pos="4794">
          <p15:clr>
            <a:srgbClr val="65CEFF"/>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Index / Agenda dark">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a:xfrm>
            <a:off x="410400" y="478800"/>
            <a:ext cx="9863900" cy="576000"/>
          </a:xfrm>
        </p:spPr>
        <p:txBody>
          <a:bodyPr/>
          <a:lstStyle>
            <a:lvl1pPr>
              <a:defRPr>
                <a:solidFill>
                  <a:schemeClr val="tx1"/>
                </a:solidFill>
              </a:defRPr>
            </a:lvl1pPr>
          </a:lstStyle>
          <a:p>
            <a:r>
              <a:rPr lang="en-US" noProof="0" err="1"/>
              <a:t>Inhaltsverzeichnis</a:t>
            </a:r>
            <a:endParaRPr lang="en-US" noProof="0"/>
          </a:p>
        </p:txBody>
      </p:sp>
      <p:sp>
        <p:nvSpPr>
          <p:cNvPr id="4" name="Copy 1" descr="Agenda text frame">
            <a:extLst>
              <a:ext uri="{FF2B5EF4-FFF2-40B4-BE49-F238E27FC236}">
                <a16:creationId xmlns:a16="http://schemas.microsoft.com/office/drawing/2014/main" id="{0E701EC8-7FC1-42BE-915D-048C74A40E0C}"/>
              </a:ext>
            </a:extLst>
          </p:cNvPr>
          <p:cNvSpPr>
            <a:spLocks noGrp="1"/>
          </p:cNvSpPr>
          <p:nvPr>
            <p:ph type="body" sz="quarter" idx="12" hasCustomPrompt="1"/>
          </p:nvPr>
        </p:nvSpPr>
        <p:spPr bwMode="black">
          <a:xfrm>
            <a:off x="411163" y="1414463"/>
            <a:ext cx="5903912" cy="4751387"/>
          </a:xfrm>
        </p:spPr>
        <p:txBody>
          <a:bodyPr/>
          <a:lstStyle>
            <a:lvl1pPr>
              <a:spcAft>
                <a:spcPts val="900"/>
              </a:spcAft>
              <a:tabLst>
                <a:tab pos="5902325" algn="r"/>
              </a:tabLst>
              <a:defRPr/>
            </a:lvl1pPr>
            <a:lvl2pPr>
              <a:spcAft>
                <a:spcPts val="900"/>
              </a:spcAft>
              <a:buClr>
                <a:schemeClr val="tx1"/>
              </a:buClr>
              <a:tabLst>
                <a:tab pos="5902325" algn="r"/>
              </a:tabLst>
              <a:defRPr/>
            </a:lvl2pPr>
            <a:lvl3pPr marL="180000">
              <a:spcAft>
                <a:spcPts val="900"/>
              </a:spcAft>
              <a:buClr>
                <a:schemeClr val="tx1"/>
              </a:buClr>
              <a:tabLst>
                <a:tab pos="5902325" algn="r"/>
              </a:tabLst>
              <a:defRPr b="1"/>
            </a:lvl3pPr>
            <a:lvl4pPr marL="360000">
              <a:spcAft>
                <a:spcPts val="900"/>
              </a:spcAft>
              <a:buClr>
                <a:schemeClr val="tx1"/>
              </a:buClr>
              <a:tabLst>
                <a:tab pos="5902325" algn="r"/>
              </a:tabLst>
              <a:defRPr/>
            </a:lvl4pPr>
            <a:lvl5pPr marL="360000">
              <a:spcAft>
                <a:spcPts val="900"/>
              </a:spcAft>
              <a:buClr>
                <a:schemeClr val="tx1"/>
              </a:buClr>
              <a:tabLst>
                <a:tab pos="5902325" algn="r"/>
              </a:tabLst>
              <a:defRPr b="1"/>
            </a:lvl5pPr>
            <a:lvl6pPr marL="180000">
              <a:spcAft>
                <a:spcPts val="600"/>
              </a:spcAft>
              <a:buClr>
                <a:schemeClr val="tx1"/>
              </a:buClr>
              <a:tabLst>
                <a:tab pos="5902325" algn="r"/>
              </a:tabLst>
              <a:defRPr sz="1600"/>
            </a:lvl6pPr>
            <a:lvl7pPr marL="180000">
              <a:spcAft>
                <a:spcPts val="600"/>
              </a:spcAft>
              <a:buClr>
                <a:schemeClr val="tx1"/>
              </a:buClr>
              <a:tabLst>
                <a:tab pos="5902325" algn="r"/>
              </a:tabLst>
              <a:defRPr sz="1600" b="1"/>
            </a:lvl7pPr>
            <a:lvl8pPr marL="360000">
              <a:spcAft>
                <a:spcPts val="600"/>
              </a:spcAft>
              <a:buClr>
                <a:schemeClr val="tx1"/>
              </a:buClr>
              <a:tabLst>
                <a:tab pos="5902325" algn="r"/>
              </a:tabLst>
              <a:defRPr sz="1600"/>
            </a:lvl8pPr>
            <a:lvl9pPr marL="360000">
              <a:spcAft>
                <a:spcPts val="600"/>
              </a:spcAft>
              <a:buClr>
                <a:schemeClr val="tx1"/>
              </a:buClr>
              <a:tabLst>
                <a:tab pos="5902325" algn="r"/>
              </a:tabLst>
              <a:defRPr sz="1600" b="1"/>
            </a:lvl9pPr>
          </a:lstStyle>
          <a:p>
            <a:pPr lvl="0"/>
            <a:r>
              <a:rPr lang="en-US" noProof="0" err="1"/>
              <a:t>Inhaltsverzeichnis</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2" name="Copy 2" descr="Agenda text frame">
            <a:extLst>
              <a:ext uri="{FF2B5EF4-FFF2-40B4-BE49-F238E27FC236}">
                <a16:creationId xmlns:a16="http://schemas.microsoft.com/office/drawing/2014/main" id="{F3AAF44F-3461-47E2-8680-A8CD08522059}"/>
              </a:ext>
            </a:extLst>
          </p:cNvPr>
          <p:cNvSpPr>
            <a:spLocks noGrp="1"/>
          </p:cNvSpPr>
          <p:nvPr>
            <p:ph type="body" sz="quarter" idx="13" hasCustomPrompt="1"/>
          </p:nvPr>
        </p:nvSpPr>
        <p:spPr bwMode="black">
          <a:xfrm>
            <a:off x="6743700" y="1414463"/>
            <a:ext cx="5043488" cy="4751387"/>
          </a:xfrm>
        </p:spPr>
        <p:txBody>
          <a:bodyPr/>
          <a:lstStyle>
            <a:lvl1pPr>
              <a:spcAft>
                <a:spcPts val="900"/>
              </a:spcAft>
              <a:tabLst>
                <a:tab pos="5040000" algn="r"/>
              </a:tabLst>
              <a:defRPr/>
            </a:lvl1pPr>
            <a:lvl2pPr>
              <a:spcAft>
                <a:spcPts val="900"/>
              </a:spcAft>
              <a:buClr>
                <a:schemeClr val="tx1"/>
              </a:buClr>
              <a:tabLst>
                <a:tab pos="5040000" algn="r"/>
              </a:tabLst>
              <a:defRPr/>
            </a:lvl2pPr>
            <a:lvl3pPr marL="180000">
              <a:spcAft>
                <a:spcPts val="900"/>
              </a:spcAft>
              <a:buClr>
                <a:schemeClr val="tx1"/>
              </a:buClr>
              <a:tabLst>
                <a:tab pos="5040000" algn="r"/>
              </a:tabLst>
              <a:defRPr b="1"/>
            </a:lvl3pPr>
            <a:lvl4pPr marL="360000">
              <a:spcAft>
                <a:spcPts val="900"/>
              </a:spcAft>
              <a:buClr>
                <a:schemeClr val="tx1"/>
              </a:buClr>
              <a:tabLst>
                <a:tab pos="5040000" algn="r"/>
              </a:tabLst>
              <a:defRPr/>
            </a:lvl4pPr>
            <a:lvl5pPr marL="360000">
              <a:spcAft>
                <a:spcPts val="900"/>
              </a:spcAft>
              <a:buClr>
                <a:schemeClr val="tx1"/>
              </a:buClr>
              <a:tabLst>
                <a:tab pos="5040000" algn="r"/>
              </a:tabLst>
              <a:defRPr b="1"/>
            </a:lvl5pPr>
            <a:lvl6pPr marL="180000">
              <a:spcAft>
                <a:spcPts val="600"/>
              </a:spcAft>
              <a:buClr>
                <a:schemeClr val="tx1"/>
              </a:buClr>
              <a:tabLst>
                <a:tab pos="5040000" algn="r"/>
              </a:tabLst>
              <a:defRPr sz="1600"/>
            </a:lvl6pPr>
            <a:lvl7pPr marL="180000">
              <a:spcAft>
                <a:spcPts val="600"/>
              </a:spcAft>
              <a:buClr>
                <a:schemeClr val="tx1"/>
              </a:buClr>
              <a:tabLst>
                <a:tab pos="5040000" algn="r"/>
              </a:tabLst>
              <a:defRPr sz="1600" b="1"/>
            </a:lvl7pPr>
            <a:lvl8pPr marL="360000">
              <a:spcAft>
                <a:spcPts val="600"/>
              </a:spcAft>
              <a:buClr>
                <a:schemeClr val="tx1"/>
              </a:buClr>
              <a:tabLst>
                <a:tab pos="5040000" algn="r"/>
              </a:tabLst>
              <a:defRPr sz="1600"/>
            </a:lvl8pPr>
            <a:lvl9pPr marL="360000">
              <a:spcAft>
                <a:spcPts val="600"/>
              </a:spcAft>
              <a:buClr>
                <a:schemeClr val="tx1"/>
              </a:buClr>
              <a:tabLst>
                <a:tab pos="5040000" algn="r"/>
              </a:tabLst>
              <a:defRPr sz="1600" b="1"/>
            </a:lvl9pPr>
          </a:lstStyle>
          <a:p>
            <a:pPr lvl="0"/>
            <a:r>
              <a:rPr lang="en-US" noProof="0" err="1"/>
              <a:t>Inhaltsverzeichnis</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8" name="Siemens Logo" descr="Siemens logo">
            <a:extLst>
              <a:ext uri="{FF2B5EF4-FFF2-40B4-BE49-F238E27FC236}">
                <a16:creationId xmlns:a16="http://schemas.microsoft.com/office/drawing/2014/main" id="{AB400EC0-C78D-42DD-85FB-5ED577185C1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noProof="0"/>
              <a:t>Unrestricted | © Siemens 2024 | November 2024</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863638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5" pos="3978">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guide id="19" pos="4248">
          <p15:clr>
            <a:srgbClr val="65CEFF"/>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pic>
        <p:nvPicPr>
          <p:cNvPr id="7" name="Siemens Logo" descr="Siemens logo">
            <a:extLst>
              <a:ext uri="{FF2B5EF4-FFF2-40B4-BE49-F238E27FC236}">
                <a16:creationId xmlns:a16="http://schemas.microsoft.com/office/drawing/2014/main" id="{E73DB6A8-F91C-4B87-ACAA-19A2D5EA21EF}"/>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9" name="Footer Placeholder" descr="Footer with copyright, author and department information, and date">
            <a:extLst>
              <a:ext uri="{FF2B5EF4-FFF2-40B4-BE49-F238E27FC236}">
                <a16:creationId xmlns:a16="http://schemas.microsoft.com/office/drawing/2014/main" id="{8C6E0B19-DC70-4D19-9A56-05E87567F196}"/>
              </a:ext>
            </a:extLst>
          </p:cNvPr>
          <p:cNvSpPr>
            <a:spLocks noGrp="1"/>
          </p:cNvSpPr>
          <p:nvPr>
            <p:ph type="ftr" sz="quarter" idx="10"/>
          </p:nvPr>
        </p:nvSpPr>
        <p:spPr bwMode="black"/>
        <p:txBody>
          <a:bodyPr/>
          <a:lstStyle/>
          <a:p>
            <a:pPr>
              <a:lnSpc>
                <a:spcPct val="100000"/>
              </a:lnSpc>
            </a:pPr>
            <a:r>
              <a:rPr lang="en-US" noProof="0"/>
              <a:t>Unrestricted | © Siemens 2024 | November 2024</a:t>
            </a:r>
          </a:p>
        </p:txBody>
      </p:sp>
      <p:sp>
        <p:nvSpPr>
          <p:cNvPr id="10" name="Slide Number Placeholder">
            <a:extLst>
              <a:ext uri="{FF2B5EF4-FFF2-40B4-BE49-F238E27FC236}">
                <a16:creationId xmlns:a16="http://schemas.microsoft.com/office/drawing/2014/main" id="{D3DF1D7C-B467-46E9-B036-83EC1DBE711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683926394"/>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Single large image">
    <p:spTree>
      <p:nvGrpSpPr>
        <p:cNvPr id="1" name=""/>
        <p:cNvGrpSpPr/>
        <p:nvPr/>
      </p:nvGrpSpPr>
      <p:grpSpPr>
        <a:xfrm>
          <a:off x="0" y="0"/>
          <a:ext cx="0" cy="0"/>
          <a:chOff x="0" y="0"/>
          <a:chExt cx="0" cy="0"/>
        </a:xfrm>
      </p:grpSpPr>
      <p:sp>
        <p:nvSpPr>
          <p:cNvPr id="14" name="Picture Placeholder" descr="Thematic full size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1"/>
            <a:ext cx="12192000" cy="6167438"/>
          </a:xfrm>
          <a:solidFill>
            <a:srgbClr val="9999A9"/>
          </a:solidFill>
        </p:spPr>
        <p:txBody>
          <a:bodyPr lIns="144000" tIns="108000" rIns="144000" bIns="108000"/>
          <a:lstStyle>
            <a:lvl1pPr marL="0" indent="0">
              <a:buNone/>
              <a:defRPr>
                <a:solidFill>
                  <a:schemeClr val="tx1"/>
                </a:solidFill>
              </a:defRPr>
            </a:lvl1pPr>
          </a:lstStyle>
          <a:p>
            <a:r>
              <a:rPr lang="en-US" noProof="0" err="1"/>
              <a:t>Formatfüllendes</a:t>
            </a:r>
            <a:r>
              <a:rPr lang="en-US" noProof="0"/>
              <a:t> Bild</a:t>
            </a:r>
          </a:p>
        </p:txBody>
      </p:sp>
      <p:sp>
        <p:nvSpPr>
          <p:cNvPr id="2" name="Title" descr="Slide headline">
            <a:extLst>
              <a:ext uri="{FF2B5EF4-FFF2-40B4-BE49-F238E27FC236}">
                <a16:creationId xmlns:a16="http://schemas.microsoft.com/office/drawing/2014/main" id="{3F142F7C-7BE3-40CB-8C53-6F7533073558}"/>
              </a:ext>
            </a:extLst>
          </p:cNvPr>
          <p:cNvSpPr>
            <a:spLocks noGrp="1"/>
          </p:cNvSpPr>
          <p:nvPr>
            <p:ph type="title" hasCustomPrompt="1"/>
          </p:nvPr>
        </p:nvSpPr>
        <p:spPr bwMode="black">
          <a:xfrm>
            <a:off x="1022400" y="1054100"/>
            <a:ext cx="9252000" cy="1477328"/>
          </a:xfrm>
          <a:noFill/>
        </p:spPr>
        <p:txBody>
          <a:bodyPr wrap="square" rIns="0" bIns="0" anchor="t">
            <a:spAutoFit/>
          </a:bodyPr>
          <a:lstStyle>
            <a:lvl1pPr marL="0">
              <a:lnSpc>
                <a:spcPct val="100000"/>
              </a:lnSpc>
              <a:defRPr sz="4800" b="0">
                <a:solidFill>
                  <a:schemeClr val="bg1"/>
                </a:solidFill>
              </a:defRPr>
            </a:lvl1pPr>
          </a:lstStyle>
          <a:p>
            <a:r>
              <a:rPr lang="en-US" noProof="0" err="1"/>
              <a:t>Inhaltsseite</a:t>
            </a:r>
            <a:r>
              <a:rPr lang="en-US" noProof="0"/>
              <a:t>,</a:t>
            </a:r>
            <a:br>
              <a:rPr lang="en-US" noProof="0"/>
            </a:br>
            <a:r>
              <a:rPr lang="en-US" noProof="0"/>
              <a:t>Arial Regular, 48 pt</a:t>
            </a:r>
          </a:p>
        </p:txBody>
      </p:sp>
      <p:pic>
        <p:nvPicPr>
          <p:cNvPr id="9" name="Siemens Logo" descr="Siemens logo">
            <a:extLst>
              <a:ext uri="{FF2B5EF4-FFF2-40B4-BE49-F238E27FC236}">
                <a16:creationId xmlns:a16="http://schemas.microsoft.com/office/drawing/2014/main" id="{30251D14-AF6A-4279-B0A9-69FD9519EA58}"/>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pPr>
              <a:lnSpc>
                <a:spcPct val="100000"/>
              </a:lnSpc>
            </a:pPr>
            <a:r>
              <a:rPr lang="en-US" noProof="0"/>
              <a:t>Unrestricted | © Siemens 2024 | November 2024</a:t>
            </a:r>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58817121"/>
      </p:ext>
    </p:extLst>
  </p:cSld>
  <p:clrMapOvr>
    <a:masterClrMapping/>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2" orient="horz" pos="664">
          <p15:clr>
            <a:srgbClr val="65CEFF"/>
          </p15:clr>
        </p15:guide>
        <p15:guide id="17" orient="horz" pos="3885">
          <p15:clr>
            <a:srgbClr val="65CEFF"/>
          </p15:clr>
        </p15:guide>
        <p15:guide id="18" orient="horz" pos="4157">
          <p15:clr>
            <a:srgbClr val="65CEFF"/>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Single large image Deep Blue">
    <p:bg>
      <p:bgRef idx="1001">
        <a:schemeClr val="bg2"/>
      </p:bgRef>
    </p:bg>
    <p:spTree>
      <p:nvGrpSpPr>
        <p:cNvPr id="1" name=""/>
        <p:cNvGrpSpPr/>
        <p:nvPr/>
      </p:nvGrpSpPr>
      <p:grpSpPr>
        <a:xfrm>
          <a:off x="0" y="0"/>
          <a:ext cx="0" cy="0"/>
          <a:chOff x="0" y="0"/>
          <a:chExt cx="0" cy="0"/>
        </a:xfrm>
      </p:grpSpPr>
      <p:sp>
        <p:nvSpPr>
          <p:cNvPr id="14" name="Picture Placeholder" descr="Thematic full size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1"/>
            <a:ext cx="12192000" cy="6167438"/>
          </a:xfrm>
          <a:solidFill>
            <a:srgbClr val="9999A9"/>
          </a:solidFill>
        </p:spPr>
        <p:txBody>
          <a:bodyPr lIns="144000" tIns="108000" rIns="144000" bIns="108000"/>
          <a:lstStyle>
            <a:lvl1pPr marL="0" indent="0">
              <a:buNone/>
              <a:defRPr>
                <a:solidFill>
                  <a:schemeClr val="bg1"/>
                </a:solidFill>
              </a:defRPr>
            </a:lvl1pPr>
          </a:lstStyle>
          <a:p>
            <a:r>
              <a:rPr lang="en-US" noProof="0" err="1"/>
              <a:t>Formatfüllendes</a:t>
            </a:r>
            <a:r>
              <a:rPr lang="en-US" noProof="0"/>
              <a:t> Bild</a:t>
            </a:r>
          </a:p>
        </p:txBody>
      </p:sp>
      <p:sp>
        <p:nvSpPr>
          <p:cNvPr id="2" name="Title" descr="Slide headline">
            <a:extLst>
              <a:ext uri="{FF2B5EF4-FFF2-40B4-BE49-F238E27FC236}">
                <a16:creationId xmlns:a16="http://schemas.microsoft.com/office/drawing/2014/main" id="{3F142F7C-7BE3-40CB-8C53-6F7533073558}"/>
              </a:ext>
            </a:extLst>
          </p:cNvPr>
          <p:cNvSpPr>
            <a:spLocks noGrp="1"/>
          </p:cNvSpPr>
          <p:nvPr>
            <p:ph type="title" hasCustomPrompt="1"/>
          </p:nvPr>
        </p:nvSpPr>
        <p:spPr bwMode="black">
          <a:xfrm>
            <a:off x="1022400" y="1054100"/>
            <a:ext cx="9252000" cy="1477328"/>
          </a:xfrm>
          <a:noFill/>
        </p:spPr>
        <p:txBody>
          <a:bodyPr wrap="square" rIns="0" bIns="0" anchor="t">
            <a:spAutoFit/>
          </a:bodyPr>
          <a:lstStyle>
            <a:lvl1pPr marL="0">
              <a:lnSpc>
                <a:spcPct val="100000"/>
              </a:lnSpc>
              <a:defRPr sz="4800" b="0">
                <a:solidFill>
                  <a:schemeClr val="tx1"/>
                </a:solidFill>
              </a:defRPr>
            </a:lvl1pPr>
          </a:lstStyle>
          <a:p>
            <a:r>
              <a:rPr lang="en-US" noProof="0" err="1"/>
              <a:t>Inhaltsseite</a:t>
            </a:r>
            <a:r>
              <a:rPr lang="en-US" noProof="0"/>
              <a:t>,</a:t>
            </a:r>
            <a:br>
              <a:rPr lang="en-US" noProof="0"/>
            </a:br>
            <a:r>
              <a:rPr lang="en-US" noProof="0"/>
              <a:t>Arial Regular, 48 pt</a:t>
            </a:r>
          </a:p>
        </p:txBody>
      </p:sp>
      <p:pic>
        <p:nvPicPr>
          <p:cNvPr id="7" name="Siemens Logo" descr="Siemens logo">
            <a:extLst>
              <a:ext uri="{FF2B5EF4-FFF2-40B4-BE49-F238E27FC236}">
                <a16:creationId xmlns:a16="http://schemas.microsoft.com/office/drawing/2014/main" id="{2AF4F4C6-6E41-442C-BB9E-9E72BE92D2D8}"/>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pPr>
              <a:lnSpc>
                <a:spcPct val="100000"/>
              </a:lnSpc>
            </a:pPr>
            <a:r>
              <a:rPr lang="en-US" noProof="0"/>
              <a:t>Unrestricted | © Siemens 2024 | November 2024</a:t>
            </a:r>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0151687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2" orient="horz" pos="664">
          <p15:clr>
            <a:srgbClr val="65CEFF"/>
          </p15:clr>
        </p15:guide>
        <p15:guide id="17" orient="horz" pos="3885">
          <p15:clr>
            <a:srgbClr val="65CEFF"/>
          </p15:clr>
        </p15:guide>
        <p15:guide id="18" orient="horz" pos="4157">
          <p15:clr>
            <a:srgbClr val="65CEFF"/>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Single image (Text spotlight)">
    <p:spTree>
      <p:nvGrpSpPr>
        <p:cNvPr id="1" name=""/>
        <p:cNvGrpSpPr/>
        <p:nvPr/>
      </p:nvGrpSpPr>
      <p:grpSpPr>
        <a:xfrm>
          <a:off x="0" y="0"/>
          <a:ext cx="0" cy="0"/>
          <a:chOff x="0" y="0"/>
          <a:chExt cx="0" cy="0"/>
        </a:xfrm>
      </p:grpSpPr>
      <p:sp>
        <p:nvSpPr>
          <p:cNvPr id="14" name="Picture Placeholder" descr="Thematic picture – please describe further">
            <a:extLst>
              <a:ext uri="{FF2B5EF4-FFF2-40B4-BE49-F238E27FC236}">
                <a16:creationId xmlns:a16="http://schemas.microsoft.com/office/drawing/2014/main" id="{1CAAD1C1-677B-4ED7-96BE-27B1141D53D5}"/>
              </a:ext>
            </a:extLst>
          </p:cNvPr>
          <p:cNvSpPr>
            <a:spLocks noGrp="1"/>
          </p:cNvSpPr>
          <p:nvPr>
            <p:ph type="pic" sz="quarter" idx="12" hasCustomPrompt="1"/>
          </p:nvPr>
        </p:nvSpPr>
        <p:spPr bwMode="ltGray">
          <a:xfrm>
            <a:off x="0" y="1"/>
            <a:ext cx="7611160" cy="6167438"/>
          </a:xfrm>
          <a:solidFill>
            <a:srgbClr val="9999A9"/>
          </a:solidFill>
        </p:spPr>
        <p:txBody>
          <a:bodyPr lIns="144000" tIns="108000" rIns="144000" bIns="108000"/>
          <a:lstStyle>
            <a:lvl1pPr marL="0" indent="0">
              <a:buNone/>
              <a:defRPr>
                <a:solidFill>
                  <a:schemeClr val="tx1"/>
                </a:solidFill>
              </a:defRPr>
            </a:lvl1pPr>
          </a:lstStyle>
          <a:p>
            <a:r>
              <a:rPr lang="en-US" noProof="0" err="1"/>
              <a:t>Thematisches</a:t>
            </a:r>
            <a:r>
              <a:rPr lang="en-US" noProof="0"/>
              <a:t> Bild</a:t>
            </a:r>
          </a:p>
        </p:txBody>
      </p:sp>
      <p:sp>
        <p:nvSpPr>
          <p:cNvPr id="2" name="Title" descr="Slide headline">
            <a:extLst>
              <a:ext uri="{FF2B5EF4-FFF2-40B4-BE49-F238E27FC236}">
                <a16:creationId xmlns:a16="http://schemas.microsoft.com/office/drawing/2014/main" id="{AFFC798E-B633-4D30-A7C1-DC796BD8887A}"/>
              </a:ext>
            </a:extLst>
          </p:cNvPr>
          <p:cNvSpPr>
            <a:spLocks noGrp="1"/>
          </p:cNvSpPr>
          <p:nvPr>
            <p:ph type="title" hasCustomPrompt="1"/>
          </p:nvPr>
        </p:nvSpPr>
        <p:spPr bwMode="black">
          <a:xfrm>
            <a:off x="1022400" y="1054100"/>
            <a:ext cx="6156275" cy="1477328"/>
          </a:xfrm>
          <a:noFill/>
        </p:spPr>
        <p:txBody>
          <a:bodyPr wrap="square" rIns="0" bIns="0" anchor="t">
            <a:spAutoFit/>
          </a:bodyPr>
          <a:lstStyle>
            <a:lvl1pPr marL="0">
              <a:lnSpc>
                <a:spcPct val="100000"/>
              </a:lnSpc>
              <a:defRPr sz="4800" b="0">
                <a:solidFill>
                  <a:schemeClr val="bg1"/>
                </a:solidFill>
              </a:defRPr>
            </a:lvl1pPr>
          </a:lstStyle>
          <a:p>
            <a:r>
              <a:rPr lang="en-US" noProof="0" err="1"/>
              <a:t>Inhaltsseite</a:t>
            </a:r>
            <a:r>
              <a:rPr lang="en-US" noProof="0"/>
              <a:t>,</a:t>
            </a:r>
            <a:br>
              <a:rPr lang="en-US" noProof="0"/>
            </a:br>
            <a:r>
              <a:rPr lang="en-US" noProof="0"/>
              <a:t>Arial Regular, 48 pt</a:t>
            </a:r>
          </a:p>
        </p:txBody>
      </p:sp>
      <p:sp>
        <p:nvSpPr>
          <p:cNvPr id="3" name="Copy">
            <a:extLst>
              <a:ext uri="{FF2B5EF4-FFF2-40B4-BE49-F238E27FC236}">
                <a16:creationId xmlns:a16="http://schemas.microsoft.com/office/drawing/2014/main" id="{6F965802-E517-4CC3-99D7-1DA8BF1FB020}"/>
              </a:ext>
            </a:extLst>
          </p:cNvPr>
          <p:cNvSpPr>
            <a:spLocks noGrp="1"/>
          </p:cNvSpPr>
          <p:nvPr>
            <p:ph type="body" sz="quarter" idx="18" hasCustomPrompt="1"/>
          </p:nvPr>
        </p:nvSpPr>
        <p:spPr bwMode="black">
          <a:xfrm>
            <a:off x="8042400" y="1054100"/>
            <a:ext cx="3744000" cy="5113338"/>
          </a:xfrm>
        </p:spPr>
        <p:txBody>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30251D14-AF6A-4279-B0A9-69FD9519EA58}"/>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4" name="Footer Placeholder" descr="Footer with copyright, author and department information, and date">
            <a:extLst>
              <a:ext uri="{FF2B5EF4-FFF2-40B4-BE49-F238E27FC236}">
                <a16:creationId xmlns:a16="http://schemas.microsoft.com/office/drawing/2014/main" id="{F80D0117-50BB-4A8D-AD28-794FFDA35404}"/>
              </a:ext>
            </a:extLst>
          </p:cNvPr>
          <p:cNvSpPr>
            <a:spLocks noGrp="1"/>
          </p:cNvSpPr>
          <p:nvPr>
            <p:ph type="ftr" sz="quarter" idx="16"/>
          </p:nvPr>
        </p:nvSpPr>
        <p:spPr bwMode="black"/>
        <p:txBody>
          <a:bodyPr/>
          <a:lstStyle/>
          <a:p>
            <a:pPr>
              <a:lnSpc>
                <a:spcPct val="100000"/>
              </a:lnSpc>
            </a:pPr>
            <a:r>
              <a:rPr lang="en-US" noProof="0"/>
              <a:t>Unrestricted | © Siemens 2024 | November 2024</a:t>
            </a:r>
          </a:p>
        </p:txBody>
      </p:sp>
      <p:sp>
        <p:nvSpPr>
          <p:cNvPr id="5" name="Slide Number Placeholder">
            <a:extLst>
              <a:ext uri="{FF2B5EF4-FFF2-40B4-BE49-F238E27FC236}">
                <a16:creationId xmlns:a16="http://schemas.microsoft.com/office/drawing/2014/main" id="{79F3E7D3-5B15-444A-88AC-9161D47F12FD}"/>
              </a:ext>
              <a:ext uri="{C183D7F6-B498-43B3-948B-1728B52AA6E4}">
                <adec:decorative xmlns:adec="http://schemas.microsoft.com/office/drawing/2017/decorative" val="1"/>
              </a:ext>
            </a:extLst>
          </p:cNvPr>
          <p:cNvSpPr>
            <a:spLocks noGrp="1"/>
          </p:cNvSpPr>
          <p:nvPr>
            <p:ph type="sldNum" sz="quarter" idx="17"/>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040399583"/>
      </p:ext>
    </p:extLst>
  </p:cSld>
  <p:clrMapOvr>
    <a:masterClrMapping/>
  </p:clrMapOvr>
  <p:extLst>
    <p:ext uri="{DCECCB84-F9BA-43D5-87BE-67443E8EF086}">
      <p15:sldGuideLst xmlns:p15="http://schemas.microsoft.com/office/powerpoint/2012/main">
        <p15:guide id="1" pos="259">
          <p15:clr>
            <a:srgbClr val="65CEFF"/>
          </p15:clr>
        </p15:guide>
        <p15:guide id="2" pos="4522">
          <p15:clr>
            <a:srgbClr val="65CEFF"/>
          </p15:clr>
        </p15:guide>
        <p15:guide id="3" pos="4794">
          <p15:clr>
            <a:srgbClr val="65CEFF"/>
          </p15:clr>
        </p15:guide>
        <p15:guide id="4" pos="5066">
          <p15:clr>
            <a:srgbClr val="65CEFF"/>
          </p15:clr>
        </p15:guide>
        <p15:guide id="5" pos="6472">
          <p15:clr>
            <a:srgbClr val="65CEFF"/>
          </p15:clr>
        </p15:guide>
        <p15:guide id="6" pos="7425">
          <p15:clr>
            <a:srgbClr val="65CEFF"/>
          </p15:clr>
        </p15:guide>
        <p15:guide id="7" orient="horz" pos="302">
          <p15:clr>
            <a:srgbClr val="65CEFF"/>
          </p15:clr>
        </p15:guide>
        <p15:guide id="8" orient="horz" pos="664">
          <p15:clr>
            <a:srgbClr val="65CEFF"/>
          </p15:clr>
        </p15:guide>
        <p15:guide id="9" orient="horz" pos="891">
          <p15:clr>
            <a:srgbClr val="65CEFF"/>
          </p15:clr>
        </p15:guide>
        <p15:guide id="10" orient="horz" pos="3658">
          <p15:clr>
            <a:srgbClr val="65CEFF"/>
          </p15:clr>
        </p15:guide>
        <p15:guide id="11" orient="horz" pos="3885">
          <p15:clr>
            <a:srgbClr val="65CEFF"/>
          </p15:clr>
        </p15:guide>
        <p15:guide id="12" orient="horz" pos="4157">
          <p15:clr>
            <a:srgbClr val="65CEFF"/>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lvl1pPr>
              <a:defRPr>
                <a:solidFill>
                  <a:schemeClr val="tx1"/>
                </a:solidFill>
              </a:defRPr>
            </a:lvl1pPr>
          </a:lstStyle>
          <a:p>
            <a:r>
              <a:rPr lang="en-US" noProof="0" err="1"/>
              <a:t>Titelformat</a:t>
            </a:r>
            <a:r>
              <a:rPr lang="en-US" noProof="0"/>
              <a:t> </a:t>
            </a:r>
            <a:r>
              <a:rPr lang="en-US" noProof="0" err="1"/>
              <a:t>bearbeiten</a:t>
            </a:r>
            <a:endParaRPr lang="en-US" noProof="0"/>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noProof="0"/>
              <a:t>Unrestricted | © Siemens 2024 | November 2024</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40931453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flip="none" rotWithShape="1">
          <a:gsLst>
            <a:gs pos="40000">
              <a:schemeClr val="accent6"/>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B8172AC2-E83F-4EFD-B70E-DE91E64651D8}"/>
              </a:ext>
            </a:extLst>
          </p:cNvPr>
          <p:cNvSpPr/>
          <p:nvPr userDrawn="1"/>
        </p:nvSpPr>
        <p:spPr>
          <a:xfrm>
            <a:off x="0" y="1414463"/>
            <a:ext cx="12192000" cy="5443537"/>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noProof="0"/>
          </a:p>
        </p:txBody>
      </p:sp>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lvl1pPr>
              <a:defRPr>
                <a:solidFill>
                  <a:schemeClr val="tx1"/>
                </a:solidFill>
              </a:defRPr>
            </a:lvl1pPr>
          </a:lstStyle>
          <a:p>
            <a:r>
              <a:rPr lang="en-US" noProof="0" err="1"/>
              <a:t>Titelformat</a:t>
            </a:r>
            <a:r>
              <a:rPr lang="en-US" noProof="0"/>
              <a:t> </a:t>
            </a:r>
            <a:r>
              <a:rPr lang="en-US" noProof="0" err="1"/>
              <a:t>bearbeiten</a:t>
            </a:r>
            <a:endParaRPr lang="en-US" noProof="0"/>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4BECE54-DDA8-4D2C-8A02-4C8E3E1585E1}"/>
              </a:ext>
            </a:extLst>
          </p:cNvPr>
          <p:cNvSpPr>
            <a:spLocks noGrp="1"/>
          </p:cNvSpPr>
          <p:nvPr>
            <p:ph type="ftr" sz="quarter" idx="10"/>
          </p:nvPr>
        </p:nvSpPr>
        <p:spPr bwMode="black"/>
        <p:txBody>
          <a:bodyPr/>
          <a:lstStyle/>
          <a:p>
            <a:pPr>
              <a:lnSpc>
                <a:spcPct val="100000"/>
              </a:lnSpc>
            </a:pPr>
            <a:r>
              <a:rPr lang="en-US" noProof="0"/>
              <a:t>Unrestricted | © Siemens 2024 | November 2024</a:t>
            </a:r>
          </a:p>
        </p:txBody>
      </p:sp>
      <p:sp>
        <p:nvSpPr>
          <p:cNvPr id="6" name="Slide Number Placeholder">
            <a:extLst>
              <a:ext uri="{FF2B5EF4-FFF2-40B4-BE49-F238E27FC236}">
                <a16:creationId xmlns:a16="http://schemas.microsoft.com/office/drawing/2014/main" id="{07B7E75B-80B4-49F8-AA70-A41C9D89685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5645451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Full bleed color Light Sand">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lvl1pPr>
              <a:defRPr>
                <a:solidFill>
                  <a:schemeClr val="accent1"/>
                </a:solidFill>
              </a:defRPr>
            </a:lvl1pPr>
          </a:lstStyle>
          <a:p>
            <a:r>
              <a:rPr lang="en-US" noProof="0" err="1"/>
              <a:t>Titelformat</a:t>
            </a:r>
            <a:r>
              <a:rPr lang="en-US" noProof="0"/>
              <a:t> </a:t>
            </a:r>
            <a:r>
              <a:rPr lang="en-US" noProof="0" err="1"/>
              <a:t>bearbeiten</a:t>
            </a:r>
            <a:endParaRPr lang="en-US" noProof="0"/>
          </a:p>
        </p:txBody>
      </p:sp>
      <p:pic>
        <p:nvPicPr>
          <p:cNvPr id="8" name="Siemens Logo" descr="Siemens logo">
            <a:extLst>
              <a:ext uri="{FF2B5EF4-FFF2-40B4-BE49-F238E27FC236}">
                <a16:creationId xmlns:a16="http://schemas.microsoft.com/office/drawing/2014/main" id="{1AC59AB3-8DAC-43B8-977E-A91337DC0825}"/>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lvl1pPr>
              <a:defRPr>
                <a:solidFill>
                  <a:schemeClr val="tx2"/>
                </a:solidFill>
              </a:defRPr>
            </a:lvl1pPr>
          </a:lstStyle>
          <a:p>
            <a:r>
              <a:rPr lang="en-US" noProof="0"/>
              <a:t>Unrestricted | © Siemens 2024 | November 2024</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lvl1pPr>
              <a:defRPr>
                <a:solidFill>
                  <a:schemeClr val="tx2"/>
                </a:solidFill>
              </a:defRPr>
            </a:lvl1p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9573873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hasCustomPrompt="1"/>
          </p:nvPr>
        </p:nvSpPr>
        <p:spPr bwMode="black">
          <a:xfrm>
            <a:off x="411162" y="1414800"/>
            <a:ext cx="7199313"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8" name="Siemens Logo" descr="Siemens logo">
            <a:extLst>
              <a:ext uri="{FF2B5EF4-FFF2-40B4-BE49-F238E27FC236}">
                <a16:creationId xmlns:a16="http://schemas.microsoft.com/office/drawing/2014/main" id="{91EB517C-C8FD-4E2E-B744-DB952E96B478}"/>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519D384-FA09-4D60-95A8-589F157A93F4}"/>
              </a:ext>
            </a:extLst>
          </p:cNvPr>
          <p:cNvSpPr>
            <a:spLocks noGrp="1"/>
          </p:cNvSpPr>
          <p:nvPr>
            <p:ph type="ftr" sz="quarter" idx="10"/>
          </p:nvPr>
        </p:nvSpPr>
        <p:spPr bwMode="black"/>
        <p:txBody>
          <a:bodyPr/>
          <a:lstStyle/>
          <a:p>
            <a:pPr>
              <a:lnSpc>
                <a:spcPct val="100000"/>
              </a:lnSpc>
            </a:pPr>
            <a:r>
              <a:rPr lang="en-US" noProof="0"/>
              <a:t>Unrestricted | © Siemens 2024 | November 2024</a:t>
            </a:r>
          </a:p>
        </p:txBody>
      </p:sp>
      <p:sp>
        <p:nvSpPr>
          <p:cNvPr id="6" name="Slide Number Placeholder">
            <a:extLst>
              <a:ext uri="{FF2B5EF4-FFF2-40B4-BE49-F238E27FC236}">
                <a16:creationId xmlns:a16="http://schemas.microsoft.com/office/drawing/2014/main" id="{7B1666FD-2258-443A-846C-6C7533C61D5C}"/>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4281805957"/>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descr="Content text frame">
            <a:extLst>
              <a:ext uri="{FF2B5EF4-FFF2-40B4-BE49-F238E27FC236}">
                <a16:creationId xmlns:a16="http://schemas.microsoft.com/office/drawing/2014/main" id="{9CE7E2D8-94E8-4FE6-93A5-924CA3EC5315}"/>
              </a:ext>
            </a:extLst>
          </p:cNvPr>
          <p:cNvSpPr>
            <a:spLocks noGrp="1"/>
          </p:cNvSpPr>
          <p:nvPr>
            <p:ph idx="1" hasCustomPrompt="1"/>
          </p:nvPr>
        </p:nvSpPr>
        <p:spPr bwMode="black">
          <a:xfrm>
            <a:off x="411162" y="1414800"/>
            <a:ext cx="11376026"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7367E6C0-4D2C-4C5F-86D8-A2CFF0EB3D6A}"/>
              </a:ext>
            </a:extLst>
          </p:cNvPr>
          <p:cNvSpPr>
            <a:spLocks noGrp="1"/>
          </p:cNvSpPr>
          <p:nvPr>
            <p:ph type="ftr" sz="quarter" idx="10"/>
          </p:nvPr>
        </p:nvSpPr>
        <p:spPr bwMode="black"/>
        <p:txBody>
          <a:bodyPr/>
          <a:lstStyle/>
          <a:p>
            <a:pPr>
              <a:lnSpc>
                <a:spcPct val="100000"/>
              </a:lnSpc>
            </a:pPr>
            <a:r>
              <a:rPr lang="en-US" noProof="0"/>
              <a:t>Unrestricted | © Siemens 2024 | November 2024</a:t>
            </a:r>
          </a:p>
        </p:txBody>
      </p:sp>
      <p:sp>
        <p:nvSpPr>
          <p:cNvPr id="6" name="Slide Number Placeholder">
            <a:extLst>
              <a:ext uri="{FF2B5EF4-FFF2-40B4-BE49-F238E27FC236}">
                <a16:creationId xmlns:a16="http://schemas.microsoft.com/office/drawing/2014/main" id="{6F746812-65E3-4C09-AC38-B0CFE93C8A95}"/>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499080422"/>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hasCustomPrompt="1"/>
          </p:nvPr>
        </p:nvSpPr>
        <p:spPr bwMode="black">
          <a:xfrm>
            <a:off x="411162" y="1414800"/>
            <a:ext cx="5470526"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6315075" y="1414800"/>
            <a:ext cx="5465763"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33A503D1-D234-4258-9A03-D858B10BA46D}"/>
              </a:ext>
            </a:extLst>
          </p:cNvPr>
          <p:cNvSpPr>
            <a:spLocks noGrp="1"/>
          </p:cNvSpPr>
          <p:nvPr>
            <p:ph type="ftr" sz="quarter" idx="10"/>
          </p:nvPr>
        </p:nvSpPr>
        <p:spPr bwMode="black"/>
        <p:txBody>
          <a:bodyPr/>
          <a:lstStyle/>
          <a:p>
            <a:pPr>
              <a:lnSpc>
                <a:spcPct val="100000"/>
              </a:lnSpc>
            </a:pPr>
            <a:r>
              <a:rPr lang="en-US" noProof="0"/>
              <a:t>Unrestricted | © Siemens 2024 | November 2024</a:t>
            </a:r>
          </a:p>
        </p:txBody>
      </p:sp>
      <p:sp>
        <p:nvSpPr>
          <p:cNvPr id="7" name="Slide Number Placeholder">
            <a:extLst>
              <a:ext uri="{FF2B5EF4-FFF2-40B4-BE49-F238E27FC236}">
                <a16:creationId xmlns:a16="http://schemas.microsoft.com/office/drawing/2014/main" id="{21AA656B-0BAF-4B75-90BE-93CAC5946C0B}"/>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486314936"/>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hasCustomPrompt="1"/>
          </p:nvPr>
        </p:nvSpPr>
        <p:spPr bwMode="black">
          <a:xfrm>
            <a:off x="411162" y="1414800"/>
            <a:ext cx="3600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4" name="Copy 2"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4298400" y="1414800"/>
            <a:ext cx="3600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9" name="Copy 3" descr="Content text frame">
            <a:extLst>
              <a:ext uri="{FF2B5EF4-FFF2-40B4-BE49-F238E27FC236}">
                <a16:creationId xmlns:a16="http://schemas.microsoft.com/office/drawing/2014/main" id="{F020B491-E63A-4FB5-94ED-2BC31EB35C33}"/>
              </a:ext>
            </a:extLst>
          </p:cNvPr>
          <p:cNvSpPr>
            <a:spLocks noGrp="1"/>
          </p:cNvSpPr>
          <p:nvPr>
            <p:ph sz="half" idx="12" hasCustomPrompt="1"/>
          </p:nvPr>
        </p:nvSpPr>
        <p:spPr bwMode="black">
          <a:xfrm>
            <a:off x="8186400" y="1414800"/>
            <a:ext cx="3600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E613FA68-C74A-4621-9563-250388EBCC8B}"/>
              </a:ext>
            </a:extLst>
          </p:cNvPr>
          <p:cNvSpPr>
            <a:spLocks noGrp="1"/>
          </p:cNvSpPr>
          <p:nvPr>
            <p:ph type="ftr" sz="quarter" idx="13"/>
          </p:nvPr>
        </p:nvSpPr>
        <p:spPr bwMode="black"/>
        <p:txBody>
          <a:bodyPr/>
          <a:lstStyle/>
          <a:p>
            <a:pPr>
              <a:lnSpc>
                <a:spcPct val="100000"/>
              </a:lnSpc>
            </a:pPr>
            <a:r>
              <a:rPr lang="en-US" noProof="0"/>
              <a:t>Unrestricted | © Siemens 2024 | November 2024</a:t>
            </a:r>
          </a:p>
        </p:txBody>
      </p:sp>
      <p:sp>
        <p:nvSpPr>
          <p:cNvPr id="7" name="Slide Number Placeholder">
            <a:extLst>
              <a:ext uri="{FF2B5EF4-FFF2-40B4-BE49-F238E27FC236}">
                <a16:creationId xmlns:a16="http://schemas.microsoft.com/office/drawing/2014/main" id="{F9117D9C-D502-472C-A3C8-FA9087A2EDCE}"/>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091140326"/>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sp>
        <p:nvSpPr>
          <p:cNvPr id="8" name="Title" descr="Slide headline">
            <a:extLst>
              <a:ext uri="{FF2B5EF4-FFF2-40B4-BE49-F238E27FC236}">
                <a16:creationId xmlns:a16="http://schemas.microsoft.com/office/drawing/2014/main" id="{39939C22-A735-46A9-A277-A4B1B330F31C}"/>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A8B1D58A-DC84-4573-957E-9BEA9AAB308E}"/>
              </a:ext>
            </a:extLst>
          </p:cNvPr>
          <p:cNvSpPr>
            <a:spLocks noGrp="1"/>
          </p:cNvSpPr>
          <p:nvPr>
            <p:ph sz="half" idx="1" hasCustomPrompt="1"/>
          </p:nvPr>
        </p:nvSpPr>
        <p:spPr bwMode="black">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9" name="Copy 2" descr="Content text frame">
            <a:extLst>
              <a:ext uri="{FF2B5EF4-FFF2-40B4-BE49-F238E27FC236}">
                <a16:creationId xmlns:a16="http://schemas.microsoft.com/office/drawing/2014/main" id="{2871E7F7-6A93-4406-8617-80D9CFF396A8}"/>
              </a:ext>
            </a:extLst>
          </p:cNvPr>
          <p:cNvSpPr>
            <a:spLocks noGrp="1"/>
          </p:cNvSpPr>
          <p:nvPr>
            <p:ph sz="half" idx="12" hasCustomPrompt="1"/>
          </p:nvPr>
        </p:nvSpPr>
        <p:spPr bwMode="black">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4" name="Copy 3"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2" name="Copy 4" descr="Content text frame">
            <a:extLst>
              <a:ext uri="{FF2B5EF4-FFF2-40B4-BE49-F238E27FC236}">
                <a16:creationId xmlns:a16="http://schemas.microsoft.com/office/drawing/2014/main" id="{7AD3B9B1-3210-46C8-8222-A0E11719EB88}"/>
              </a:ext>
            </a:extLst>
          </p:cNvPr>
          <p:cNvSpPr>
            <a:spLocks noGrp="1"/>
          </p:cNvSpPr>
          <p:nvPr>
            <p:ph sz="half" idx="13" hasCustomPrompt="1"/>
          </p:nvPr>
        </p:nvSpPr>
        <p:spPr bwMode="black">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10" name="Siemens Logo" descr="Siemens logo">
            <a:extLst>
              <a:ext uri="{FF2B5EF4-FFF2-40B4-BE49-F238E27FC236}">
                <a16:creationId xmlns:a16="http://schemas.microsoft.com/office/drawing/2014/main" id="{6FCACBED-2537-4F3E-8D2C-E60141005364}"/>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1DF6F0C8-00D9-4034-B3CC-D376702BE1C8}"/>
              </a:ext>
            </a:extLst>
          </p:cNvPr>
          <p:cNvSpPr>
            <a:spLocks noGrp="1"/>
          </p:cNvSpPr>
          <p:nvPr>
            <p:ph type="ftr" sz="quarter" idx="14"/>
          </p:nvPr>
        </p:nvSpPr>
        <p:spPr bwMode="black"/>
        <p:txBody>
          <a:bodyPr/>
          <a:lstStyle/>
          <a:p>
            <a:pPr>
              <a:lnSpc>
                <a:spcPct val="100000"/>
              </a:lnSpc>
            </a:pPr>
            <a:r>
              <a:rPr lang="en-US" noProof="0"/>
              <a:t>Unrestricted | © Siemens 2024 | November 2024</a:t>
            </a:r>
          </a:p>
        </p:txBody>
      </p:sp>
      <p:sp>
        <p:nvSpPr>
          <p:cNvPr id="7" name="Slide Number Placeholder">
            <a:extLst>
              <a:ext uri="{FF2B5EF4-FFF2-40B4-BE49-F238E27FC236}">
                <a16:creationId xmlns:a16="http://schemas.microsoft.com/office/drawing/2014/main" id="{53D55964-F7E8-48E3-84D5-FE4FE835C563}"/>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46290321"/>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wo columns (Spotlight)">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E568133C-15D2-4F33-802E-DF15E7891829}"/>
              </a:ext>
            </a:extLst>
          </p:cNvPr>
          <p:cNvSpPr>
            <a:spLocks noGrp="1"/>
          </p:cNvSpPr>
          <p:nvPr>
            <p:ph type="title" hasCustomPrompt="1"/>
          </p:nvPr>
        </p:nvSpPr>
        <p:spPr bwMode="black"/>
        <p:txBody>
          <a:bodyPr/>
          <a:lstStyle/>
          <a:p>
            <a:r>
              <a:rPr lang="en-US" noProof="0" err="1"/>
              <a:t>Titelformat</a:t>
            </a:r>
            <a:r>
              <a:rPr lang="en-US" noProof="0"/>
              <a:t> </a:t>
            </a:r>
            <a:r>
              <a:rPr lang="en-US" noProof="0" err="1"/>
              <a:t>bearbeiten</a:t>
            </a:r>
            <a:endParaRPr lang="en-US" noProof="0"/>
          </a:p>
        </p:txBody>
      </p:sp>
      <p:sp>
        <p:nvSpPr>
          <p:cNvPr id="7" name="Picture Placeholder" descr="Thematic picture – please describe further">
            <a:extLst>
              <a:ext uri="{FF2B5EF4-FFF2-40B4-BE49-F238E27FC236}">
                <a16:creationId xmlns:a16="http://schemas.microsoft.com/office/drawing/2014/main" id="{90866A30-329B-420B-B42B-2C69E0DE6D9B}"/>
              </a:ext>
            </a:extLst>
          </p:cNvPr>
          <p:cNvSpPr>
            <a:spLocks noGrp="1"/>
          </p:cNvSpPr>
          <p:nvPr>
            <p:ph type="pic" sz="quarter" idx="12" hasCustomPrompt="1"/>
          </p:nvPr>
        </p:nvSpPr>
        <p:spPr bwMode="ltGray">
          <a:xfrm>
            <a:off x="411161" y="1414800"/>
            <a:ext cx="7199313" cy="4752000"/>
          </a:xfrm>
          <a:solidFill>
            <a:srgbClr val="9999A9"/>
          </a:solidFill>
        </p:spPr>
        <p:txBody>
          <a:bodyPr lIns="144000" tIns="108000" rIns="144000" bIns="108000">
            <a:noAutofit/>
          </a:bodyPr>
          <a:lstStyle/>
          <a:p>
            <a:r>
              <a:rPr lang="en-US" noProof="0" err="1"/>
              <a:t>Thematisches</a:t>
            </a:r>
            <a:r>
              <a:rPr lang="en-US" noProof="0"/>
              <a:t> Bild</a:t>
            </a:r>
          </a:p>
        </p:txBody>
      </p:sp>
      <p:sp>
        <p:nvSpPr>
          <p:cNvPr id="4" name="Copy" descr="Content text frame">
            <a:extLst>
              <a:ext uri="{FF2B5EF4-FFF2-40B4-BE49-F238E27FC236}">
                <a16:creationId xmlns:a16="http://schemas.microsoft.com/office/drawing/2014/main" id="{BF3FF41E-3844-4153-B955-A1F3E9EC1D30}"/>
              </a:ext>
            </a:extLst>
          </p:cNvPr>
          <p:cNvSpPr>
            <a:spLocks noGrp="1"/>
          </p:cNvSpPr>
          <p:nvPr>
            <p:ph sz="half" idx="2" hasCustomPrompt="1"/>
          </p:nvPr>
        </p:nvSpPr>
        <p:spPr bwMode="black">
          <a:xfrm>
            <a:off x="8043189" y="1414800"/>
            <a:ext cx="3744000" cy="4752000"/>
          </a:xfrm>
          <a:prstGeom prst="rect">
            <a:avLst/>
          </a:prstGeom>
        </p:spPr>
        <p:txBody>
          <a:bodyPr>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F468BE17-5D03-45C2-9D37-CF354AAA9589}"/>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33756E69-CA2F-47EC-9D32-CB09C4CD83F1}"/>
              </a:ext>
            </a:extLst>
          </p:cNvPr>
          <p:cNvSpPr>
            <a:spLocks noGrp="1"/>
          </p:cNvSpPr>
          <p:nvPr>
            <p:ph type="ftr" sz="quarter" idx="13"/>
          </p:nvPr>
        </p:nvSpPr>
        <p:spPr bwMode="black"/>
        <p:txBody>
          <a:bodyPr/>
          <a:lstStyle/>
          <a:p>
            <a:pPr>
              <a:lnSpc>
                <a:spcPct val="100000"/>
              </a:lnSpc>
            </a:pPr>
            <a:r>
              <a:rPr lang="en-US" noProof="0"/>
              <a:t>Unrestricted | © Siemens 2024 | November 2024</a:t>
            </a:r>
          </a:p>
        </p:txBody>
      </p:sp>
      <p:sp>
        <p:nvSpPr>
          <p:cNvPr id="5" name="Slide Number Placeholder">
            <a:extLst>
              <a:ext uri="{FF2B5EF4-FFF2-40B4-BE49-F238E27FC236}">
                <a16:creationId xmlns:a16="http://schemas.microsoft.com/office/drawing/2014/main" id="{95022CCB-0484-488B-8637-222C3919B0F7}"/>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33969246"/>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One table (large)">
    <p:spTree>
      <p:nvGrpSpPr>
        <p:cNvPr id="1" name=""/>
        <p:cNvGrpSpPr/>
        <p:nvPr/>
      </p:nvGrpSpPr>
      <p:grpSpPr>
        <a:xfrm>
          <a:off x="0" y="0"/>
          <a:ext cx="0" cy="0"/>
          <a:chOff x="0" y="0"/>
          <a:chExt cx="0" cy="0"/>
        </a:xfrm>
      </p:grpSpPr>
      <p:sp>
        <p:nvSpPr>
          <p:cNvPr id="7" name="Title" descr="Slide headline">
            <a:extLst>
              <a:ext uri="{FF2B5EF4-FFF2-40B4-BE49-F238E27FC236}">
                <a16:creationId xmlns:a16="http://schemas.microsoft.com/office/drawing/2014/main" id="{9C4633C1-8D3E-45A5-A522-817574663A85}"/>
              </a:ext>
            </a:extLst>
          </p:cNvPr>
          <p:cNvSpPr>
            <a:spLocks noGrp="1"/>
          </p:cNvSpPr>
          <p:nvPr>
            <p:ph type="title" hasCustomPrompt="1"/>
          </p:nvPr>
        </p:nvSpPr>
        <p:spPr bwMode="black"/>
        <p:txBody>
          <a:bodyPr/>
          <a:lstStyle>
            <a:lvl1pPr>
              <a:defRPr>
                <a:solidFill>
                  <a:schemeClr val="accent1"/>
                </a:solidFill>
              </a:defRPr>
            </a:lvl1pPr>
          </a:lstStyle>
          <a:p>
            <a:r>
              <a:rPr lang="en-US" noProof="0" err="1"/>
              <a:t>Titelformat</a:t>
            </a:r>
            <a:r>
              <a:rPr lang="en-US" noProof="0"/>
              <a:t> </a:t>
            </a:r>
            <a:r>
              <a:rPr lang="en-US" noProof="0" err="1"/>
              <a:t>bearbeiten</a:t>
            </a:r>
            <a:endParaRPr lang="en-US" noProof="0"/>
          </a:p>
        </p:txBody>
      </p:sp>
      <p:sp>
        <p:nvSpPr>
          <p:cNvPr id="6" name="Table Placeholder" descr="Content table  frame">
            <a:extLst>
              <a:ext uri="{FF2B5EF4-FFF2-40B4-BE49-F238E27FC236}">
                <a16:creationId xmlns:a16="http://schemas.microsoft.com/office/drawing/2014/main" id="{D41D1FE0-EDDA-47B8-BF1F-831D4733C32A}"/>
              </a:ext>
            </a:extLst>
          </p:cNvPr>
          <p:cNvSpPr>
            <a:spLocks noGrp="1"/>
          </p:cNvSpPr>
          <p:nvPr>
            <p:ph type="tbl" sz="quarter" idx="12"/>
          </p:nvPr>
        </p:nvSpPr>
        <p:spPr bwMode="black">
          <a:xfrm>
            <a:off x="404812" y="1414461"/>
            <a:ext cx="11376026" cy="4392000"/>
          </a:xfrm>
        </p:spPr>
        <p:txBody>
          <a:bodyPr/>
          <a:lstStyle/>
          <a:p>
            <a:r>
              <a:rPr lang="en-US" noProof="0"/>
              <a:t>Click icon to add table</a:t>
            </a:r>
          </a:p>
        </p:txBody>
      </p:sp>
      <p:pic>
        <p:nvPicPr>
          <p:cNvPr id="9" name="Siemens Logo" descr="Siemens logo">
            <a:extLst>
              <a:ext uri="{FF2B5EF4-FFF2-40B4-BE49-F238E27FC236}">
                <a16:creationId xmlns:a16="http://schemas.microsoft.com/office/drawing/2014/main" id="{2EA6CE5F-6FF7-4E0A-AEB2-1A7C43CE05C1}"/>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3" name="Footer Placeholder" descr="Footer with copyright, author and department information, and date">
            <a:extLst>
              <a:ext uri="{FF2B5EF4-FFF2-40B4-BE49-F238E27FC236}">
                <a16:creationId xmlns:a16="http://schemas.microsoft.com/office/drawing/2014/main" id="{9CEA2FAD-1597-4F5C-878D-02CB854024F3}"/>
              </a:ext>
            </a:extLst>
          </p:cNvPr>
          <p:cNvSpPr>
            <a:spLocks noGrp="1"/>
          </p:cNvSpPr>
          <p:nvPr>
            <p:ph type="ftr" sz="quarter" idx="13"/>
          </p:nvPr>
        </p:nvSpPr>
        <p:spPr bwMode="black"/>
        <p:txBody>
          <a:bodyPr/>
          <a:lstStyle/>
          <a:p>
            <a:pPr>
              <a:lnSpc>
                <a:spcPct val="100000"/>
              </a:lnSpc>
            </a:pPr>
            <a:r>
              <a:rPr lang="en-US" noProof="0"/>
              <a:t>Unrestricted | © Siemens 2024 | November 2024</a:t>
            </a:r>
          </a:p>
        </p:txBody>
      </p:sp>
      <p:sp>
        <p:nvSpPr>
          <p:cNvPr id="5" name="Slide Number Placeholder">
            <a:extLst>
              <a:ext uri="{FF2B5EF4-FFF2-40B4-BE49-F238E27FC236}">
                <a16:creationId xmlns:a16="http://schemas.microsoft.com/office/drawing/2014/main" id="{CE0A22CB-5E69-4817-B713-C02B97CF6B91}"/>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3310998339"/>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2"/>
      </p:bgRef>
    </p:bg>
    <p:spTree>
      <p:nvGrpSpPr>
        <p:cNvPr id="1" name=""/>
        <p:cNvGrpSpPr/>
        <p:nvPr/>
      </p:nvGrpSpPr>
      <p:grpSpPr>
        <a:xfrm>
          <a:off x="0" y="0"/>
          <a:ext cx="0" cy="0"/>
          <a:chOff x="0" y="0"/>
          <a:chExt cx="0" cy="0"/>
        </a:xfrm>
      </p:grpSpPr>
      <p:sp>
        <p:nvSpPr>
          <p:cNvPr id="5" name="Title" descr="Slide headline">
            <a:extLst>
              <a:ext uri="{FF2B5EF4-FFF2-40B4-BE49-F238E27FC236}">
                <a16:creationId xmlns:a16="http://schemas.microsoft.com/office/drawing/2014/main" id="{9F2A455C-53B1-4792-8EA9-F00926C48E39}"/>
              </a:ext>
            </a:extLst>
          </p:cNvPr>
          <p:cNvSpPr>
            <a:spLocks noGrp="1"/>
          </p:cNvSpPr>
          <p:nvPr>
            <p:ph type="title" hasCustomPrompt="1"/>
          </p:nvPr>
        </p:nvSpPr>
        <p:spPr bwMode="black"/>
        <p:txBody>
          <a:bodyPr/>
          <a:lstStyle>
            <a:lvl1pPr>
              <a:defRPr>
                <a:solidFill>
                  <a:schemeClr val="tx1"/>
                </a:solidFill>
              </a:defRPr>
            </a:lvl1pPr>
          </a:lstStyle>
          <a:p>
            <a:r>
              <a:rPr lang="en-US" noProof="0" err="1"/>
              <a:t>Titelformat</a:t>
            </a:r>
            <a:r>
              <a:rPr lang="en-US" noProof="0"/>
              <a:t> </a:t>
            </a:r>
            <a:r>
              <a:rPr lang="en-US" noProof="0" err="1"/>
              <a:t>bearbeiten</a:t>
            </a:r>
            <a:endParaRPr lang="en-US" noProof="0"/>
          </a:p>
        </p:txBody>
      </p:sp>
      <p:sp>
        <p:nvSpPr>
          <p:cNvPr id="3" name="Copy 1" descr="Content text frame">
            <a:extLst>
              <a:ext uri="{FF2B5EF4-FFF2-40B4-BE49-F238E27FC236}">
                <a16:creationId xmlns:a16="http://schemas.microsoft.com/office/drawing/2014/main" id="{9CE7E2D8-94E8-4FE6-93A5-924CA3EC5315}"/>
              </a:ext>
            </a:extLst>
          </p:cNvPr>
          <p:cNvSpPr>
            <a:spLocks noGrp="1"/>
          </p:cNvSpPr>
          <p:nvPr>
            <p:ph idx="1" hasCustomPrompt="1"/>
          </p:nvPr>
        </p:nvSpPr>
        <p:spPr bwMode="black">
          <a:xfrm>
            <a:off x="411162" y="1414462"/>
            <a:ext cx="3600000" cy="4392000"/>
          </a:xfrm>
          <a:prstGeom prst="rect">
            <a:avLst/>
          </a:prstGeom>
          <a:ln w="19050">
            <a:solidFill>
              <a:schemeClr val="accent1"/>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1" name="Copy 2" descr="Content text frame">
            <a:extLst>
              <a:ext uri="{FF2B5EF4-FFF2-40B4-BE49-F238E27FC236}">
                <a16:creationId xmlns:a16="http://schemas.microsoft.com/office/drawing/2014/main" id="{3AC3CE10-0C4B-4A11-BA76-8CAFED13661C}"/>
              </a:ext>
            </a:extLst>
          </p:cNvPr>
          <p:cNvSpPr>
            <a:spLocks noGrp="1"/>
          </p:cNvSpPr>
          <p:nvPr>
            <p:ph idx="13" hasCustomPrompt="1"/>
          </p:nvPr>
        </p:nvSpPr>
        <p:spPr bwMode="black">
          <a:xfrm>
            <a:off x="4299176" y="1414462"/>
            <a:ext cx="3600000" cy="4392000"/>
          </a:xfrm>
          <a:prstGeom prst="rect">
            <a:avLst/>
          </a:prstGeom>
          <a:ln w="19050">
            <a:solidFill>
              <a:schemeClr val="accent1"/>
            </a:solidFill>
          </a:ln>
        </p:spPr>
        <p:txBody>
          <a:bodyPr lIns="216000" tIns="144000" rIns="216000" bIns="144000">
            <a:noAutofit/>
          </a:bodyPr>
          <a:lstStyle>
            <a:lvl1pPr>
              <a:defRPr>
                <a:ln>
                  <a:noFill/>
                </a:ln>
              </a:defRPr>
            </a:lvl1pPr>
            <a:lvl2pPr>
              <a:buClr>
                <a:schemeClr val="tx1"/>
              </a:buClr>
              <a:defRPr>
                <a:ln>
                  <a:noFill/>
                </a:ln>
              </a:defRPr>
            </a:lvl2pPr>
            <a:lvl3pPr>
              <a:buClr>
                <a:schemeClr val="tx1"/>
              </a:buClr>
              <a:defRPr>
                <a:ln>
                  <a:noFill/>
                </a:ln>
              </a:defRPr>
            </a:lvl3pPr>
            <a:lvl4pPr>
              <a:buClr>
                <a:schemeClr val="tx1"/>
              </a:buClr>
              <a:defRPr>
                <a:ln>
                  <a:noFill/>
                </a:ln>
              </a:defRPr>
            </a:lvl4pPr>
            <a:lvl5pPr>
              <a:buClr>
                <a:schemeClr val="tx1"/>
              </a:buClr>
              <a:defRPr>
                <a:ln>
                  <a:noFill/>
                </a:ln>
              </a:defRPr>
            </a:lvl5pPr>
            <a:lvl6pPr>
              <a:buClr>
                <a:schemeClr val="tx1"/>
              </a:buClr>
              <a:defRPr>
                <a:ln>
                  <a:noFill/>
                </a:ln>
              </a:defRPr>
            </a:lvl6pPr>
            <a:lvl7pPr>
              <a:buClr>
                <a:schemeClr val="tx1"/>
              </a:buClr>
              <a:defRPr>
                <a:ln>
                  <a:noFill/>
                </a:ln>
              </a:defRPr>
            </a:lvl7pPr>
            <a:lvl8pPr>
              <a:buClr>
                <a:schemeClr val="tx1"/>
              </a:buClr>
              <a:defRPr>
                <a:ln>
                  <a:noFill/>
                </a:ln>
              </a:defRPr>
            </a:lvl8pPr>
            <a:lvl9pPr>
              <a:buClr>
                <a:schemeClr val="tx1"/>
              </a:buClr>
              <a:defRPr>
                <a:ln>
                  <a:noFill/>
                </a:ln>
              </a:defRPr>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10" name="Copy 3" descr="Content text frame (highlight)">
            <a:extLst>
              <a:ext uri="{FF2B5EF4-FFF2-40B4-BE49-F238E27FC236}">
                <a16:creationId xmlns:a16="http://schemas.microsoft.com/office/drawing/2014/main" id="{E840DCCC-8E77-40B8-B94B-A4D3A4D77826}"/>
              </a:ext>
            </a:extLst>
          </p:cNvPr>
          <p:cNvSpPr>
            <a:spLocks noGrp="1"/>
          </p:cNvSpPr>
          <p:nvPr>
            <p:ph idx="12" hasCustomPrompt="1"/>
          </p:nvPr>
        </p:nvSpPr>
        <p:spPr bwMode="blackWhite">
          <a:xfrm>
            <a:off x="8187189" y="1414462"/>
            <a:ext cx="3600000" cy="4392000"/>
          </a:xfrm>
          <a:prstGeom prst="rect">
            <a:avLst/>
          </a:prstGeom>
          <a:solidFill>
            <a:schemeClr val="accent1"/>
          </a:solidFill>
          <a:ln w="19050">
            <a:solidFill>
              <a:srgbClr val="009999"/>
            </a:solidFill>
          </a:ln>
        </p:spPr>
        <p:txBody>
          <a:bodyPr lIns="216000" tIns="144000" rIns="216000" bIns="144000">
            <a:noAutofit/>
          </a:bodyPr>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vl6pPr>
              <a:buClr>
                <a:schemeClr val="tx1"/>
              </a:buClr>
              <a:defRPr>
                <a:solidFill>
                  <a:schemeClr val="tx1"/>
                </a:solidFill>
              </a:defRPr>
            </a:lvl6pPr>
            <a:lvl7pPr>
              <a:buClr>
                <a:schemeClr val="tx1"/>
              </a:buClr>
              <a:defRPr>
                <a:solidFill>
                  <a:schemeClr val="tx1"/>
                </a:solidFill>
              </a:defRPr>
            </a:lvl7pPr>
            <a:lvl8pPr>
              <a:buClr>
                <a:schemeClr val="tx1"/>
              </a:buClr>
              <a:defRPr>
                <a:solidFill>
                  <a:schemeClr val="tx1"/>
                </a:solidFill>
              </a:defRPr>
            </a:lvl8pPr>
            <a:lvl9pPr>
              <a:buClr>
                <a:schemeClr val="tx1"/>
              </a:buClr>
              <a:defRPr>
                <a:solidFill>
                  <a:schemeClr val="tx1"/>
                </a:solidFill>
              </a:defRPr>
            </a:lvl9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pic>
        <p:nvPicPr>
          <p:cNvPr id="9" name="Siemens Logo" descr="Siemens logo">
            <a:extLst>
              <a:ext uri="{FF2B5EF4-FFF2-40B4-BE49-F238E27FC236}">
                <a16:creationId xmlns:a16="http://schemas.microsoft.com/office/drawing/2014/main" id="{E5DDD55C-5C17-4BCD-A9BB-FE8A69DC48DE}"/>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6" name="Footer Placeholder" descr="Footer with copyright, author and department information, and date">
            <a:extLst>
              <a:ext uri="{FF2B5EF4-FFF2-40B4-BE49-F238E27FC236}">
                <a16:creationId xmlns:a16="http://schemas.microsoft.com/office/drawing/2014/main" id="{91FCCEDD-7521-4BD5-8A32-A62DA6246709}"/>
              </a:ext>
            </a:extLst>
          </p:cNvPr>
          <p:cNvSpPr>
            <a:spLocks noGrp="1"/>
          </p:cNvSpPr>
          <p:nvPr>
            <p:ph type="ftr" sz="quarter" idx="14"/>
          </p:nvPr>
        </p:nvSpPr>
        <p:spPr bwMode="black"/>
        <p:txBody>
          <a:bodyPr/>
          <a:lstStyle/>
          <a:p>
            <a:pPr>
              <a:lnSpc>
                <a:spcPct val="100000"/>
              </a:lnSpc>
            </a:pPr>
            <a:r>
              <a:rPr lang="en-US" noProof="0"/>
              <a:t>Unrestricted | © Siemens 2024 | November 2024</a:t>
            </a:r>
          </a:p>
        </p:txBody>
      </p:sp>
      <p:sp>
        <p:nvSpPr>
          <p:cNvPr id="7" name="Slide Number Placeholder">
            <a:extLst>
              <a:ext uri="{FF2B5EF4-FFF2-40B4-BE49-F238E27FC236}">
                <a16:creationId xmlns:a16="http://schemas.microsoft.com/office/drawing/2014/main" id="{DC2AAE3E-7F56-4838-BCE7-6B966549F4DA}"/>
              </a:ext>
              <a:ext uri="{C183D7F6-B498-43B3-948B-1728B52AA6E4}">
                <adec:decorative xmlns:adec="http://schemas.microsoft.com/office/drawing/2017/decorative" val="1"/>
              </a:ext>
            </a:extLst>
          </p:cNvPr>
          <p:cNvSpPr>
            <a:spLocks noGrp="1"/>
          </p:cNvSpPr>
          <p:nvPr>
            <p:ph type="sldNum" sz="quarter" idx="15"/>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7410540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0B813CE-4DD6-4EAD-800B-047C0542F19B}"/>
              </a:ext>
            </a:extLst>
          </p:cNvPr>
          <p:cNvSpPr>
            <a:spLocks noGrp="1"/>
          </p:cNvSpPr>
          <p:nvPr>
            <p:ph type="title" hasCustomPrompt="1"/>
          </p:nvPr>
        </p:nvSpPr>
        <p:spPr>
          <a:xfrm>
            <a:off x="410400" y="-540000"/>
            <a:ext cx="9863997" cy="360000"/>
          </a:xfrm>
        </p:spPr>
        <p:txBody>
          <a:bodyPr/>
          <a:lstStyle>
            <a:lvl1pPr>
              <a:defRPr b="0">
                <a:solidFill>
                  <a:schemeClr val="accent1">
                    <a:alpha val="0"/>
                  </a:schemeClr>
                </a:solidFill>
              </a:defRPr>
            </a:lvl1pPr>
          </a:lstStyle>
          <a:p>
            <a:r>
              <a:rPr lang="en-US" noProof="0" err="1"/>
              <a:t>Titelformat</a:t>
            </a:r>
            <a:r>
              <a:rPr lang="en-US" noProof="0"/>
              <a:t> </a:t>
            </a:r>
            <a:r>
              <a:rPr lang="en-US" noProof="0" err="1"/>
              <a:t>bearbeiten</a:t>
            </a:r>
            <a:endParaRPr lang="en-US" noProof="0"/>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noProof="0"/>
              <a:t>Bitte </a:t>
            </a:r>
            <a:r>
              <a:rPr lang="en-US" noProof="0" err="1"/>
              <a:t>hier</a:t>
            </a:r>
            <a:r>
              <a:rPr lang="en-US" noProof="0"/>
              <a:t> das </a:t>
            </a:r>
            <a:r>
              <a:rPr lang="en-US" noProof="0" err="1"/>
              <a:t>Zitat</a:t>
            </a:r>
            <a:r>
              <a:rPr lang="en-US" noProof="0"/>
              <a:t> </a:t>
            </a:r>
            <a:r>
              <a:rPr lang="en-US" noProof="0" err="1"/>
              <a:t>einfügen</a:t>
            </a:r>
            <a:r>
              <a:rPr lang="en-US" noProof="0"/>
              <a:t>.</a:t>
            </a:r>
          </a:p>
          <a:p>
            <a:pPr lvl="1"/>
            <a:r>
              <a:rPr lang="en-US" noProof="0"/>
              <a:t>Name, Autor</a:t>
            </a:r>
          </a:p>
        </p:txBody>
      </p:sp>
      <p:sp>
        <p:nvSpPr>
          <p:cNvPr id="11" name="Quote marks">
            <a:extLst>
              <a:ext uri="{FF2B5EF4-FFF2-40B4-BE49-F238E27FC236}">
                <a16:creationId xmlns:a16="http://schemas.microsoft.com/office/drawing/2014/main" id="{916E4245-F21C-4EAB-8B26-FEA21C26067F}"/>
              </a:ext>
              <a:ext uri="{C183D7F6-B498-43B3-948B-1728B52AA6E4}">
                <adec:decorative xmlns:adec="http://schemas.microsoft.com/office/drawing/2017/decorative" val="1"/>
              </a:ext>
            </a:extLst>
          </p:cNvPr>
          <p:cNvSpPr/>
          <p:nvPr userDrawn="1"/>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noProof="0"/>
          </a:p>
        </p:txBody>
      </p:sp>
      <p:pic>
        <p:nvPicPr>
          <p:cNvPr id="8" name="Siemens Logo" descr="Siemens logo">
            <a:extLst>
              <a:ext uri="{FF2B5EF4-FFF2-40B4-BE49-F238E27FC236}">
                <a16:creationId xmlns:a16="http://schemas.microsoft.com/office/drawing/2014/main" id="{AF2E271F-5AF7-408E-9752-03D1D6448EA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EC4F35EF-AC94-4800-9CB7-CA49CAFDD249}"/>
              </a:ext>
            </a:extLst>
          </p:cNvPr>
          <p:cNvSpPr>
            <a:spLocks noGrp="1"/>
          </p:cNvSpPr>
          <p:nvPr>
            <p:ph type="ftr" sz="quarter" idx="13"/>
          </p:nvPr>
        </p:nvSpPr>
        <p:spPr bwMode="black"/>
        <p:txBody>
          <a:bodyPr/>
          <a:lstStyle/>
          <a:p>
            <a:pPr>
              <a:lnSpc>
                <a:spcPct val="100000"/>
              </a:lnSpc>
            </a:pPr>
            <a:r>
              <a:rPr lang="en-US" noProof="0"/>
              <a:t>Unrestricted | © Siemens 2024 | November 2024</a:t>
            </a:r>
          </a:p>
        </p:txBody>
      </p:sp>
      <p:sp>
        <p:nvSpPr>
          <p:cNvPr id="3" name="Slide Number Placeholder">
            <a:extLst>
              <a:ext uri="{FF2B5EF4-FFF2-40B4-BE49-F238E27FC236}">
                <a16:creationId xmlns:a16="http://schemas.microsoft.com/office/drawing/2014/main" id="{CCC7FBE7-01B9-4EC8-8BE1-F416F7C5B7AA}"/>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0061680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7" orient="horz" pos="3885">
          <p15:clr>
            <a:srgbClr val="65CEFF"/>
          </p15:clr>
        </p15:guide>
        <p15:guide id="8" orient="horz" pos="4157">
          <p15:clr>
            <a:srgbClr val="65CEFF"/>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Quote light">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3A8C0A65-FABA-4781-9F01-D54558440B31}"/>
              </a:ext>
            </a:extLst>
          </p:cNvPr>
          <p:cNvSpPr>
            <a:spLocks noGrp="1"/>
          </p:cNvSpPr>
          <p:nvPr>
            <p:ph type="title" hasCustomPrompt="1"/>
          </p:nvPr>
        </p:nvSpPr>
        <p:spPr>
          <a:xfrm>
            <a:off x="411162" y="-540000"/>
            <a:ext cx="9863138" cy="360000"/>
          </a:xfrm>
        </p:spPr>
        <p:txBody>
          <a:bodyPr/>
          <a:lstStyle>
            <a:lvl1pPr>
              <a:defRPr b="0">
                <a:solidFill>
                  <a:schemeClr val="accent1">
                    <a:alpha val="0"/>
                  </a:schemeClr>
                </a:solidFill>
              </a:defRPr>
            </a:lvl1pPr>
          </a:lstStyle>
          <a:p>
            <a:r>
              <a:rPr lang="en-US" noProof="0" err="1"/>
              <a:t>Titelformat</a:t>
            </a:r>
            <a:r>
              <a:rPr lang="en-US" noProof="0"/>
              <a:t> </a:t>
            </a:r>
            <a:r>
              <a:rPr lang="en-US" noProof="0" err="1"/>
              <a:t>bearbeiten</a:t>
            </a:r>
            <a:endParaRPr lang="en-US" noProof="0"/>
          </a:p>
        </p:txBody>
      </p:sp>
      <p:sp>
        <p:nvSpPr>
          <p:cNvPr id="7" name="Copy" descr="Quote text frame">
            <a:extLst>
              <a:ext uri="{FF2B5EF4-FFF2-40B4-BE49-F238E27FC236}">
                <a16:creationId xmlns:a16="http://schemas.microsoft.com/office/drawing/2014/main" id="{9E21D6DF-C9DB-4F02-863A-C5513347A27E}"/>
              </a:ext>
            </a:extLst>
          </p:cNvPr>
          <p:cNvSpPr>
            <a:spLocks noGrp="1"/>
          </p:cNvSpPr>
          <p:nvPr>
            <p:ph type="body" sz="quarter" idx="12" hasCustomPrompt="1"/>
          </p:nvPr>
        </p:nvSpPr>
        <p:spPr bwMode="black">
          <a:xfrm>
            <a:off x="1022400" y="1702799"/>
            <a:ext cx="9252760" cy="4104000"/>
          </a:xfrm>
        </p:spPr>
        <p:txBody>
          <a:bodyPr>
            <a:noAutofit/>
          </a:bodyPr>
          <a:lstStyle>
            <a:lvl1pPr marL="0">
              <a:lnSpc>
                <a:spcPct val="110000"/>
              </a:lnSpc>
              <a:spcAft>
                <a:spcPts val="0"/>
              </a:spcAft>
              <a:defRPr sz="4800" b="0">
                <a:solidFill>
                  <a:schemeClr val="tx2"/>
                </a:solidFill>
              </a:defRPr>
            </a:lvl1pPr>
            <a:lvl2pPr marL="36000" indent="0">
              <a:lnSpc>
                <a:spcPct val="110000"/>
              </a:lnSpc>
              <a:spcBef>
                <a:spcPts val="600"/>
              </a:spcBef>
              <a:spcAft>
                <a:spcPts val="0"/>
              </a:spcAft>
              <a:buNone/>
              <a:defRPr sz="1800">
                <a:solidFill>
                  <a:schemeClr val="tx2"/>
                </a:solidFill>
              </a:defRPr>
            </a:lvl2pPr>
            <a:lvl3pPr marL="36000" indent="0">
              <a:lnSpc>
                <a:spcPct val="110000"/>
              </a:lnSpc>
              <a:spcBef>
                <a:spcPts val="600"/>
              </a:spcBef>
              <a:spcAft>
                <a:spcPts val="0"/>
              </a:spcAft>
              <a:buNone/>
              <a:defRPr sz="1800">
                <a:solidFill>
                  <a:schemeClr val="accent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noProof="0"/>
              <a:t>Bitte </a:t>
            </a:r>
            <a:r>
              <a:rPr lang="en-US" noProof="0" err="1"/>
              <a:t>hier</a:t>
            </a:r>
            <a:r>
              <a:rPr lang="en-US" noProof="0"/>
              <a:t> das </a:t>
            </a:r>
            <a:r>
              <a:rPr lang="en-US" noProof="0" err="1"/>
              <a:t>Zitat</a:t>
            </a:r>
            <a:r>
              <a:rPr lang="en-US" noProof="0"/>
              <a:t> </a:t>
            </a:r>
            <a:r>
              <a:rPr lang="en-US" noProof="0" err="1"/>
              <a:t>einfügen</a:t>
            </a:r>
            <a:r>
              <a:rPr lang="en-US" noProof="0"/>
              <a:t>.</a:t>
            </a:r>
          </a:p>
          <a:p>
            <a:pPr lvl="1"/>
            <a:r>
              <a:rPr lang="en-US" noProof="0"/>
              <a:t>Name, Autor</a:t>
            </a:r>
          </a:p>
        </p:txBody>
      </p:sp>
      <p:sp>
        <p:nvSpPr>
          <p:cNvPr id="12" name="Quote marks">
            <a:extLst>
              <a:ext uri="{FF2B5EF4-FFF2-40B4-BE49-F238E27FC236}">
                <a16:creationId xmlns:a16="http://schemas.microsoft.com/office/drawing/2014/main" id="{58EF2AB0-A78A-44C9-9A7D-F20D9ED854E0}"/>
              </a:ext>
              <a:ext uri="{C183D7F6-B498-43B3-948B-1728B52AA6E4}">
                <adec:decorative xmlns:adec="http://schemas.microsoft.com/office/drawing/2017/decorative" val="1"/>
              </a:ext>
            </a:extLst>
          </p:cNvPr>
          <p:cNvSpPr/>
          <p:nvPr/>
        </p:nvSpPr>
        <p:spPr bwMode="ltGray">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15000">
                <a:srgbClr val="00FFB9"/>
              </a:gs>
              <a:gs pos="80000">
                <a:srgbClr val="00E6DC"/>
              </a:gs>
            </a:gsLst>
            <a:lin ang="5400000" scaled="1"/>
          </a:gradFill>
          <a:ln w="61580" cap="flat">
            <a:noFill/>
            <a:prstDash val="solid"/>
            <a:miter/>
          </a:ln>
        </p:spPr>
        <p:txBody>
          <a:bodyPr rtlCol="0" anchor="ctr"/>
          <a:lstStyle/>
          <a:p>
            <a:endParaRPr lang="en-US" noProof="0"/>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6AEDD147-ACC0-4A9C-9043-90612765C0FA}"/>
              </a:ext>
            </a:extLst>
          </p:cNvPr>
          <p:cNvSpPr>
            <a:spLocks noGrp="1"/>
          </p:cNvSpPr>
          <p:nvPr>
            <p:ph type="ftr" sz="quarter" idx="13"/>
          </p:nvPr>
        </p:nvSpPr>
        <p:spPr bwMode="black"/>
        <p:txBody>
          <a:bodyPr/>
          <a:lstStyle/>
          <a:p>
            <a:pPr>
              <a:lnSpc>
                <a:spcPct val="100000"/>
              </a:lnSpc>
            </a:pPr>
            <a:r>
              <a:rPr lang="en-US" noProof="0"/>
              <a:t>Unrestricted | © Siemens 2024 | November 2024</a:t>
            </a:r>
          </a:p>
        </p:txBody>
      </p:sp>
      <p:sp>
        <p:nvSpPr>
          <p:cNvPr id="3" name="Slide Number Placeholder">
            <a:extLst>
              <a:ext uri="{FF2B5EF4-FFF2-40B4-BE49-F238E27FC236}">
                <a16:creationId xmlns:a16="http://schemas.microsoft.com/office/drawing/2014/main" id="{4131F54F-C70B-4435-91E6-F995F83E6C69}"/>
              </a:ext>
              <a:ext uri="{C183D7F6-B498-43B3-948B-1728B52AA6E4}">
                <adec:decorative xmlns:adec="http://schemas.microsoft.com/office/drawing/2017/decorative" val="1"/>
              </a:ext>
            </a:extLst>
          </p:cNvPr>
          <p:cNvSpPr>
            <a:spLocks noGrp="1"/>
          </p:cNvSpPr>
          <p:nvPr>
            <p:ph type="sldNum" sz="quarter" idx="14"/>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309872783"/>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2206">
          <p15:clr>
            <a:srgbClr val="65CEFF"/>
          </p15:clr>
        </p15:guide>
        <p15:guide id="7" orient="horz" pos="2343">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Statement dark">
    <p:bg>
      <p:bgRef idx="1001">
        <a:schemeClr val="bg2"/>
      </p:bgRef>
    </p:bg>
    <p:spTree>
      <p:nvGrpSpPr>
        <p:cNvPr id="1" name=""/>
        <p:cNvGrpSpPr/>
        <p:nvPr/>
      </p:nvGrpSpPr>
      <p:grpSpPr>
        <a:xfrm>
          <a:off x="0" y="0"/>
          <a:ext cx="0" cy="0"/>
          <a:chOff x="0" y="0"/>
          <a:chExt cx="0" cy="0"/>
        </a:xfrm>
      </p:grpSpPr>
      <p:sp>
        <p:nvSpPr>
          <p:cNvPr id="8" name="Title" descr="Statement text frame">
            <a:extLst>
              <a:ext uri="{FF2B5EF4-FFF2-40B4-BE49-F238E27FC236}">
                <a16:creationId xmlns:a16="http://schemas.microsoft.com/office/drawing/2014/main" id="{39939C22-A735-46A9-A277-A4B1B330F31C}"/>
              </a:ext>
            </a:extLst>
          </p:cNvPr>
          <p:cNvSpPr>
            <a:spLocks noGrp="1"/>
          </p:cNvSpPr>
          <p:nvPr>
            <p:ph type="title" hasCustomPrompt="1"/>
          </p:nvPr>
        </p:nvSpPr>
        <p:spPr bwMode="black">
          <a:xfrm>
            <a:off x="986400" y="1270799"/>
            <a:ext cx="10800000" cy="4536000"/>
          </a:xfrm>
        </p:spPr>
        <p:txBody>
          <a:bodyPr lIns="0" tIns="0" rIns="0" bIns="0" anchor="t">
            <a:noAutofit/>
          </a:bodyPr>
          <a:lstStyle>
            <a:lvl1pPr>
              <a:lnSpc>
                <a:spcPct val="90000"/>
              </a:lnSpc>
              <a:defRPr sz="8000" b="0">
                <a:gradFill>
                  <a:gsLst>
                    <a:gs pos="20000">
                      <a:srgbClr val="00FFB9"/>
                    </a:gs>
                    <a:gs pos="70000">
                      <a:srgbClr val="00E6DC"/>
                    </a:gs>
                  </a:gsLst>
                  <a:lin ang="0" scaled="1"/>
                </a:gradFill>
              </a:defRPr>
            </a:lvl1pPr>
          </a:lstStyle>
          <a:p>
            <a:r>
              <a:rPr lang="en-US" noProof="0" err="1"/>
              <a:t>Titelformat</a:t>
            </a:r>
            <a:r>
              <a:rPr lang="en-US" noProof="0"/>
              <a:t> </a:t>
            </a:r>
            <a:r>
              <a:rPr lang="en-US" noProof="0" err="1"/>
              <a:t>durch</a:t>
            </a:r>
            <a:r>
              <a:rPr lang="en-US" noProof="0"/>
              <a:t> </a:t>
            </a:r>
            <a:r>
              <a:rPr lang="en-US" noProof="0" err="1"/>
              <a:t>Klicken</a:t>
            </a:r>
            <a:r>
              <a:rPr lang="en-US" noProof="0"/>
              <a:t> </a:t>
            </a:r>
            <a:r>
              <a:rPr lang="en-US" noProof="0" err="1"/>
              <a:t>bearbeiten</a:t>
            </a:r>
            <a:endParaRPr lang="en-US" noProof="0"/>
          </a:p>
        </p:txBody>
      </p:sp>
      <p:pic>
        <p:nvPicPr>
          <p:cNvPr id="4" name="Siemens Logo" descr="Siemens logo">
            <a:extLst>
              <a:ext uri="{FF2B5EF4-FFF2-40B4-BE49-F238E27FC236}">
                <a16:creationId xmlns:a16="http://schemas.microsoft.com/office/drawing/2014/main" id="{0EF6BB07-4F4E-4859-9572-DA63E35B93A1}"/>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09BD8BE5-BFF2-469D-8B93-9556FCC45CF1}"/>
              </a:ext>
            </a:extLst>
          </p:cNvPr>
          <p:cNvSpPr>
            <a:spLocks noGrp="1"/>
          </p:cNvSpPr>
          <p:nvPr>
            <p:ph type="ftr" sz="quarter" idx="10"/>
          </p:nvPr>
        </p:nvSpPr>
        <p:spPr bwMode="black"/>
        <p:txBody>
          <a:bodyPr/>
          <a:lstStyle/>
          <a:p>
            <a:pPr>
              <a:lnSpc>
                <a:spcPct val="100000"/>
              </a:lnSpc>
            </a:pPr>
            <a:r>
              <a:rPr lang="en-US" noProof="0"/>
              <a:t>Unrestricted | © Siemens 2024 | November 2024</a:t>
            </a:r>
          </a:p>
        </p:txBody>
      </p:sp>
      <p:sp>
        <p:nvSpPr>
          <p:cNvPr id="3" name="Slide Number Placeholder">
            <a:extLst>
              <a:ext uri="{FF2B5EF4-FFF2-40B4-BE49-F238E27FC236}">
                <a16:creationId xmlns:a16="http://schemas.microsoft.com/office/drawing/2014/main" id="{F9372441-FA7E-4481-BBC2-24CB6D3017C8}"/>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1359046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Statement light">
    <p:spTree>
      <p:nvGrpSpPr>
        <p:cNvPr id="1" name=""/>
        <p:cNvGrpSpPr/>
        <p:nvPr/>
      </p:nvGrpSpPr>
      <p:grpSpPr>
        <a:xfrm>
          <a:off x="0" y="0"/>
          <a:ext cx="0" cy="0"/>
          <a:chOff x="0" y="0"/>
          <a:chExt cx="0" cy="0"/>
        </a:xfrm>
      </p:grpSpPr>
      <p:sp>
        <p:nvSpPr>
          <p:cNvPr id="8" name="Title" descr="Statement text frame">
            <a:extLst>
              <a:ext uri="{FF2B5EF4-FFF2-40B4-BE49-F238E27FC236}">
                <a16:creationId xmlns:a16="http://schemas.microsoft.com/office/drawing/2014/main" id="{39939C22-A735-46A9-A277-A4B1B330F31C}"/>
              </a:ext>
            </a:extLst>
          </p:cNvPr>
          <p:cNvSpPr>
            <a:spLocks noGrp="1"/>
          </p:cNvSpPr>
          <p:nvPr>
            <p:ph type="title" hasCustomPrompt="1"/>
          </p:nvPr>
        </p:nvSpPr>
        <p:spPr bwMode="black">
          <a:xfrm>
            <a:off x="986400" y="1271538"/>
            <a:ext cx="10800000" cy="4536000"/>
          </a:xfrm>
        </p:spPr>
        <p:txBody>
          <a:bodyPr lIns="0" tIns="0" rIns="0" bIns="0" anchor="t">
            <a:noAutofit/>
          </a:bodyPr>
          <a:lstStyle>
            <a:lvl1pPr>
              <a:lnSpc>
                <a:spcPct val="90000"/>
              </a:lnSpc>
              <a:defRPr sz="8000" b="0">
                <a:gradFill>
                  <a:gsLst>
                    <a:gs pos="20000">
                      <a:srgbClr val="00FFB9"/>
                    </a:gs>
                    <a:gs pos="70000">
                      <a:srgbClr val="00E6DC"/>
                    </a:gs>
                  </a:gsLst>
                  <a:lin ang="0" scaled="1"/>
                </a:gradFill>
              </a:defRPr>
            </a:lvl1pPr>
          </a:lstStyle>
          <a:p>
            <a:r>
              <a:rPr lang="en-US" noProof="0" err="1"/>
              <a:t>Titelformat</a:t>
            </a:r>
            <a:r>
              <a:rPr lang="en-US" noProof="0"/>
              <a:t> </a:t>
            </a:r>
            <a:r>
              <a:rPr lang="en-US" noProof="0" err="1"/>
              <a:t>durch</a:t>
            </a:r>
            <a:r>
              <a:rPr lang="en-US" noProof="0"/>
              <a:t> </a:t>
            </a:r>
            <a:r>
              <a:rPr lang="en-US" noProof="0" err="1"/>
              <a:t>Klicken</a:t>
            </a:r>
            <a:r>
              <a:rPr lang="en-US" noProof="0"/>
              <a:t> </a:t>
            </a:r>
            <a:r>
              <a:rPr lang="en-US" noProof="0" err="1"/>
              <a:t>bearbeiten</a:t>
            </a:r>
            <a:endParaRPr lang="en-US" noProof="0"/>
          </a:p>
        </p:txBody>
      </p:sp>
      <p:pic>
        <p:nvPicPr>
          <p:cNvPr id="4" name="Siemens Logo" descr="Siemens logo">
            <a:extLst>
              <a:ext uri="{FF2B5EF4-FFF2-40B4-BE49-F238E27FC236}">
                <a16:creationId xmlns:a16="http://schemas.microsoft.com/office/drawing/2014/main" id="{F8D833B7-9866-4D2D-AEB7-012D6DDE2A37}"/>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10635188" y="6418800"/>
            <a:ext cx="1152000" cy="18316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9F9E844-3827-4B6C-9CB5-13C9A70DCD4D}"/>
              </a:ext>
            </a:extLst>
          </p:cNvPr>
          <p:cNvSpPr>
            <a:spLocks noGrp="1"/>
          </p:cNvSpPr>
          <p:nvPr>
            <p:ph type="ftr" sz="quarter" idx="10"/>
          </p:nvPr>
        </p:nvSpPr>
        <p:spPr bwMode="black"/>
        <p:txBody>
          <a:bodyPr/>
          <a:lstStyle/>
          <a:p>
            <a:pPr>
              <a:lnSpc>
                <a:spcPct val="100000"/>
              </a:lnSpc>
            </a:pPr>
            <a:r>
              <a:rPr lang="en-US" noProof="0"/>
              <a:t>Unrestricted | © Siemens 2024 | November 2024</a:t>
            </a:r>
          </a:p>
        </p:txBody>
      </p:sp>
      <p:sp>
        <p:nvSpPr>
          <p:cNvPr id="3" name="Slide Number Placeholder">
            <a:extLst>
              <a:ext uri="{FF2B5EF4-FFF2-40B4-BE49-F238E27FC236}">
                <a16:creationId xmlns:a16="http://schemas.microsoft.com/office/drawing/2014/main" id="{D52C2AF7-8539-453F-BD56-35B696DB207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337603920"/>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descr="Slide headline">
            <a:extLst>
              <a:ext uri="{FF2B5EF4-FFF2-40B4-BE49-F238E27FC236}">
                <a16:creationId xmlns:a16="http://schemas.microsoft.com/office/drawing/2014/main" id="{B29E3DA4-014E-4F3D-8186-84366ADFCB03}"/>
              </a:ext>
            </a:extLst>
          </p:cNvPr>
          <p:cNvSpPr>
            <a:spLocks noGrp="1"/>
          </p:cNvSpPr>
          <p:nvPr>
            <p:ph type="title" hasCustomPrompt="1"/>
          </p:nvPr>
        </p:nvSpPr>
        <p:spPr bwMode="black">
          <a:xfrm>
            <a:off x="1058400" y="1234800"/>
            <a:ext cx="9216000" cy="1162523"/>
          </a:xfrm>
          <a:noFill/>
        </p:spPr>
        <p:txBody>
          <a:bodyPr wrap="square" lIns="0" tIns="54000" rIns="0" bIns="0" anchor="t" anchorCtr="0">
            <a:spAutoFit/>
          </a:bodyPr>
          <a:lstStyle>
            <a:lvl1pPr marL="0">
              <a:defRPr sz="8000">
                <a:solidFill>
                  <a:schemeClr val="tx1"/>
                </a:solidFill>
              </a:defRPr>
            </a:lvl1pPr>
          </a:lstStyle>
          <a:p>
            <a:r>
              <a:rPr lang="en-US" noProof="0" err="1"/>
              <a:t>Kontakt</a:t>
            </a:r>
            <a:endParaRPr lang="en-US" noProof="0"/>
          </a:p>
        </p:txBody>
      </p:sp>
      <p:sp>
        <p:nvSpPr>
          <p:cNvPr id="3" name="Copy" descr="Content text frame">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solidFill>
                  <a:schemeClr val="tx1"/>
                </a:solidFill>
              </a:defRPr>
            </a:lvl2pPr>
            <a:lvl3pPr marL="144000" indent="-144000" algn="l">
              <a:spcAft>
                <a:spcPts val="0"/>
              </a:spcAft>
              <a:buFont typeface="Arial" panose="020B0604020202020204" pitchFamily="34" charset="0"/>
              <a:buChar char="•"/>
              <a:defRPr sz="1400" b="0"/>
            </a:lvl3pPr>
            <a:lvl4pPr marL="0" indent="0" algn="l">
              <a:spcBef>
                <a:spcPts val="600"/>
              </a:spcBef>
              <a:spcAft>
                <a:spcPts val="0"/>
              </a:spcAft>
              <a:buFont typeface="Arial" panose="020B0604020202020204" pitchFamily="34" charset="0"/>
              <a:buNone/>
              <a:defRPr sz="1400" b="1"/>
            </a:lvl4pPr>
            <a:lvl5pPr marL="144000" indent="-144000" algn="l">
              <a:spcAft>
                <a:spcPts val="0"/>
              </a:spcAft>
              <a:buClrTx/>
              <a:buFont typeface="Arial" panose="020B0604020202020204" pitchFamily="34" charset="0"/>
              <a:buChar char="•"/>
              <a:defRPr sz="1400" b="0">
                <a:solidFill>
                  <a:schemeClr val="tx1"/>
                </a:solidFill>
              </a:defRPr>
            </a:lvl5pPr>
            <a:lvl6pPr marL="360000" indent="-180000" algn="l">
              <a:spcAft>
                <a:spcPts val="0"/>
              </a:spcAft>
              <a:buFont typeface="Arial" panose="020B0604020202020204" pitchFamily="34" charset="0"/>
              <a:buChar char="•"/>
              <a:defRPr sz="1400"/>
            </a:lvl6pPr>
            <a:lvl7pPr marL="360000" indent="-180000" algn="l">
              <a:spcAft>
                <a:spcPts val="0"/>
              </a:spcAft>
              <a:buClrTx/>
              <a:buFont typeface="Arial" panose="020B0604020202020204" pitchFamily="34" charset="0"/>
              <a:buChar char="•"/>
              <a:defRPr sz="1400" b="0"/>
            </a:lvl7pPr>
            <a:lvl8pPr marL="540000" indent="-180000" algn="l">
              <a:spcAft>
                <a:spcPts val="0"/>
              </a:spcAft>
              <a:buFont typeface="Arial" panose="020B0604020202020204" pitchFamily="34" charset="0"/>
              <a:buChar char="•"/>
              <a:defRPr sz="1400"/>
            </a:lvl8pPr>
            <a:lvl9pPr marL="540000" indent="-180000" algn="l">
              <a:spcAft>
                <a:spcPts val="0"/>
              </a:spcAft>
              <a:buClrTx/>
              <a:buFont typeface="Arial" panose="020B0604020202020204" pitchFamily="34" charset="0"/>
              <a:buChar char="•"/>
              <a:defRPr sz="1400" b="0"/>
            </a:lvl9pPr>
          </a:lstStyle>
          <a:p>
            <a:pPr lvl="0"/>
            <a:r>
              <a:rPr lang="en-US" noProof="0" err="1"/>
              <a:t>Kontakt</a:t>
            </a:r>
            <a:r>
              <a:rPr lang="en-US" noProof="0"/>
              <a:t> </a:t>
            </a:r>
            <a:r>
              <a:rPr lang="en-US" noProof="0" err="1"/>
              <a:t>bearbeiten</a:t>
            </a:r>
            <a:endParaRPr lang="en-US" noProof="0"/>
          </a:p>
          <a:p>
            <a:pPr lvl="1"/>
            <a:r>
              <a:rPr lang="en-US" noProof="0"/>
              <a:t>Name etc.</a:t>
            </a:r>
          </a:p>
          <a:p>
            <a:pPr lvl="2"/>
            <a:r>
              <a:rPr lang="en-US" noProof="0" err="1"/>
              <a:t>Kompetenzen</a:t>
            </a:r>
            <a:r>
              <a:rPr lang="en-US" noProof="0"/>
              <a:t> etc.</a:t>
            </a:r>
          </a:p>
          <a:p>
            <a:pPr lvl="3"/>
            <a:r>
              <a:rPr lang="en-US" noProof="0"/>
              <a:t>Name </a:t>
            </a:r>
            <a:r>
              <a:rPr lang="en-US" noProof="0" err="1"/>
              <a:t>oder</a:t>
            </a:r>
            <a:r>
              <a:rPr lang="en-US" noProof="0"/>
              <a:t> </a:t>
            </a:r>
            <a:r>
              <a:rPr lang="en-US" noProof="0" err="1"/>
              <a:t>Unterebene</a:t>
            </a:r>
            <a:endParaRPr lang="en-US" noProof="0"/>
          </a:p>
          <a:p>
            <a:pPr lvl="4"/>
            <a:r>
              <a:rPr lang="en-US" noProof="0" err="1"/>
              <a:t>Kompetenzen</a:t>
            </a:r>
            <a:r>
              <a:rPr lang="en-US" noProof="0"/>
              <a:t> </a:t>
            </a:r>
            <a:r>
              <a:rPr lang="en-US" noProof="0" err="1"/>
              <a:t>oder</a:t>
            </a:r>
            <a:r>
              <a:rPr lang="en-US" noProof="0"/>
              <a:t> </a:t>
            </a:r>
            <a:r>
              <a:rPr lang="en-US" noProof="0" err="1"/>
              <a:t>Unterebene</a:t>
            </a:r>
            <a:endParaRPr lang="en-US" noProof="0"/>
          </a:p>
        </p:txBody>
      </p:sp>
      <p:pic>
        <p:nvPicPr>
          <p:cNvPr id="10" name="Siemens Logo" descr="Siemens logo">
            <a:extLst>
              <a:ext uri="{FF2B5EF4-FFF2-40B4-BE49-F238E27FC236}">
                <a16:creationId xmlns:a16="http://schemas.microsoft.com/office/drawing/2014/main" id="{5FD2C39E-5D81-4A0E-9F45-909328900889}"/>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8" name="Footer Placeholder" descr="Footer with copyright, author and department information, and date">
            <a:extLst>
              <a:ext uri="{FF2B5EF4-FFF2-40B4-BE49-F238E27FC236}">
                <a16:creationId xmlns:a16="http://schemas.microsoft.com/office/drawing/2014/main" id="{3279A350-3BB2-4CA2-A422-8F5A951F6F64}"/>
              </a:ext>
            </a:extLst>
          </p:cNvPr>
          <p:cNvSpPr>
            <a:spLocks noGrp="1"/>
          </p:cNvSpPr>
          <p:nvPr>
            <p:ph type="ftr" sz="quarter" idx="10"/>
          </p:nvPr>
        </p:nvSpPr>
        <p:spPr bwMode="black"/>
        <p:txBody>
          <a:bodyPr/>
          <a:lstStyle/>
          <a:p>
            <a:pPr>
              <a:lnSpc>
                <a:spcPct val="100000"/>
              </a:lnSpc>
            </a:pPr>
            <a:r>
              <a:rPr lang="en-US" noProof="0"/>
              <a:t>Unrestricted | © Siemens 2024 | November 2024</a:t>
            </a:r>
          </a:p>
        </p:txBody>
      </p:sp>
      <p:sp>
        <p:nvSpPr>
          <p:cNvPr id="9" name="Slide Number Placeholder">
            <a:extLst>
              <a:ext uri="{FF2B5EF4-FFF2-40B4-BE49-F238E27FC236}">
                <a16:creationId xmlns:a16="http://schemas.microsoft.com/office/drawing/2014/main" id="{CFF9630D-791D-45AE-8E5E-36F747F599E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8190569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Full Right Deep Blue">
    <p:bg>
      <p:bgRef idx="1001">
        <a:schemeClr val="bg2"/>
      </p:bgRef>
    </p:bg>
    <p:spTree>
      <p:nvGrpSpPr>
        <p:cNvPr id="1" name=""/>
        <p:cNvGrpSpPr/>
        <p:nvPr/>
      </p:nvGrpSpPr>
      <p:grpSpPr>
        <a:xfrm>
          <a:off x="0" y="0"/>
          <a:ext cx="0" cy="0"/>
          <a:chOff x="0" y="0"/>
          <a:chExt cx="0" cy="0"/>
        </a:xfrm>
      </p:grpSpPr>
      <p:sp>
        <p:nvSpPr>
          <p:cNvPr id="8" name="Picture Placeholder" descr="Thematic picture – please describe further">
            <a:extLst>
              <a:ext uri="{FF2B5EF4-FFF2-40B4-BE49-F238E27FC236}">
                <a16:creationId xmlns:a16="http://schemas.microsoft.com/office/drawing/2014/main" id="{DE552980-B82A-E3B1-8A4D-6CF86F19487A}"/>
              </a:ext>
            </a:extLst>
          </p:cNvPr>
          <p:cNvSpPr>
            <a:spLocks noGrp="1"/>
          </p:cNvSpPr>
          <p:nvPr>
            <p:ph type="pic" sz="quarter" idx="12" hasCustomPrompt="1"/>
          </p:nvPr>
        </p:nvSpPr>
        <p:spPr bwMode="ltGray">
          <a:xfrm>
            <a:off x="0" y="1"/>
            <a:ext cx="12192000" cy="6167438"/>
          </a:xfrm>
          <a:solidFill>
            <a:srgbClr val="9999A9"/>
          </a:solidFill>
        </p:spPr>
        <p:txBody>
          <a:bodyPr lIns="144000" tIns="108000" rIns="144000" bIns="108000"/>
          <a:lstStyle>
            <a:lvl1pPr marL="0" indent="0">
              <a:buNone/>
              <a:defRPr>
                <a:solidFill>
                  <a:schemeClr val="tx1"/>
                </a:solidFill>
              </a:defRPr>
            </a:lvl1pPr>
          </a:lstStyle>
          <a:p>
            <a:r>
              <a:rPr lang="en-US" noProof="0"/>
              <a:t>Thematic picture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Unrestricted | © Siemens 2024 | November 2024</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
        <p:nvSpPr>
          <p:cNvPr id="11" name="Text Placeholder 10">
            <a:extLst>
              <a:ext uri="{FF2B5EF4-FFF2-40B4-BE49-F238E27FC236}">
                <a16:creationId xmlns:a16="http://schemas.microsoft.com/office/drawing/2014/main" id="{0FFF1ECF-BC52-43AF-7B3E-03012AAAFC48}"/>
              </a:ext>
            </a:extLst>
          </p:cNvPr>
          <p:cNvSpPr>
            <a:spLocks noGrp="1"/>
          </p:cNvSpPr>
          <p:nvPr>
            <p:ph type="body" sz="quarter" idx="13"/>
          </p:nvPr>
        </p:nvSpPr>
        <p:spPr>
          <a:xfrm>
            <a:off x="268432" y="1788834"/>
            <a:ext cx="5439600" cy="3340800"/>
          </a:xfrm>
          <a:blipFill>
            <a:blip r:embed="rId4" cstate="screen">
              <a:extLst>
                <a:ext uri="{28A0092B-C50C-407E-A947-70E740481C1C}">
                  <a14:useLocalDpi xmlns:a14="http://schemas.microsoft.com/office/drawing/2010/main"/>
                </a:ext>
              </a:extLst>
            </a:blip>
            <a:stretch>
              <a:fillRect/>
            </a:stretch>
          </a:blipFill>
        </p:spPr>
        <p:txBody>
          <a:bodyPr lIns="144000" tIns="54000" rIns="144000" bIns="54000"/>
          <a:lstStyle>
            <a:lvl1pPr marL="0">
              <a:spcAft>
                <a:spcPts val="1200"/>
              </a:spcAft>
              <a:defRPr>
                <a:noFill/>
              </a:defRPr>
            </a:lvl1pPr>
            <a:lvl2pPr marL="0" indent="0">
              <a:spcAft>
                <a:spcPts val="0"/>
              </a:spcAft>
              <a:buNone/>
              <a:defRPr sz="1200" b="1">
                <a:noFill/>
              </a:defRPr>
            </a:lvl2pPr>
            <a:lvl3pPr marL="0" indent="0">
              <a:spcAft>
                <a:spcPts val="0"/>
              </a:spcAft>
              <a:buNone/>
              <a:defRPr sz="1200">
                <a:noFill/>
              </a:defRPr>
            </a:lvl3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FDDB16A7-0C63-EFC9-BA38-4F98E9A354A4}"/>
              </a:ext>
            </a:extLst>
          </p:cNvPr>
          <p:cNvSpPr>
            <a:spLocks noGrp="1"/>
          </p:cNvSpPr>
          <p:nvPr>
            <p:ph type="body" sz="quarter" idx="14" hasCustomPrompt="1"/>
          </p:nvPr>
        </p:nvSpPr>
        <p:spPr>
          <a:xfrm>
            <a:off x="410400" y="-300"/>
            <a:ext cx="907200" cy="648000"/>
          </a:xfrm>
          <a:blipFill>
            <a:blip r:embed="rId5">
              <a:extLst>
                <a:ext uri="{96DAC541-7B7A-43D3-8B79-37D633B846F1}">
                  <asvg:svgBlip xmlns:asvg="http://schemas.microsoft.com/office/drawing/2016/SVG/main" r:embed="rId6"/>
                </a:ext>
              </a:extLst>
            </a:blip>
            <a:stretch>
              <a:fillRect/>
            </a:stretch>
          </a:blipFill>
        </p:spPr>
        <p:txBody>
          <a:bodyPr anchor="ctr"/>
          <a:lstStyle>
            <a:lvl1pPr algn="ctr">
              <a:defRPr>
                <a:noFill/>
              </a:defRPr>
            </a:lvl1pPr>
          </a:lstStyle>
          <a:p>
            <a:pPr lvl="0"/>
            <a:r>
              <a:rPr lang="en-US"/>
              <a:t>Marks</a:t>
            </a:r>
          </a:p>
        </p:txBody>
      </p:sp>
    </p:spTree>
    <p:extLst>
      <p:ext uri="{BB962C8B-B14F-4D97-AF65-F5344CB8AC3E}">
        <p14:creationId xmlns:p14="http://schemas.microsoft.com/office/powerpoint/2010/main" val="38197657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Title Deep Blue 60pt">
    <p:bg>
      <p:bgRef idx="1001">
        <a:schemeClr val="bg2"/>
      </p:bgRef>
    </p:bg>
    <p:spTree>
      <p:nvGrpSpPr>
        <p:cNvPr id="1" name=""/>
        <p:cNvGrpSpPr/>
        <p:nvPr/>
      </p:nvGrpSpPr>
      <p:grpSpPr>
        <a:xfrm>
          <a:off x="0" y="0"/>
          <a:ext cx="0" cy="0"/>
          <a:chOff x="0" y="0"/>
          <a:chExt cx="0" cy="0"/>
        </a:xfrm>
      </p:grpSpPr>
      <p:sp>
        <p:nvSpPr>
          <p:cNvPr id="4" name="Title" descr="Headline of the presentation">
            <a:extLst>
              <a:ext uri="{FF2B5EF4-FFF2-40B4-BE49-F238E27FC236}">
                <a16:creationId xmlns:a16="http://schemas.microsoft.com/office/drawing/2014/main" id="{B3CAAA86-26BD-41E0-A26A-7AF592C3A34A}"/>
              </a:ext>
            </a:extLst>
          </p:cNvPr>
          <p:cNvSpPr>
            <a:spLocks noGrp="1"/>
          </p:cNvSpPr>
          <p:nvPr>
            <p:ph type="title" hasCustomPrompt="1"/>
          </p:nvPr>
        </p:nvSpPr>
        <p:spPr bwMode="black">
          <a:xfrm>
            <a:off x="410400" y="1414463"/>
            <a:ext cx="11376000" cy="2769989"/>
          </a:xfrm>
          <a:noFill/>
        </p:spPr>
        <p:txBody>
          <a:bodyPr wrap="square" rIns="0" bIns="0" anchor="b" anchorCtr="0">
            <a:spAutoFit/>
          </a:bodyPr>
          <a:lstStyle>
            <a:lvl1pPr marL="0">
              <a:lnSpc>
                <a:spcPct val="100000"/>
              </a:lnSpc>
              <a:defRPr sz="6000" b="0">
                <a:solidFill>
                  <a:schemeClr val="tx1"/>
                </a:solidFill>
              </a:defRPr>
            </a:lvl1pPr>
          </a:lstStyle>
          <a:p>
            <a:r>
              <a:rPr lang="en-US"/>
              <a:t>Title chart, </a:t>
            </a:r>
            <a:br>
              <a:rPr lang="en-US"/>
            </a:br>
            <a:r>
              <a:rPr lang="en-US"/>
              <a:t>Arial Regular, 60 </a:t>
            </a:r>
            <a:r>
              <a:rPr lang="en-US" err="1"/>
              <a:t>pt</a:t>
            </a:r>
            <a:r>
              <a:rPr lang="en-US"/>
              <a:t>,</a:t>
            </a:r>
            <a:br>
              <a:rPr lang="en-US"/>
            </a:br>
            <a:r>
              <a:rPr lang="en-US"/>
              <a:t>3 lines</a:t>
            </a:r>
          </a:p>
        </p:txBody>
      </p:sp>
      <p:sp>
        <p:nvSpPr>
          <p:cNvPr id="3" name="Subhead" descr="Subheadline of the presentation">
            <a:extLst>
              <a:ext uri="{FF2B5EF4-FFF2-40B4-BE49-F238E27FC236}">
                <a16:creationId xmlns:a16="http://schemas.microsoft.com/office/drawing/2014/main" id="{89304306-5233-4901-B576-444696A2EA33}"/>
              </a:ext>
            </a:extLst>
          </p:cNvPr>
          <p:cNvSpPr>
            <a:spLocks noGrp="1"/>
          </p:cNvSpPr>
          <p:nvPr>
            <p:ph type="subTitle" idx="1" hasCustomPrompt="1"/>
          </p:nvPr>
        </p:nvSpPr>
        <p:spPr bwMode="black">
          <a:xfrm>
            <a:off x="411163" y="4184453"/>
            <a:ext cx="9288000" cy="1622622"/>
          </a:xfrm>
          <a:prstGeom prst="rect">
            <a:avLst/>
          </a:prstGeom>
        </p:spPr>
        <p:txBody>
          <a:bodyPr lIns="0" tIns="3708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pic>
        <p:nvPicPr>
          <p:cNvPr id="7" name="Siemens Logo" descr="Siemens logo">
            <a:extLst>
              <a:ext uri="{FF2B5EF4-FFF2-40B4-BE49-F238E27FC236}">
                <a16:creationId xmlns:a16="http://schemas.microsoft.com/office/drawing/2014/main" id="{092D1760-10AA-43FB-AC0B-074FF5007194}"/>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274400" y="6364800"/>
            <a:ext cx="1512000" cy="240408"/>
          </a:xfrm>
          <a:prstGeom prst="rect">
            <a:avLst/>
          </a:prstGeom>
        </p:spPr>
      </p:pic>
      <p:sp>
        <p:nvSpPr>
          <p:cNvPr id="2" name="Footer Placeholder" descr="Footer with copyright, author and department information, and date">
            <a:extLst>
              <a:ext uri="{FF2B5EF4-FFF2-40B4-BE49-F238E27FC236}">
                <a16:creationId xmlns:a16="http://schemas.microsoft.com/office/drawing/2014/main" id="{36983F93-FD6F-4DAC-8F23-D4EF00A04206}"/>
              </a:ext>
            </a:extLst>
          </p:cNvPr>
          <p:cNvSpPr>
            <a:spLocks noGrp="1"/>
          </p:cNvSpPr>
          <p:nvPr>
            <p:ph type="ftr" sz="quarter" idx="12"/>
          </p:nvPr>
        </p:nvSpPr>
        <p:spPr bwMode="black">
          <a:xfrm>
            <a:off x="411163" y="6310800"/>
            <a:ext cx="9288000" cy="547200"/>
          </a:xfrm>
        </p:spPr>
        <p:txBody>
          <a:bodyPr/>
          <a:lstStyle/>
          <a:p>
            <a:pPr>
              <a:lnSpc>
                <a:spcPct val="100000"/>
              </a:lnSpc>
            </a:pPr>
            <a:r>
              <a:rPr lang="en-US"/>
              <a:t>Restricted | © Siemens 2026 | FT RPD SSP | 2026-04</a:t>
            </a:r>
          </a:p>
        </p:txBody>
      </p:sp>
    </p:spTree>
    <p:extLst>
      <p:ext uri="{BB962C8B-B14F-4D97-AF65-F5344CB8AC3E}">
        <p14:creationId xmlns:p14="http://schemas.microsoft.com/office/powerpoint/2010/main" val="31661334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sp>
        <p:nvSpPr>
          <p:cNvPr id="2" name="Title" descr="Slide headline">
            <a:extLst>
              <a:ext uri="{FF2B5EF4-FFF2-40B4-BE49-F238E27FC236}">
                <a16:creationId xmlns:a16="http://schemas.microsoft.com/office/drawing/2014/main" id="{5CDB9E4A-37E0-45B2-BC93-C2EC503FB8F7}"/>
              </a:ext>
            </a:extLst>
          </p:cNvPr>
          <p:cNvSpPr>
            <a:spLocks noGrp="1"/>
          </p:cNvSpPr>
          <p:nvPr>
            <p:ph type="title" hasCustomPrompt="1"/>
          </p:nvPr>
        </p:nvSpPr>
        <p:spPr bwMode="black"/>
        <p:txBody>
          <a:bodyPr/>
          <a:lstStyle>
            <a:lvl1pPr>
              <a:defRPr>
                <a:solidFill>
                  <a:schemeClr val="tx1"/>
                </a:solidFill>
              </a:defRPr>
            </a:lvl1pPr>
          </a:lstStyle>
          <a:p>
            <a:r>
              <a:rPr lang="en-US"/>
              <a:t>Click to edit Master title style</a:t>
            </a:r>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Restricted | © Siemens 2026 | FT RPD SSP | 2026-04</a:t>
            </a:r>
          </a:p>
        </p:txBody>
      </p:sp>
      <p:sp>
        <p:nvSpPr>
          <p:cNvPr id="6" name="Slide Number Placeholder">
            <a:extLst>
              <a:ext uri="{FF2B5EF4-FFF2-40B4-BE49-F238E27FC236}">
                <a16:creationId xmlns:a16="http://schemas.microsoft.com/office/drawing/2014/main" id="{E8FC1C65-873A-4B8F-BB57-51EEBC35A1A9}"/>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7283693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tags" Target="../tags/tag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image" Target="../media/image1.emf"/><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98.xml"/><Relationship Id="rId21" Type="http://schemas.openxmlformats.org/officeDocument/2006/relationships/slideLayout" Target="../slideLayouts/slideLayout93.xml"/><Relationship Id="rId42" Type="http://schemas.openxmlformats.org/officeDocument/2006/relationships/slideLayout" Target="../slideLayouts/slideLayout114.xml"/><Relationship Id="rId47" Type="http://schemas.openxmlformats.org/officeDocument/2006/relationships/slideLayout" Target="../slideLayouts/slideLayout119.xml"/><Relationship Id="rId63" Type="http://schemas.openxmlformats.org/officeDocument/2006/relationships/slideLayout" Target="../slideLayouts/slideLayout135.xml"/><Relationship Id="rId68" Type="http://schemas.openxmlformats.org/officeDocument/2006/relationships/slideLayout" Target="../slideLayouts/slideLayout140.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9" Type="http://schemas.openxmlformats.org/officeDocument/2006/relationships/slideLayout" Target="../slideLayouts/slideLayout101.xml"/><Relationship Id="rId11" Type="http://schemas.openxmlformats.org/officeDocument/2006/relationships/slideLayout" Target="../slideLayouts/slideLayout83.xml"/><Relationship Id="rId24" Type="http://schemas.openxmlformats.org/officeDocument/2006/relationships/slideLayout" Target="../slideLayouts/slideLayout96.xml"/><Relationship Id="rId32" Type="http://schemas.openxmlformats.org/officeDocument/2006/relationships/slideLayout" Target="../slideLayouts/slideLayout104.xml"/><Relationship Id="rId37" Type="http://schemas.openxmlformats.org/officeDocument/2006/relationships/slideLayout" Target="../slideLayouts/slideLayout109.xml"/><Relationship Id="rId40" Type="http://schemas.openxmlformats.org/officeDocument/2006/relationships/slideLayout" Target="../slideLayouts/slideLayout112.xml"/><Relationship Id="rId45" Type="http://schemas.openxmlformats.org/officeDocument/2006/relationships/slideLayout" Target="../slideLayouts/slideLayout117.xml"/><Relationship Id="rId53" Type="http://schemas.openxmlformats.org/officeDocument/2006/relationships/slideLayout" Target="../slideLayouts/slideLayout125.xml"/><Relationship Id="rId58" Type="http://schemas.openxmlformats.org/officeDocument/2006/relationships/slideLayout" Target="../slideLayouts/slideLayout130.xml"/><Relationship Id="rId66" Type="http://schemas.openxmlformats.org/officeDocument/2006/relationships/slideLayout" Target="../slideLayouts/slideLayout138.xml"/><Relationship Id="rId74" Type="http://schemas.openxmlformats.org/officeDocument/2006/relationships/oleObject" Target="../embeddings/oleObject1.bin"/><Relationship Id="rId5" Type="http://schemas.openxmlformats.org/officeDocument/2006/relationships/slideLayout" Target="../slideLayouts/slideLayout77.xml"/><Relationship Id="rId61" Type="http://schemas.openxmlformats.org/officeDocument/2006/relationships/slideLayout" Target="../slideLayouts/slideLayout133.xml"/><Relationship Id="rId19" Type="http://schemas.openxmlformats.org/officeDocument/2006/relationships/slideLayout" Target="../slideLayouts/slideLayout91.xml"/><Relationship Id="rId14" Type="http://schemas.openxmlformats.org/officeDocument/2006/relationships/slideLayout" Target="../slideLayouts/slideLayout86.xml"/><Relationship Id="rId22" Type="http://schemas.openxmlformats.org/officeDocument/2006/relationships/slideLayout" Target="../slideLayouts/slideLayout94.xml"/><Relationship Id="rId27" Type="http://schemas.openxmlformats.org/officeDocument/2006/relationships/slideLayout" Target="../slideLayouts/slideLayout99.xml"/><Relationship Id="rId30" Type="http://schemas.openxmlformats.org/officeDocument/2006/relationships/slideLayout" Target="../slideLayouts/slideLayout102.xml"/><Relationship Id="rId35" Type="http://schemas.openxmlformats.org/officeDocument/2006/relationships/slideLayout" Target="../slideLayouts/slideLayout107.xml"/><Relationship Id="rId43" Type="http://schemas.openxmlformats.org/officeDocument/2006/relationships/slideLayout" Target="../slideLayouts/slideLayout115.xml"/><Relationship Id="rId48" Type="http://schemas.openxmlformats.org/officeDocument/2006/relationships/slideLayout" Target="../slideLayouts/slideLayout120.xml"/><Relationship Id="rId56" Type="http://schemas.openxmlformats.org/officeDocument/2006/relationships/slideLayout" Target="../slideLayouts/slideLayout128.xml"/><Relationship Id="rId64" Type="http://schemas.openxmlformats.org/officeDocument/2006/relationships/slideLayout" Target="../slideLayouts/slideLayout136.xml"/><Relationship Id="rId69" Type="http://schemas.openxmlformats.org/officeDocument/2006/relationships/slideLayout" Target="../slideLayouts/slideLayout141.xml"/><Relationship Id="rId8" Type="http://schemas.openxmlformats.org/officeDocument/2006/relationships/slideLayout" Target="../slideLayouts/slideLayout80.xml"/><Relationship Id="rId51" Type="http://schemas.openxmlformats.org/officeDocument/2006/relationships/slideLayout" Target="../slideLayouts/slideLayout123.xml"/><Relationship Id="rId72" Type="http://schemas.openxmlformats.org/officeDocument/2006/relationships/theme" Target="../theme/theme2.xml"/><Relationship Id="rId3" Type="http://schemas.openxmlformats.org/officeDocument/2006/relationships/slideLayout" Target="../slideLayouts/slideLayout75.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slideLayout" Target="../slideLayouts/slideLayout97.xml"/><Relationship Id="rId33" Type="http://schemas.openxmlformats.org/officeDocument/2006/relationships/slideLayout" Target="../slideLayouts/slideLayout105.xml"/><Relationship Id="rId38" Type="http://schemas.openxmlformats.org/officeDocument/2006/relationships/slideLayout" Target="../slideLayouts/slideLayout110.xml"/><Relationship Id="rId46" Type="http://schemas.openxmlformats.org/officeDocument/2006/relationships/slideLayout" Target="../slideLayouts/slideLayout118.xml"/><Relationship Id="rId59" Type="http://schemas.openxmlformats.org/officeDocument/2006/relationships/slideLayout" Target="../slideLayouts/slideLayout131.xml"/><Relationship Id="rId67" Type="http://schemas.openxmlformats.org/officeDocument/2006/relationships/slideLayout" Target="../slideLayouts/slideLayout139.xml"/><Relationship Id="rId20" Type="http://schemas.openxmlformats.org/officeDocument/2006/relationships/slideLayout" Target="../slideLayouts/slideLayout92.xml"/><Relationship Id="rId41" Type="http://schemas.openxmlformats.org/officeDocument/2006/relationships/slideLayout" Target="../slideLayouts/slideLayout113.xml"/><Relationship Id="rId54" Type="http://schemas.openxmlformats.org/officeDocument/2006/relationships/slideLayout" Target="../slideLayouts/slideLayout126.xml"/><Relationship Id="rId62" Type="http://schemas.openxmlformats.org/officeDocument/2006/relationships/slideLayout" Target="../slideLayouts/slideLayout134.xml"/><Relationship Id="rId70" Type="http://schemas.openxmlformats.org/officeDocument/2006/relationships/slideLayout" Target="../slideLayouts/slideLayout142.xml"/><Relationship Id="rId75" Type="http://schemas.openxmlformats.org/officeDocument/2006/relationships/image" Target="../media/image1.emf"/><Relationship Id="rId1" Type="http://schemas.openxmlformats.org/officeDocument/2006/relationships/slideLayout" Target="../slideLayouts/slideLayout73.xml"/><Relationship Id="rId6" Type="http://schemas.openxmlformats.org/officeDocument/2006/relationships/slideLayout" Target="../slideLayouts/slideLayout78.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28" Type="http://schemas.openxmlformats.org/officeDocument/2006/relationships/slideLayout" Target="../slideLayouts/slideLayout100.xml"/><Relationship Id="rId36" Type="http://schemas.openxmlformats.org/officeDocument/2006/relationships/slideLayout" Target="../slideLayouts/slideLayout108.xml"/><Relationship Id="rId49" Type="http://schemas.openxmlformats.org/officeDocument/2006/relationships/slideLayout" Target="../slideLayouts/slideLayout121.xml"/><Relationship Id="rId57" Type="http://schemas.openxmlformats.org/officeDocument/2006/relationships/slideLayout" Target="../slideLayouts/slideLayout129.xml"/><Relationship Id="rId10" Type="http://schemas.openxmlformats.org/officeDocument/2006/relationships/slideLayout" Target="../slideLayouts/slideLayout82.xml"/><Relationship Id="rId31" Type="http://schemas.openxmlformats.org/officeDocument/2006/relationships/slideLayout" Target="../slideLayouts/slideLayout103.xml"/><Relationship Id="rId44" Type="http://schemas.openxmlformats.org/officeDocument/2006/relationships/slideLayout" Target="../slideLayouts/slideLayout116.xml"/><Relationship Id="rId52" Type="http://schemas.openxmlformats.org/officeDocument/2006/relationships/slideLayout" Target="../slideLayouts/slideLayout124.xml"/><Relationship Id="rId60" Type="http://schemas.openxmlformats.org/officeDocument/2006/relationships/slideLayout" Target="../slideLayouts/slideLayout132.xml"/><Relationship Id="rId65" Type="http://schemas.openxmlformats.org/officeDocument/2006/relationships/slideLayout" Target="../slideLayouts/slideLayout137.xml"/><Relationship Id="rId73" Type="http://schemas.openxmlformats.org/officeDocument/2006/relationships/tags" Target="../tags/tag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3" Type="http://schemas.openxmlformats.org/officeDocument/2006/relationships/slideLayout" Target="../slideLayouts/slideLayout85.xml"/><Relationship Id="rId18" Type="http://schemas.openxmlformats.org/officeDocument/2006/relationships/slideLayout" Target="../slideLayouts/slideLayout90.xml"/><Relationship Id="rId39" Type="http://schemas.openxmlformats.org/officeDocument/2006/relationships/slideLayout" Target="../slideLayouts/slideLayout111.xml"/><Relationship Id="rId34" Type="http://schemas.openxmlformats.org/officeDocument/2006/relationships/slideLayout" Target="../slideLayouts/slideLayout106.xml"/><Relationship Id="rId50" Type="http://schemas.openxmlformats.org/officeDocument/2006/relationships/slideLayout" Target="../slideLayouts/slideLayout122.xml"/><Relationship Id="rId55" Type="http://schemas.openxmlformats.org/officeDocument/2006/relationships/slideLayout" Target="../slideLayouts/slideLayout127.xml"/><Relationship Id="rId7" Type="http://schemas.openxmlformats.org/officeDocument/2006/relationships/slideLayout" Target="../slideLayouts/slideLayout79.xml"/><Relationship Id="rId71" Type="http://schemas.openxmlformats.org/officeDocument/2006/relationships/slideLayout" Target="../slideLayouts/slideLayout143.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69.xml"/><Relationship Id="rId21" Type="http://schemas.openxmlformats.org/officeDocument/2006/relationships/slideLayout" Target="../slideLayouts/slideLayout164.xml"/><Relationship Id="rId42" Type="http://schemas.openxmlformats.org/officeDocument/2006/relationships/slideLayout" Target="../slideLayouts/slideLayout185.xml"/><Relationship Id="rId47" Type="http://schemas.openxmlformats.org/officeDocument/2006/relationships/slideLayout" Target="../slideLayouts/slideLayout190.xml"/><Relationship Id="rId63" Type="http://schemas.openxmlformats.org/officeDocument/2006/relationships/slideLayout" Target="../slideLayouts/slideLayout206.xml"/><Relationship Id="rId68" Type="http://schemas.openxmlformats.org/officeDocument/2006/relationships/slideLayout" Target="../slideLayouts/slideLayout211.xml"/><Relationship Id="rId84" Type="http://schemas.openxmlformats.org/officeDocument/2006/relationships/image" Target="../media/image27.emf"/><Relationship Id="rId16" Type="http://schemas.openxmlformats.org/officeDocument/2006/relationships/slideLayout" Target="../slideLayouts/slideLayout159.xml"/><Relationship Id="rId11" Type="http://schemas.openxmlformats.org/officeDocument/2006/relationships/slideLayout" Target="../slideLayouts/slideLayout154.xml"/><Relationship Id="rId32" Type="http://schemas.openxmlformats.org/officeDocument/2006/relationships/slideLayout" Target="../slideLayouts/slideLayout175.xml"/><Relationship Id="rId37" Type="http://schemas.openxmlformats.org/officeDocument/2006/relationships/slideLayout" Target="../slideLayouts/slideLayout180.xml"/><Relationship Id="rId53" Type="http://schemas.openxmlformats.org/officeDocument/2006/relationships/slideLayout" Target="../slideLayouts/slideLayout196.xml"/><Relationship Id="rId58" Type="http://schemas.openxmlformats.org/officeDocument/2006/relationships/slideLayout" Target="../slideLayouts/slideLayout201.xml"/><Relationship Id="rId74" Type="http://schemas.openxmlformats.org/officeDocument/2006/relationships/slideLayout" Target="../slideLayouts/slideLayout217.xml"/><Relationship Id="rId79" Type="http://schemas.openxmlformats.org/officeDocument/2006/relationships/slideLayout" Target="../slideLayouts/slideLayout222.xml"/><Relationship Id="rId5" Type="http://schemas.openxmlformats.org/officeDocument/2006/relationships/slideLayout" Target="../slideLayouts/slideLayout148.xml"/><Relationship Id="rId61" Type="http://schemas.openxmlformats.org/officeDocument/2006/relationships/slideLayout" Target="../slideLayouts/slideLayout204.xml"/><Relationship Id="rId82" Type="http://schemas.openxmlformats.org/officeDocument/2006/relationships/tags" Target="../tags/tag3.xml"/><Relationship Id="rId19" Type="http://schemas.openxmlformats.org/officeDocument/2006/relationships/slideLayout" Target="../slideLayouts/slideLayout162.xml"/><Relationship Id="rId14" Type="http://schemas.openxmlformats.org/officeDocument/2006/relationships/slideLayout" Target="../slideLayouts/slideLayout157.xml"/><Relationship Id="rId22" Type="http://schemas.openxmlformats.org/officeDocument/2006/relationships/slideLayout" Target="../slideLayouts/slideLayout165.xml"/><Relationship Id="rId27" Type="http://schemas.openxmlformats.org/officeDocument/2006/relationships/slideLayout" Target="../slideLayouts/slideLayout170.xml"/><Relationship Id="rId30" Type="http://schemas.openxmlformats.org/officeDocument/2006/relationships/slideLayout" Target="../slideLayouts/slideLayout173.xml"/><Relationship Id="rId35" Type="http://schemas.openxmlformats.org/officeDocument/2006/relationships/slideLayout" Target="../slideLayouts/slideLayout178.xml"/><Relationship Id="rId43" Type="http://schemas.openxmlformats.org/officeDocument/2006/relationships/slideLayout" Target="../slideLayouts/slideLayout186.xml"/><Relationship Id="rId48" Type="http://schemas.openxmlformats.org/officeDocument/2006/relationships/slideLayout" Target="../slideLayouts/slideLayout191.xml"/><Relationship Id="rId56" Type="http://schemas.openxmlformats.org/officeDocument/2006/relationships/slideLayout" Target="../slideLayouts/slideLayout199.xml"/><Relationship Id="rId64" Type="http://schemas.openxmlformats.org/officeDocument/2006/relationships/slideLayout" Target="../slideLayouts/slideLayout207.xml"/><Relationship Id="rId69" Type="http://schemas.openxmlformats.org/officeDocument/2006/relationships/slideLayout" Target="../slideLayouts/slideLayout212.xml"/><Relationship Id="rId77" Type="http://schemas.openxmlformats.org/officeDocument/2006/relationships/slideLayout" Target="../slideLayouts/slideLayout220.xml"/><Relationship Id="rId8" Type="http://schemas.openxmlformats.org/officeDocument/2006/relationships/slideLayout" Target="../slideLayouts/slideLayout151.xml"/><Relationship Id="rId51" Type="http://schemas.openxmlformats.org/officeDocument/2006/relationships/slideLayout" Target="../slideLayouts/slideLayout194.xml"/><Relationship Id="rId72" Type="http://schemas.openxmlformats.org/officeDocument/2006/relationships/slideLayout" Target="../slideLayouts/slideLayout215.xml"/><Relationship Id="rId80" Type="http://schemas.openxmlformats.org/officeDocument/2006/relationships/slideLayout" Target="../slideLayouts/slideLayout223.xml"/><Relationship Id="rId3" Type="http://schemas.openxmlformats.org/officeDocument/2006/relationships/slideLayout" Target="../slideLayouts/slideLayout146.xml"/><Relationship Id="rId12" Type="http://schemas.openxmlformats.org/officeDocument/2006/relationships/slideLayout" Target="../slideLayouts/slideLayout155.xml"/><Relationship Id="rId17" Type="http://schemas.openxmlformats.org/officeDocument/2006/relationships/slideLayout" Target="../slideLayouts/slideLayout160.xml"/><Relationship Id="rId25" Type="http://schemas.openxmlformats.org/officeDocument/2006/relationships/slideLayout" Target="../slideLayouts/slideLayout168.xml"/><Relationship Id="rId33" Type="http://schemas.openxmlformats.org/officeDocument/2006/relationships/slideLayout" Target="../slideLayouts/slideLayout176.xml"/><Relationship Id="rId38" Type="http://schemas.openxmlformats.org/officeDocument/2006/relationships/slideLayout" Target="../slideLayouts/slideLayout181.xml"/><Relationship Id="rId46" Type="http://schemas.openxmlformats.org/officeDocument/2006/relationships/slideLayout" Target="../slideLayouts/slideLayout189.xml"/><Relationship Id="rId59" Type="http://schemas.openxmlformats.org/officeDocument/2006/relationships/slideLayout" Target="../slideLayouts/slideLayout202.xml"/><Relationship Id="rId67" Type="http://schemas.openxmlformats.org/officeDocument/2006/relationships/slideLayout" Target="../slideLayouts/slideLayout210.xml"/><Relationship Id="rId20" Type="http://schemas.openxmlformats.org/officeDocument/2006/relationships/slideLayout" Target="../slideLayouts/slideLayout163.xml"/><Relationship Id="rId41" Type="http://schemas.openxmlformats.org/officeDocument/2006/relationships/slideLayout" Target="../slideLayouts/slideLayout184.xml"/><Relationship Id="rId54" Type="http://schemas.openxmlformats.org/officeDocument/2006/relationships/slideLayout" Target="../slideLayouts/slideLayout197.xml"/><Relationship Id="rId62" Type="http://schemas.openxmlformats.org/officeDocument/2006/relationships/slideLayout" Target="../slideLayouts/slideLayout205.xml"/><Relationship Id="rId70" Type="http://schemas.openxmlformats.org/officeDocument/2006/relationships/slideLayout" Target="../slideLayouts/slideLayout213.xml"/><Relationship Id="rId75" Type="http://schemas.openxmlformats.org/officeDocument/2006/relationships/slideLayout" Target="../slideLayouts/slideLayout218.xml"/><Relationship Id="rId83" Type="http://schemas.openxmlformats.org/officeDocument/2006/relationships/oleObject" Target="../embeddings/oleObject2.bin"/><Relationship Id="rId1" Type="http://schemas.openxmlformats.org/officeDocument/2006/relationships/slideLayout" Target="../slideLayouts/slideLayout144.xml"/><Relationship Id="rId6" Type="http://schemas.openxmlformats.org/officeDocument/2006/relationships/slideLayout" Target="../slideLayouts/slideLayout149.xml"/><Relationship Id="rId15" Type="http://schemas.openxmlformats.org/officeDocument/2006/relationships/slideLayout" Target="../slideLayouts/slideLayout158.xml"/><Relationship Id="rId23" Type="http://schemas.openxmlformats.org/officeDocument/2006/relationships/slideLayout" Target="../slideLayouts/slideLayout166.xml"/><Relationship Id="rId28" Type="http://schemas.openxmlformats.org/officeDocument/2006/relationships/slideLayout" Target="../slideLayouts/slideLayout171.xml"/><Relationship Id="rId36" Type="http://schemas.openxmlformats.org/officeDocument/2006/relationships/slideLayout" Target="../slideLayouts/slideLayout179.xml"/><Relationship Id="rId49" Type="http://schemas.openxmlformats.org/officeDocument/2006/relationships/slideLayout" Target="../slideLayouts/slideLayout192.xml"/><Relationship Id="rId57" Type="http://schemas.openxmlformats.org/officeDocument/2006/relationships/slideLayout" Target="../slideLayouts/slideLayout200.xml"/><Relationship Id="rId10" Type="http://schemas.openxmlformats.org/officeDocument/2006/relationships/slideLayout" Target="../slideLayouts/slideLayout153.xml"/><Relationship Id="rId31" Type="http://schemas.openxmlformats.org/officeDocument/2006/relationships/slideLayout" Target="../slideLayouts/slideLayout174.xml"/><Relationship Id="rId44" Type="http://schemas.openxmlformats.org/officeDocument/2006/relationships/slideLayout" Target="../slideLayouts/slideLayout187.xml"/><Relationship Id="rId52" Type="http://schemas.openxmlformats.org/officeDocument/2006/relationships/slideLayout" Target="../slideLayouts/slideLayout195.xml"/><Relationship Id="rId60" Type="http://schemas.openxmlformats.org/officeDocument/2006/relationships/slideLayout" Target="../slideLayouts/slideLayout203.xml"/><Relationship Id="rId65" Type="http://schemas.openxmlformats.org/officeDocument/2006/relationships/slideLayout" Target="../slideLayouts/slideLayout208.xml"/><Relationship Id="rId73" Type="http://schemas.openxmlformats.org/officeDocument/2006/relationships/slideLayout" Target="../slideLayouts/slideLayout216.xml"/><Relationship Id="rId78" Type="http://schemas.openxmlformats.org/officeDocument/2006/relationships/slideLayout" Target="../slideLayouts/slideLayout221.xml"/><Relationship Id="rId81" Type="http://schemas.openxmlformats.org/officeDocument/2006/relationships/theme" Target="../theme/theme3.xml"/><Relationship Id="rId4" Type="http://schemas.openxmlformats.org/officeDocument/2006/relationships/slideLayout" Target="../slideLayouts/slideLayout147.xml"/><Relationship Id="rId9" Type="http://schemas.openxmlformats.org/officeDocument/2006/relationships/slideLayout" Target="../slideLayouts/slideLayout152.xml"/><Relationship Id="rId13" Type="http://schemas.openxmlformats.org/officeDocument/2006/relationships/slideLayout" Target="../slideLayouts/slideLayout156.xml"/><Relationship Id="rId18" Type="http://schemas.openxmlformats.org/officeDocument/2006/relationships/slideLayout" Target="../slideLayouts/slideLayout161.xml"/><Relationship Id="rId39" Type="http://schemas.openxmlformats.org/officeDocument/2006/relationships/slideLayout" Target="../slideLayouts/slideLayout182.xml"/><Relationship Id="rId34" Type="http://schemas.openxmlformats.org/officeDocument/2006/relationships/slideLayout" Target="../slideLayouts/slideLayout177.xml"/><Relationship Id="rId50" Type="http://schemas.openxmlformats.org/officeDocument/2006/relationships/slideLayout" Target="../slideLayouts/slideLayout193.xml"/><Relationship Id="rId55" Type="http://schemas.openxmlformats.org/officeDocument/2006/relationships/slideLayout" Target="../slideLayouts/slideLayout198.xml"/><Relationship Id="rId76" Type="http://schemas.openxmlformats.org/officeDocument/2006/relationships/slideLayout" Target="../slideLayouts/slideLayout219.xml"/><Relationship Id="rId7" Type="http://schemas.openxmlformats.org/officeDocument/2006/relationships/slideLayout" Target="../slideLayouts/slideLayout150.xml"/><Relationship Id="rId71" Type="http://schemas.openxmlformats.org/officeDocument/2006/relationships/slideLayout" Target="../slideLayouts/slideLayout214.xml"/><Relationship Id="rId2" Type="http://schemas.openxmlformats.org/officeDocument/2006/relationships/slideLayout" Target="../slideLayouts/slideLayout145.xml"/><Relationship Id="rId29" Type="http://schemas.openxmlformats.org/officeDocument/2006/relationships/slideLayout" Target="../slideLayouts/slideLayout172.xml"/><Relationship Id="rId24" Type="http://schemas.openxmlformats.org/officeDocument/2006/relationships/slideLayout" Target="../slideLayouts/slideLayout167.xml"/><Relationship Id="rId40" Type="http://schemas.openxmlformats.org/officeDocument/2006/relationships/slideLayout" Target="../slideLayouts/slideLayout183.xml"/><Relationship Id="rId45" Type="http://schemas.openxmlformats.org/officeDocument/2006/relationships/slideLayout" Target="../slideLayouts/slideLayout188.xml"/><Relationship Id="rId66" Type="http://schemas.openxmlformats.org/officeDocument/2006/relationships/slideLayout" Target="../slideLayouts/slideLayout209.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249.xml"/><Relationship Id="rId21" Type="http://schemas.openxmlformats.org/officeDocument/2006/relationships/slideLayout" Target="../slideLayouts/slideLayout244.xml"/><Relationship Id="rId42" Type="http://schemas.openxmlformats.org/officeDocument/2006/relationships/slideLayout" Target="../slideLayouts/slideLayout265.xml"/><Relationship Id="rId47" Type="http://schemas.openxmlformats.org/officeDocument/2006/relationships/slideLayout" Target="../slideLayouts/slideLayout270.xml"/><Relationship Id="rId63" Type="http://schemas.openxmlformats.org/officeDocument/2006/relationships/slideLayout" Target="../slideLayouts/slideLayout286.xml"/><Relationship Id="rId68" Type="http://schemas.openxmlformats.org/officeDocument/2006/relationships/slideLayout" Target="../slideLayouts/slideLayout291.xml"/><Relationship Id="rId2" Type="http://schemas.openxmlformats.org/officeDocument/2006/relationships/slideLayout" Target="../slideLayouts/slideLayout225.xml"/><Relationship Id="rId16" Type="http://schemas.openxmlformats.org/officeDocument/2006/relationships/slideLayout" Target="../slideLayouts/slideLayout239.xml"/><Relationship Id="rId29" Type="http://schemas.openxmlformats.org/officeDocument/2006/relationships/slideLayout" Target="../slideLayouts/slideLayout252.xml"/><Relationship Id="rId11" Type="http://schemas.openxmlformats.org/officeDocument/2006/relationships/slideLayout" Target="../slideLayouts/slideLayout234.xml"/><Relationship Id="rId24" Type="http://schemas.openxmlformats.org/officeDocument/2006/relationships/slideLayout" Target="../slideLayouts/slideLayout247.xml"/><Relationship Id="rId32" Type="http://schemas.openxmlformats.org/officeDocument/2006/relationships/slideLayout" Target="../slideLayouts/slideLayout255.xml"/><Relationship Id="rId37" Type="http://schemas.openxmlformats.org/officeDocument/2006/relationships/slideLayout" Target="../slideLayouts/slideLayout260.xml"/><Relationship Id="rId40" Type="http://schemas.openxmlformats.org/officeDocument/2006/relationships/slideLayout" Target="../slideLayouts/slideLayout263.xml"/><Relationship Id="rId45" Type="http://schemas.openxmlformats.org/officeDocument/2006/relationships/slideLayout" Target="../slideLayouts/slideLayout268.xml"/><Relationship Id="rId53" Type="http://schemas.openxmlformats.org/officeDocument/2006/relationships/slideLayout" Target="../slideLayouts/slideLayout276.xml"/><Relationship Id="rId58" Type="http://schemas.openxmlformats.org/officeDocument/2006/relationships/slideLayout" Target="../slideLayouts/slideLayout281.xml"/><Relationship Id="rId66" Type="http://schemas.openxmlformats.org/officeDocument/2006/relationships/slideLayout" Target="../slideLayouts/slideLayout289.xml"/><Relationship Id="rId74" Type="http://schemas.openxmlformats.org/officeDocument/2006/relationships/oleObject" Target="../embeddings/oleObject1.bin"/><Relationship Id="rId5" Type="http://schemas.openxmlformats.org/officeDocument/2006/relationships/slideLayout" Target="../slideLayouts/slideLayout228.xml"/><Relationship Id="rId61" Type="http://schemas.openxmlformats.org/officeDocument/2006/relationships/slideLayout" Target="../slideLayouts/slideLayout284.xml"/><Relationship Id="rId19" Type="http://schemas.openxmlformats.org/officeDocument/2006/relationships/slideLayout" Target="../slideLayouts/slideLayout242.xml"/><Relationship Id="rId14" Type="http://schemas.openxmlformats.org/officeDocument/2006/relationships/slideLayout" Target="../slideLayouts/slideLayout237.xml"/><Relationship Id="rId22" Type="http://schemas.openxmlformats.org/officeDocument/2006/relationships/slideLayout" Target="../slideLayouts/slideLayout245.xml"/><Relationship Id="rId27" Type="http://schemas.openxmlformats.org/officeDocument/2006/relationships/slideLayout" Target="../slideLayouts/slideLayout250.xml"/><Relationship Id="rId30" Type="http://schemas.openxmlformats.org/officeDocument/2006/relationships/slideLayout" Target="../slideLayouts/slideLayout253.xml"/><Relationship Id="rId35" Type="http://schemas.openxmlformats.org/officeDocument/2006/relationships/slideLayout" Target="../slideLayouts/slideLayout258.xml"/><Relationship Id="rId43" Type="http://schemas.openxmlformats.org/officeDocument/2006/relationships/slideLayout" Target="../slideLayouts/slideLayout266.xml"/><Relationship Id="rId48" Type="http://schemas.openxmlformats.org/officeDocument/2006/relationships/slideLayout" Target="../slideLayouts/slideLayout271.xml"/><Relationship Id="rId56" Type="http://schemas.openxmlformats.org/officeDocument/2006/relationships/slideLayout" Target="../slideLayouts/slideLayout279.xml"/><Relationship Id="rId64" Type="http://schemas.openxmlformats.org/officeDocument/2006/relationships/slideLayout" Target="../slideLayouts/slideLayout287.xml"/><Relationship Id="rId69" Type="http://schemas.openxmlformats.org/officeDocument/2006/relationships/slideLayout" Target="../slideLayouts/slideLayout292.xml"/><Relationship Id="rId8" Type="http://schemas.openxmlformats.org/officeDocument/2006/relationships/slideLayout" Target="../slideLayouts/slideLayout231.xml"/><Relationship Id="rId51" Type="http://schemas.openxmlformats.org/officeDocument/2006/relationships/slideLayout" Target="../slideLayouts/slideLayout274.xml"/><Relationship Id="rId72" Type="http://schemas.openxmlformats.org/officeDocument/2006/relationships/theme" Target="../theme/theme4.xml"/><Relationship Id="rId3" Type="http://schemas.openxmlformats.org/officeDocument/2006/relationships/slideLayout" Target="../slideLayouts/slideLayout226.xml"/><Relationship Id="rId12" Type="http://schemas.openxmlformats.org/officeDocument/2006/relationships/slideLayout" Target="../slideLayouts/slideLayout235.xml"/><Relationship Id="rId17" Type="http://schemas.openxmlformats.org/officeDocument/2006/relationships/slideLayout" Target="../slideLayouts/slideLayout240.xml"/><Relationship Id="rId25" Type="http://schemas.openxmlformats.org/officeDocument/2006/relationships/slideLayout" Target="../slideLayouts/slideLayout248.xml"/><Relationship Id="rId33" Type="http://schemas.openxmlformats.org/officeDocument/2006/relationships/slideLayout" Target="../slideLayouts/slideLayout256.xml"/><Relationship Id="rId38" Type="http://schemas.openxmlformats.org/officeDocument/2006/relationships/slideLayout" Target="../slideLayouts/slideLayout261.xml"/><Relationship Id="rId46" Type="http://schemas.openxmlformats.org/officeDocument/2006/relationships/slideLayout" Target="../slideLayouts/slideLayout269.xml"/><Relationship Id="rId59" Type="http://schemas.openxmlformats.org/officeDocument/2006/relationships/slideLayout" Target="../slideLayouts/slideLayout282.xml"/><Relationship Id="rId67" Type="http://schemas.openxmlformats.org/officeDocument/2006/relationships/slideLayout" Target="../slideLayouts/slideLayout290.xml"/><Relationship Id="rId20" Type="http://schemas.openxmlformats.org/officeDocument/2006/relationships/slideLayout" Target="../slideLayouts/slideLayout243.xml"/><Relationship Id="rId41" Type="http://schemas.openxmlformats.org/officeDocument/2006/relationships/slideLayout" Target="../slideLayouts/slideLayout264.xml"/><Relationship Id="rId54" Type="http://schemas.openxmlformats.org/officeDocument/2006/relationships/slideLayout" Target="../slideLayouts/slideLayout277.xml"/><Relationship Id="rId62" Type="http://schemas.openxmlformats.org/officeDocument/2006/relationships/slideLayout" Target="../slideLayouts/slideLayout285.xml"/><Relationship Id="rId70" Type="http://schemas.openxmlformats.org/officeDocument/2006/relationships/slideLayout" Target="../slideLayouts/slideLayout293.xml"/><Relationship Id="rId75" Type="http://schemas.openxmlformats.org/officeDocument/2006/relationships/image" Target="../media/image1.emf"/><Relationship Id="rId1" Type="http://schemas.openxmlformats.org/officeDocument/2006/relationships/slideLayout" Target="../slideLayouts/slideLayout224.xml"/><Relationship Id="rId6" Type="http://schemas.openxmlformats.org/officeDocument/2006/relationships/slideLayout" Target="../slideLayouts/slideLayout229.xml"/><Relationship Id="rId15" Type="http://schemas.openxmlformats.org/officeDocument/2006/relationships/slideLayout" Target="../slideLayouts/slideLayout238.xml"/><Relationship Id="rId23" Type="http://schemas.openxmlformats.org/officeDocument/2006/relationships/slideLayout" Target="../slideLayouts/slideLayout246.xml"/><Relationship Id="rId28" Type="http://schemas.openxmlformats.org/officeDocument/2006/relationships/slideLayout" Target="../slideLayouts/slideLayout251.xml"/><Relationship Id="rId36" Type="http://schemas.openxmlformats.org/officeDocument/2006/relationships/slideLayout" Target="../slideLayouts/slideLayout259.xml"/><Relationship Id="rId49" Type="http://schemas.openxmlformats.org/officeDocument/2006/relationships/slideLayout" Target="../slideLayouts/slideLayout272.xml"/><Relationship Id="rId57" Type="http://schemas.openxmlformats.org/officeDocument/2006/relationships/slideLayout" Target="../slideLayouts/slideLayout280.xml"/><Relationship Id="rId10" Type="http://schemas.openxmlformats.org/officeDocument/2006/relationships/slideLayout" Target="../slideLayouts/slideLayout233.xml"/><Relationship Id="rId31" Type="http://schemas.openxmlformats.org/officeDocument/2006/relationships/slideLayout" Target="../slideLayouts/slideLayout254.xml"/><Relationship Id="rId44" Type="http://schemas.openxmlformats.org/officeDocument/2006/relationships/slideLayout" Target="../slideLayouts/slideLayout267.xml"/><Relationship Id="rId52" Type="http://schemas.openxmlformats.org/officeDocument/2006/relationships/slideLayout" Target="../slideLayouts/slideLayout275.xml"/><Relationship Id="rId60" Type="http://schemas.openxmlformats.org/officeDocument/2006/relationships/slideLayout" Target="../slideLayouts/slideLayout283.xml"/><Relationship Id="rId65" Type="http://schemas.openxmlformats.org/officeDocument/2006/relationships/slideLayout" Target="../slideLayouts/slideLayout288.xml"/><Relationship Id="rId73" Type="http://schemas.openxmlformats.org/officeDocument/2006/relationships/tags" Target="../tags/tag4.xml"/><Relationship Id="rId4" Type="http://schemas.openxmlformats.org/officeDocument/2006/relationships/slideLayout" Target="../slideLayouts/slideLayout227.xml"/><Relationship Id="rId9" Type="http://schemas.openxmlformats.org/officeDocument/2006/relationships/slideLayout" Target="../slideLayouts/slideLayout232.xml"/><Relationship Id="rId13" Type="http://schemas.openxmlformats.org/officeDocument/2006/relationships/slideLayout" Target="../slideLayouts/slideLayout236.xml"/><Relationship Id="rId18" Type="http://schemas.openxmlformats.org/officeDocument/2006/relationships/slideLayout" Target="../slideLayouts/slideLayout241.xml"/><Relationship Id="rId39" Type="http://schemas.openxmlformats.org/officeDocument/2006/relationships/slideLayout" Target="../slideLayouts/slideLayout262.xml"/><Relationship Id="rId34" Type="http://schemas.openxmlformats.org/officeDocument/2006/relationships/slideLayout" Target="../slideLayouts/slideLayout257.xml"/><Relationship Id="rId50" Type="http://schemas.openxmlformats.org/officeDocument/2006/relationships/slideLayout" Target="../slideLayouts/slideLayout273.xml"/><Relationship Id="rId55" Type="http://schemas.openxmlformats.org/officeDocument/2006/relationships/slideLayout" Target="../slideLayouts/slideLayout278.xml"/><Relationship Id="rId7" Type="http://schemas.openxmlformats.org/officeDocument/2006/relationships/slideLayout" Target="../slideLayouts/slideLayout230.xml"/><Relationship Id="rId71" Type="http://schemas.openxmlformats.org/officeDocument/2006/relationships/slideLayout" Target="../slideLayouts/slideLayout29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96.xml"/><Relationship Id="rId1" Type="http://schemas.openxmlformats.org/officeDocument/2006/relationships/slideLayout" Target="../slideLayouts/slideLayout295.xml"/><Relationship Id="rId6" Type="http://schemas.openxmlformats.org/officeDocument/2006/relationships/image" Target="../media/image27.emf"/><Relationship Id="rId5" Type="http://schemas.openxmlformats.org/officeDocument/2006/relationships/oleObject" Target="../embeddings/oleObject3.bin"/><Relationship Id="rId4"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356C362-9B73-ED3A-A5AA-9F58E1BE2C39}"/>
              </a:ext>
            </a:extLst>
          </p:cNvPr>
          <p:cNvGraphicFramePr>
            <a:graphicFrameLocks noChangeAspect="1"/>
          </p:cNvGraphicFramePr>
          <p:nvPr>
            <p:custDataLst>
              <p:tags r:id="rId74"/>
            </p:custDataLst>
            <p:extLst>
              <p:ext uri="{D42A27DB-BD31-4B8C-83A1-F6EECF244321}">
                <p14:modId xmlns:p14="http://schemas.microsoft.com/office/powerpoint/2010/main" val="2012973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5" imgW="484" imgH="486" progId="TCLayout.ActiveDocument.1">
                  <p:embed/>
                </p:oleObj>
              </mc:Choice>
              <mc:Fallback>
                <p:oleObj name="think-cell Slide" r:id="rId75" imgW="484" imgH="486" progId="TCLayout.ActiveDocument.1">
                  <p:embed/>
                  <p:pic>
                    <p:nvPicPr>
                      <p:cNvPr id="7" name="think-cell data - do not delete" hidden="1">
                        <a:extLst>
                          <a:ext uri="{FF2B5EF4-FFF2-40B4-BE49-F238E27FC236}">
                            <a16:creationId xmlns:a16="http://schemas.microsoft.com/office/drawing/2014/main" id="{E356C362-9B73-ED3A-A5AA-9F58E1BE2C39}"/>
                          </a:ext>
                        </a:extLst>
                      </p:cNvPr>
                      <p:cNvPicPr/>
                      <p:nvPr/>
                    </p:nvPicPr>
                    <p:blipFill>
                      <a:blip r:embed="rId76"/>
                      <a:stretch>
                        <a:fillRect/>
                      </a:stretch>
                    </p:blipFill>
                    <p:spPr>
                      <a:xfrm>
                        <a:off x="1588" y="1588"/>
                        <a:ext cx="1588" cy="1588"/>
                      </a:xfrm>
                      <a:prstGeom prst="rect">
                        <a:avLst/>
                      </a:prstGeom>
                    </p:spPr>
                  </p:pic>
                </p:oleObj>
              </mc:Fallback>
            </mc:AlternateContent>
          </a:graphicData>
        </a:graphic>
      </p:graphicFrame>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0" y="478800"/>
            <a:ext cx="9863997" cy="576000"/>
          </a:xfrm>
          <a:prstGeom prst="rect">
            <a:avLst/>
          </a:prstGeom>
        </p:spPr>
        <p:txBody>
          <a:bodyPr vert="horz" lIns="0" tIns="0" rIns="324000" bIns="14400" rtlCol="0" anchor="t" anchorCtr="0">
            <a:noAutofit/>
          </a:bodyPr>
          <a:lstStyle/>
          <a:p>
            <a:r>
              <a:rPr lang="en-US" noProof="0" err="1"/>
              <a:t>Titelmasterformat</a:t>
            </a:r>
            <a:r>
              <a:rPr lang="en-US" noProof="0"/>
              <a:t> </a:t>
            </a:r>
            <a:r>
              <a:rPr lang="en-US" noProof="0" err="1"/>
              <a:t>durch</a:t>
            </a:r>
            <a:r>
              <a:rPr lang="en-US" noProof="0"/>
              <a:t> </a:t>
            </a:r>
            <a:r>
              <a:rPr lang="en-US" noProof="0" err="1"/>
              <a:t>Klicken</a:t>
            </a:r>
            <a:r>
              <a:rPr lang="en-US" noProof="0"/>
              <a:t> </a:t>
            </a:r>
            <a:r>
              <a:rPr lang="en-US" noProof="0" err="1"/>
              <a:t>bearbeiten</a:t>
            </a:r>
            <a:endParaRPr lang="en-US" noProof="0"/>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endParaRPr lang="en-US"/>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fld id="{4DAC1A74-E6DF-4951-AA6C-FE10D8F3A3D1}" type="slidenum">
              <a:rPr lang="en-US" smtClean="0"/>
              <a:t>‹#›</a:t>
            </a:fld>
            <a:endParaRPr lang="en-US"/>
          </a:p>
        </p:txBody>
      </p:sp>
    </p:spTree>
    <p:extLst>
      <p:ext uri="{BB962C8B-B14F-4D97-AF65-F5344CB8AC3E}">
        <p14:creationId xmlns:p14="http://schemas.microsoft.com/office/powerpoint/2010/main" val="10300147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Lst>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356C362-9B73-ED3A-A5AA-9F58E1BE2C39}"/>
              </a:ext>
            </a:extLst>
          </p:cNvPr>
          <p:cNvGraphicFramePr>
            <a:graphicFrameLocks noChangeAspect="1"/>
          </p:cNvGraphicFramePr>
          <p:nvPr>
            <p:custDataLst>
              <p:tags r:id="rId73"/>
            </p:custDataLst>
            <p:extLst>
              <p:ext uri="{D42A27DB-BD31-4B8C-83A1-F6EECF244321}">
                <p14:modId xmlns:p14="http://schemas.microsoft.com/office/powerpoint/2010/main" val="2012973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4" imgW="484" imgH="486" progId="TCLayout.ActiveDocument.1">
                  <p:embed/>
                </p:oleObj>
              </mc:Choice>
              <mc:Fallback>
                <p:oleObj name="think-cell Slide" r:id="rId74" imgW="484" imgH="486" progId="TCLayout.ActiveDocument.1">
                  <p:embed/>
                  <p:pic>
                    <p:nvPicPr>
                      <p:cNvPr id="7" name="think-cell data - do not delete" hidden="1">
                        <a:extLst>
                          <a:ext uri="{FF2B5EF4-FFF2-40B4-BE49-F238E27FC236}">
                            <a16:creationId xmlns:a16="http://schemas.microsoft.com/office/drawing/2014/main" id="{E356C362-9B73-ED3A-A5AA-9F58E1BE2C39}"/>
                          </a:ext>
                        </a:extLst>
                      </p:cNvPr>
                      <p:cNvPicPr/>
                      <p:nvPr/>
                    </p:nvPicPr>
                    <p:blipFill>
                      <a:blip r:embed="rId75"/>
                      <a:stretch>
                        <a:fillRect/>
                      </a:stretch>
                    </p:blipFill>
                    <p:spPr>
                      <a:xfrm>
                        <a:off x="1588" y="1588"/>
                        <a:ext cx="1588" cy="1588"/>
                      </a:xfrm>
                      <a:prstGeom prst="rect">
                        <a:avLst/>
                      </a:prstGeom>
                    </p:spPr>
                  </p:pic>
                </p:oleObj>
              </mc:Fallback>
            </mc:AlternateContent>
          </a:graphicData>
        </a:graphic>
      </p:graphicFrame>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0" y="478800"/>
            <a:ext cx="9863997" cy="576000"/>
          </a:xfrm>
          <a:prstGeom prst="rect">
            <a:avLst/>
          </a:prstGeom>
        </p:spPr>
        <p:txBody>
          <a:bodyPr vert="horz" lIns="0" tIns="0" rIns="324000" bIns="14400" rtlCol="0" anchor="t" anchorCtr="0">
            <a:noAutofit/>
          </a:bodyPr>
          <a:lstStyle/>
          <a:p>
            <a:r>
              <a:rPr lang="en-US" noProof="0" err="1"/>
              <a:t>Titelmasterformat</a:t>
            </a:r>
            <a:r>
              <a:rPr lang="en-US" noProof="0"/>
              <a:t> </a:t>
            </a:r>
            <a:r>
              <a:rPr lang="en-US" noProof="0" err="1"/>
              <a:t>durch</a:t>
            </a:r>
            <a:r>
              <a:rPr lang="en-US" noProof="0"/>
              <a:t> </a:t>
            </a:r>
            <a:r>
              <a:rPr lang="en-US" noProof="0" err="1"/>
              <a:t>Klicken</a:t>
            </a:r>
            <a:r>
              <a:rPr lang="en-US" noProof="0"/>
              <a:t> </a:t>
            </a:r>
            <a:r>
              <a:rPr lang="en-US" noProof="0" err="1"/>
              <a:t>bearbeiten</a:t>
            </a:r>
            <a:endParaRPr lang="en-US" noProof="0"/>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r>
              <a:rPr lang="en-US" noProof="0"/>
              <a:t>Unrestricted | © Siemens 2025 | September 2025</a:t>
            </a:r>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1957712799"/>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 id="2147483754" r:id="rId21"/>
    <p:sldLayoutId id="2147483755" r:id="rId22"/>
    <p:sldLayoutId id="2147483756" r:id="rId23"/>
    <p:sldLayoutId id="2147483757" r:id="rId24"/>
    <p:sldLayoutId id="2147483758" r:id="rId25"/>
    <p:sldLayoutId id="2147483759" r:id="rId26"/>
    <p:sldLayoutId id="2147483760" r:id="rId27"/>
    <p:sldLayoutId id="2147483761" r:id="rId28"/>
    <p:sldLayoutId id="2147483762" r:id="rId29"/>
    <p:sldLayoutId id="2147483763" r:id="rId30"/>
    <p:sldLayoutId id="2147483764" r:id="rId31"/>
    <p:sldLayoutId id="2147483765" r:id="rId32"/>
    <p:sldLayoutId id="2147483766" r:id="rId33"/>
    <p:sldLayoutId id="2147483767" r:id="rId34"/>
    <p:sldLayoutId id="2147483768" r:id="rId35"/>
    <p:sldLayoutId id="2147483769" r:id="rId36"/>
    <p:sldLayoutId id="2147483770" r:id="rId37"/>
    <p:sldLayoutId id="2147483771" r:id="rId38"/>
    <p:sldLayoutId id="2147483772" r:id="rId39"/>
    <p:sldLayoutId id="2147483773" r:id="rId40"/>
    <p:sldLayoutId id="2147483774" r:id="rId41"/>
    <p:sldLayoutId id="2147483775" r:id="rId42"/>
    <p:sldLayoutId id="2147483776" r:id="rId43"/>
    <p:sldLayoutId id="2147483777" r:id="rId44"/>
    <p:sldLayoutId id="2147483778" r:id="rId45"/>
    <p:sldLayoutId id="2147483779" r:id="rId46"/>
    <p:sldLayoutId id="2147483780" r:id="rId47"/>
    <p:sldLayoutId id="2147483781" r:id="rId48"/>
    <p:sldLayoutId id="2147483782" r:id="rId49"/>
    <p:sldLayoutId id="2147483783" r:id="rId50"/>
    <p:sldLayoutId id="2147483784" r:id="rId51"/>
    <p:sldLayoutId id="2147483785" r:id="rId52"/>
    <p:sldLayoutId id="2147483786" r:id="rId53"/>
    <p:sldLayoutId id="2147483787" r:id="rId54"/>
    <p:sldLayoutId id="2147483788" r:id="rId55"/>
    <p:sldLayoutId id="2147483789" r:id="rId56"/>
    <p:sldLayoutId id="2147483790" r:id="rId57"/>
    <p:sldLayoutId id="2147483791" r:id="rId58"/>
    <p:sldLayoutId id="2147483792" r:id="rId59"/>
    <p:sldLayoutId id="2147483793" r:id="rId60"/>
    <p:sldLayoutId id="2147483794" r:id="rId61"/>
    <p:sldLayoutId id="2147483795" r:id="rId62"/>
    <p:sldLayoutId id="2147483796" r:id="rId63"/>
    <p:sldLayoutId id="2147483797" r:id="rId64"/>
    <p:sldLayoutId id="2147483798" r:id="rId65"/>
    <p:sldLayoutId id="2147483799" r:id="rId66"/>
    <p:sldLayoutId id="2147483800" r:id="rId67"/>
    <p:sldLayoutId id="2147483801" r:id="rId68"/>
    <p:sldLayoutId id="2147483802" r:id="rId69"/>
    <p:sldLayoutId id="2147483803" r:id="rId70"/>
    <p:sldLayoutId id="2147483804" r:id="rId71"/>
  </p:sldLayoutIdLst>
  <p:hf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142B6D2-5BF3-2BF5-DA24-5771D97E3FD4}"/>
              </a:ext>
            </a:extLst>
          </p:cNvPr>
          <p:cNvGraphicFramePr>
            <a:graphicFrameLocks noChangeAspect="1"/>
          </p:cNvGraphicFramePr>
          <p:nvPr>
            <p:custDataLst>
              <p:tags r:id="rId82"/>
            </p:custDataLst>
            <p:extLst>
              <p:ext uri="{D42A27DB-BD31-4B8C-83A1-F6EECF244321}">
                <p14:modId xmlns:p14="http://schemas.microsoft.com/office/powerpoint/2010/main" val="4120613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83" imgW="306" imgH="306" progId="TCLayout.ActiveDocument.1">
                  <p:embed/>
                </p:oleObj>
              </mc:Choice>
              <mc:Fallback>
                <p:oleObj name="think-cell Folie" r:id="rId83" imgW="306" imgH="306" progId="TCLayout.ActiveDocument.1">
                  <p:embed/>
                  <p:pic>
                    <p:nvPicPr>
                      <p:cNvPr id="7" name="think-cell data - do not delete" hidden="1">
                        <a:extLst>
                          <a:ext uri="{FF2B5EF4-FFF2-40B4-BE49-F238E27FC236}">
                            <a16:creationId xmlns:a16="http://schemas.microsoft.com/office/drawing/2014/main" id="{F142B6D2-5BF3-2BF5-DA24-5771D97E3FD4}"/>
                          </a:ext>
                        </a:extLst>
                      </p:cNvPr>
                      <p:cNvPicPr/>
                      <p:nvPr/>
                    </p:nvPicPr>
                    <p:blipFill>
                      <a:blip r:embed="rId84"/>
                      <a:stretch>
                        <a:fillRect/>
                      </a:stretch>
                    </p:blipFill>
                    <p:spPr>
                      <a:xfrm>
                        <a:off x="1588" y="1588"/>
                        <a:ext cx="1588" cy="1588"/>
                      </a:xfrm>
                      <a:prstGeom prst="rect">
                        <a:avLst/>
                      </a:prstGeom>
                    </p:spPr>
                  </p:pic>
                </p:oleObj>
              </mc:Fallback>
            </mc:AlternateContent>
          </a:graphicData>
        </a:graphic>
      </p:graphicFrame>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0" y="478800"/>
            <a:ext cx="9863997" cy="576000"/>
          </a:xfrm>
          <a:prstGeom prst="rect">
            <a:avLst/>
          </a:prstGeom>
        </p:spPr>
        <p:txBody>
          <a:bodyPr vert="horz" lIns="0" tIns="0" rIns="324000" bIns="14400" rtlCol="0" anchor="t" anchorCtr="0">
            <a:noAutofit/>
          </a:bodyPr>
          <a:lstStyle/>
          <a:p>
            <a:r>
              <a:rPr lang="de-DE"/>
              <a:t>Mastertitelformat bearbeiten</a:t>
            </a:r>
            <a:endParaRPr lang="en-US" dirty="0"/>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r>
              <a:rPr lang="en-US"/>
              <a:t>Restricted | © Siemens 20XX | Author | Department | YYYY-MM-DD</a:t>
            </a:r>
            <a:endParaRPr lang="en-US" dirty="0"/>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r>
              <a:rPr lang="en-US"/>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380054779"/>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 id="2147483824" r:id="rId19"/>
    <p:sldLayoutId id="2147483825" r:id="rId20"/>
    <p:sldLayoutId id="2147483826" r:id="rId21"/>
    <p:sldLayoutId id="2147483827" r:id="rId22"/>
    <p:sldLayoutId id="2147483828" r:id="rId23"/>
    <p:sldLayoutId id="2147483829" r:id="rId24"/>
    <p:sldLayoutId id="2147483830" r:id="rId25"/>
    <p:sldLayoutId id="2147483831" r:id="rId26"/>
    <p:sldLayoutId id="2147483832" r:id="rId27"/>
    <p:sldLayoutId id="2147483833" r:id="rId28"/>
    <p:sldLayoutId id="2147483834" r:id="rId29"/>
    <p:sldLayoutId id="2147483835" r:id="rId30"/>
    <p:sldLayoutId id="2147483836" r:id="rId31"/>
    <p:sldLayoutId id="2147483837" r:id="rId32"/>
    <p:sldLayoutId id="2147483838" r:id="rId33"/>
    <p:sldLayoutId id="2147483839" r:id="rId34"/>
    <p:sldLayoutId id="2147483840" r:id="rId35"/>
    <p:sldLayoutId id="2147483841" r:id="rId36"/>
    <p:sldLayoutId id="2147483842" r:id="rId37"/>
    <p:sldLayoutId id="2147483843" r:id="rId38"/>
    <p:sldLayoutId id="2147483844" r:id="rId39"/>
    <p:sldLayoutId id="2147483845" r:id="rId40"/>
    <p:sldLayoutId id="2147483846" r:id="rId41"/>
    <p:sldLayoutId id="2147483847" r:id="rId42"/>
    <p:sldLayoutId id="2147483848" r:id="rId43"/>
    <p:sldLayoutId id="2147483849" r:id="rId44"/>
    <p:sldLayoutId id="2147483850" r:id="rId45"/>
    <p:sldLayoutId id="2147483851" r:id="rId46"/>
    <p:sldLayoutId id="2147483852" r:id="rId47"/>
    <p:sldLayoutId id="2147483853" r:id="rId48"/>
    <p:sldLayoutId id="2147483854" r:id="rId49"/>
    <p:sldLayoutId id="2147483855" r:id="rId50"/>
    <p:sldLayoutId id="2147483856" r:id="rId51"/>
    <p:sldLayoutId id="2147483857" r:id="rId52"/>
    <p:sldLayoutId id="2147483858" r:id="rId53"/>
    <p:sldLayoutId id="2147483859" r:id="rId54"/>
    <p:sldLayoutId id="2147483860" r:id="rId55"/>
    <p:sldLayoutId id="2147483861" r:id="rId56"/>
    <p:sldLayoutId id="2147483862" r:id="rId57"/>
    <p:sldLayoutId id="2147483863" r:id="rId58"/>
    <p:sldLayoutId id="2147483864" r:id="rId59"/>
    <p:sldLayoutId id="2147483865" r:id="rId60"/>
    <p:sldLayoutId id="2147483866" r:id="rId61"/>
    <p:sldLayoutId id="2147483867" r:id="rId62"/>
    <p:sldLayoutId id="2147483868" r:id="rId63"/>
    <p:sldLayoutId id="2147483869" r:id="rId64"/>
    <p:sldLayoutId id="2147483870" r:id="rId65"/>
    <p:sldLayoutId id="2147483871" r:id="rId66"/>
    <p:sldLayoutId id="2147483872" r:id="rId67"/>
    <p:sldLayoutId id="2147483873" r:id="rId68"/>
    <p:sldLayoutId id="2147483874" r:id="rId69"/>
    <p:sldLayoutId id="2147483875" r:id="rId70"/>
    <p:sldLayoutId id="2147483876" r:id="rId71"/>
    <p:sldLayoutId id="2147483877" r:id="rId72"/>
    <p:sldLayoutId id="2147483878" r:id="rId73"/>
    <p:sldLayoutId id="2147483879" r:id="rId74"/>
    <p:sldLayoutId id="2147483880" r:id="rId75"/>
    <p:sldLayoutId id="2147483881" r:id="rId76"/>
    <p:sldLayoutId id="2147483882" r:id="rId77"/>
    <p:sldLayoutId id="2147483883" r:id="rId78"/>
    <p:sldLayoutId id="2147483884" r:id="rId79"/>
    <p:sldLayoutId id="2147483885" r:id="rId80"/>
  </p:sldLayoutIdLst>
  <p:hf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356C362-9B73-ED3A-A5AA-9F58E1BE2C39}"/>
              </a:ext>
            </a:extLst>
          </p:cNvPr>
          <p:cNvGraphicFramePr>
            <a:graphicFrameLocks noChangeAspect="1"/>
          </p:cNvGraphicFramePr>
          <p:nvPr>
            <p:custDataLst>
              <p:tags r:id="rId73"/>
            </p:custDataLst>
            <p:extLst>
              <p:ext uri="{D42A27DB-BD31-4B8C-83A1-F6EECF244321}">
                <p14:modId xmlns:p14="http://schemas.microsoft.com/office/powerpoint/2010/main" val="2012973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4" imgW="484" imgH="486" progId="TCLayout.ActiveDocument.1">
                  <p:embed/>
                </p:oleObj>
              </mc:Choice>
              <mc:Fallback>
                <p:oleObj name="think-cell Slide" r:id="rId74" imgW="484" imgH="486" progId="TCLayout.ActiveDocument.1">
                  <p:embed/>
                  <p:pic>
                    <p:nvPicPr>
                      <p:cNvPr id="7" name="think-cell data - do not delete" hidden="1">
                        <a:extLst>
                          <a:ext uri="{FF2B5EF4-FFF2-40B4-BE49-F238E27FC236}">
                            <a16:creationId xmlns:a16="http://schemas.microsoft.com/office/drawing/2014/main" id="{E356C362-9B73-ED3A-A5AA-9F58E1BE2C39}"/>
                          </a:ext>
                        </a:extLst>
                      </p:cNvPr>
                      <p:cNvPicPr/>
                      <p:nvPr/>
                    </p:nvPicPr>
                    <p:blipFill>
                      <a:blip r:embed="rId75"/>
                      <a:stretch>
                        <a:fillRect/>
                      </a:stretch>
                    </p:blipFill>
                    <p:spPr>
                      <a:xfrm>
                        <a:off x="1588" y="1588"/>
                        <a:ext cx="1588" cy="1588"/>
                      </a:xfrm>
                      <a:prstGeom prst="rect">
                        <a:avLst/>
                      </a:prstGeom>
                    </p:spPr>
                  </p:pic>
                </p:oleObj>
              </mc:Fallback>
            </mc:AlternateContent>
          </a:graphicData>
        </a:graphic>
      </p:graphicFrame>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0" y="478800"/>
            <a:ext cx="9863997" cy="576000"/>
          </a:xfrm>
          <a:prstGeom prst="rect">
            <a:avLst/>
          </a:prstGeom>
        </p:spPr>
        <p:txBody>
          <a:bodyPr vert="horz" lIns="0" tIns="0" rIns="324000" bIns="14400" rtlCol="0" anchor="t" anchorCtr="0">
            <a:noAutofit/>
          </a:bodyPr>
          <a:lstStyle/>
          <a:p>
            <a:r>
              <a:rPr lang="en-US" noProof="0" err="1"/>
              <a:t>Titelmasterformat</a:t>
            </a:r>
            <a:r>
              <a:rPr lang="en-US" noProof="0"/>
              <a:t> </a:t>
            </a:r>
            <a:r>
              <a:rPr lang="en-US" noProof="0" err="1"/>
              <a:t>durch</a:t>
            </a:r>
            <a:r>
              <a:rPr lang="en-US" noProof="0"/>
              <a:t> </a:t>
            </a:r>
            <a:r>
              <a:rPr lang="en-US" noProof="0" err="1"/>
              <a:t>Klicken</a:t>
            </a:r>
            <a:r>
              <a:rPr lang="en-US" noProof="0"/>
              <a:t> </a:t>
            </a:r>
            <a:r>
              <a:rPr lang="en-US" noProof="0" err="1"/>
              <a:t>bearbeiten</a:t>
            </a:r>
            <a:endParaRPr lang="en-US" noProof="0"/>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Ebene</a:t>
            </a:r>
          </a:p>
          <a:p>
            <a:pPr lvl="2"/>
            <a:r>
              <a:rPr lang="en-US" noProof="0" err="1"/>
              <a:t>Dritte</a:t>
            </a:r>
            <a:r>
              <a:rPr lang="en-US" noProof="0"/>
              <a:t> Ebene</a:t>
            </a:r>
          </a:p>
          <a:p>
            <a:pPr lvl="3"/>
            <a:r>
              <a:rPr lang="en-US" noProof="0" err="1"/>
              <a:t>Vierte</a:t>
            </a:r>
            <a:r>
              <a:rPr lang="en-US" noProof="0"/>
              <a:t> Ebene</a:t>
            </a:r>
          </a:p>
          <a:p>
            <a:pPr lvl="4"/>
            <a:r>
              <a:rPr lang="en-US" noProof="0" err="1"/>
              <a:t>Fünfte</a:t>
            </a:r>
            <a:r>
              <a:rPr lang="en-US" noProof="0"/>
              <a:t> Ebene</a:t>
            </a:r>
          </a:p>
          <a:p>
            <a:pPr lvl="5"/>
            <a:r>
              <a:rPr lang="en-US" noProof="0" err="1"/>
              <a:t>Sechste</a:t>
            </a:r>
            <a:r>
              <a:rPr lang="en-US" noProof="0"/>
              <a:t> Ebene</a:t>
            </a:r>
          </a:p>
          <a:p>
            <a:pPr lvl="6"/>
            <a:r>
              <a:rPr lang="en-US" noProof="0" err="1"/>
              <a:t>Siebente</a:t>
            </a:r>
            <a:r>
              <a:rPr lang="en-US" noProof="0"/>
              <a:t> Ebene</a:t>
            </a:r>
          </a:p>
          <a:p>
            <a:pPr lvl="7"/>
            <a:r>
              <a:rPr lang="en-US" noProof="0" err="1"/>
              <a:t>Achte</a:t>
            </a:r>
            <a:r>
              <a:rPr lang="en-US" noProof="0"/>
              <a:t> Ebene</a:t>
            </a:r>
          </a:p>
          <a:p>
            <a:pPr lvl="8"/>
            <a:r>
              <a:rPr lang="en-US" noProof="0" err="1"/>
              <a:t>Neunte</a:t>
            </a:r>
            <a:r>
              <a:rPr lang="en-US" noProof="0"/>
              <a:t> Ebene</a:t>
            </a:r>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r>
              <a:rPr lang="en-US" noProof="0" dirty="0"/>
              <a:t>Unrestricted | © Siemens 2024 | November 2024</a:t>
            </a:r>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r>
              <a:rPr lang="en-US" noProof="0" err="1"/>
              <a:t>Seite</a:t>
            </a:r>
            <a:r>
              <a:rPr lang="en-US" noProof="0"/>
              <a:t> </a:t>
            </a:r>
            <a:fld id="{15EBE321-CBB1-4E91-BD14-37C8D44326FB}" type="slidenum">
              <a:rPr lang="en-US" noProof="0" smtClean="0"/>
              <a:pPr/>
              <a:t>‹#›</a:t>
            </a:fld>
            <a:endParaRPr lang="en-US" noProof="0"/>
          </a:p>
        </p:txBody>
      </p:sp>
    </p:spTree>
    <p:extLst>
      <p:ext uri="{BB962C8B-B14F-4D97-AF65-F5344CB8AC3E}">
        <p14:creationId xmlns:p14="http://schemas.microsoft.com/office/powerpoint/2010/main" val="2373697101"/>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 id="2147483898" r:id="rId12"/>
    <p:sldLayoutId id="2147483899" r:id="rId13"/>
    <p:sldLayoutId id="2147483900" r:id="rId14"/>
    <p:sldLayoutId id="2147483901" r:id="rId15"/>
    <p:sldLayoutId id="2147483902" r:id="rId16"/>
    <p:sldLayoutId id="2147483903" r:id="rId17"/>
    <p:sldLayoutId id="2147483904" r:id="rId18"/>
    <p:sldLayoutId id="2147483905" r:id="rId19"/>
    <p:sldLayoutId id="2147483906" r:id="rId20"/>
    <p:sldLayoutId id="2147483907" r:id="rId21"/>
    <p:sldLayoutId id="2147483908" r:id="rId22"/>
    <p:sldLayoutId id="2147483909" r:id="rId23"/>
    <p:sldLayoutId id="2147483910" r:id="rId24"/>
    <p:sldLayoutId id="2147483911" r:id="rId25"/>
    <p:sldLayoutId id="2147483912" r:id="rId26"/>
    <p:sldLayoutId id="2147483913" r:id="rId27"/>
    <p:sldLayoutId id="2147483914" r:id="rId28"/>
    <p:sldLayoutId id="2147483915" r:id="rId29"/>
    <p:sldLayoutId id="2147483916" r:id="rId30"/>
    <p:sldLayoutId id="2147483917" r:id="rId31"/>
    <p:sldLayoutId id="2147483918" r:id="rId32"/>
    <p:sldLayoutId id="2147483919" r:id="rId33"/>
    <p:sldLayoutId id="2147483920" r:id="rId34"/>
    <p:sldLayoutId id="2147483921" r:id="rId35"/>
    <p:sldLayoutId id="2147483922" r:id="rId36"/>
    <p:sldLayoutId id="2147483923" r:id="rId37"/>
    <p:sldLayoutId id="2147483924" r:id="rId38"/>
    <p:sldLayoutId id="2147483925" r:id="rId39"/>
    <p:sldLayoutId id="2147483926" r:id="rId40"/>
    <p:sldLayoutId id="2147483927" r:id="rId41"/>
    <p:sldLayoutId id="2147483928" r:id="rId42"/>
    <p:sldLayoutId id="2147483929" r:id="rId43"/>
    <p:sldLayoutId id="2147483930" r:id="rId44"/>
    <p:sldLayoutId id="2147483931" r:id="rId45"/>
    <p:sldLayoutId id="2147483932" r:id="rId46"/>
    <p:sldLayoutId id="2147483933" r:id="rId47"/>
    <p:sldLayoutId id="2147483934" r:id="rId48"/>
    <p:sldLayoutId id="2147483935" r:id="rId49"/>
    <p:sldLayoutId id="2147483936" r:id="rId50"/>
    <p:sldLayoutId id="2147483937" r:id="rId51"/>
    <p:sldLayoutId id="2147483938" r:id="rId52"/>
    <p:sldLayoutId id="2147483939" r:id="rId53"/>
    <p:sldLayoutId id="2147483940" r:id="rId54"/>
    <p:sldLayoutId id="2147483941" r:id="rId55"/>
    <p:sldLayoutId id="2147483942" r:id="rId56"/>
    <p:sldLayoutId id="2147483943" r:id="rId57"/>
    <p:sldLayoutId id="2147483944" r:id="rId58"/>
    <p:sldLayoutId id="2147483945" r:id="rId59"/>
    <p:sldLayoutId id="2147483946" r:id="rId60"/>
    <p:sldLayoutId id="2147483947" r:id="rId61"/>
    <p:sldLayoutId id="2147483948" r:id="rId62"/>
    <p:sldLayoutId id="2147483949" r:id="rId63"/>
    <p:sldLayoutId id="2147483950" r:id="rId64"/>
    <p:sldLayoutId id="2147483951" r:id="rId65"/>
    <p:sldLayoutId id="2147483952" r:id="rId66"/>
    <p:sldLayoutId id="2147483953" r:id="rId67"/>
    <p:sldLayoutId id="2147483954" r:id="rId68"/>
    <p:sldLayoutId id="2147483955" r:id="rId69"/>
    <p:sldLayoutId id="2147483956" r:id="rId70"/>
    <p:sldLayoutId id="2147483957" r:id="rId71"/>
  </p:sldLayoutIdLst>
  <p:hf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FDA058D-FC8D-4598-FEDE-FFAA3E1B965F}"/>
              </a:ext>
            </a:extLst>
          </p:cNvPr>
          <p:cNvGraphicFramePr>
            <a:graphicFrameLocks noChangeAspect="1"/>
          </p:cNvGraphicFramePr>
          <p:nvPr userDrawn="1">
            <p:custDataLst>
              <p:tags r:id="rId4"/>
            </p:custDataLst>
            <p:extLst>
              <p:ext uri="{D42A27DB-BD31-4B8C-83A1-F6EECF244321}">
                <p14:modId xmlns:p14="http://schemas.microsoft.com/office/powerpoint/2010/main" val="42259344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06" imgH="306" progId="TCLayout.ActiveDocument.1">
                  <p:embed/>
                </p:oleObj>
              </mc:Choice>
              <mc:Fallback>
                <p:oleObj name="think-cell Folie" r:id="rId5" imgW="306" imgH="306" progId="TCLayout.ActiveDocument.1">
                  <p:embed/>
                  <p:pic>
                    <p:nvPicPr>
                      <p:cNvPr id="7" name="think-cell data - do not delete" hidden="1">
                        <a:extLst>
                          <a:ext uri="{FF2B5EF4-FFF2-40B4-BE49-F238E27FC236}">
                            <a16:creationId xmlns:a16="http://schemas.microsoft.com/office/drawing/2014/main" id="{AFDA058D-FC8D-4598-FEDE-FFAA3E1B965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Placeholder" descr="Slide headline">
            <a:extLst>
              <a:ext uri="{FF2B5EF4-FFF2-40B4-BE49-F238E27FC236}">
                <a16:creationId xmlns:a16="http://schemas.microsoft.com/office/drawing/2014/main" id="{2500D031-E8B7-42AD-B616-57A243A31EFA}"/>
              </a:ext>
            </a:extLst>
          </p:cNvPr>
          <p:cNvSpPr>
            <a:spLocks noGrp="1"/>
          </p:cNvSpPr>
          <p:nvPr>
            <p:ph type="title"/>
          </p:nvPr>
        </p:nvSpPr>
        <p:spPr bwMode="black">
          <a:xfrm>
            <a:off x="410400" y="478800"/>
            <a:ext cx="9863997" cy="576000"/>
          </a:xfrm>
          <a:prstGeom prst="rect">
            <a:avLst/>
          </a:prstGeom>
        </p:spPr>
        <p:txBody>
          <a:bodyPr vert="horz" lIns="0" tIns="0" rIns="324000" bIns="14400" rtlCol="0" anchor="t" anchorCtr="0">
            <a:noAutofit/>
          </a:bodyPr>
          <a:lstStyle/>
          <a:p>
            <a:r>
              <a:rPr lang="en-US"/>
              <a:t>Click to edit Master title style</a:t>
            </a:r>
          </a:p>
        </p:txBody>
      </p:sp>
      <p:sp>
        <p:nvSpPr>
          <p:cNvPr id="3" name="Text Placeholder" descr="Content text frame">
            <a:extLst>
              <a:ext uri="{FF2B5EF4-FFF2-40B4-BE49-F238E27FC236}">
                <a16:creationId xmlns:a16="http://schemas.microsoft.com/office/drawing/2014/main" id="{6750A408-ED0E-47CF-AC3A-5AD4A6E25CE3}"/>
              </a:ext>
            </a:extLst>
          </p:cNvPr>
          <p:cNvSpPr>
            <a:spLocks noGrp="1"/>
          </p:cNvSpPr>
          <p:nvPr>
            <p:ph type="body" idx="1"/>
          </p:nvPr>
        </p:nvSpPr>
        <p:spPr bwMode="black">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descr="Footer with copyright, author and department information, and date">
            <a:extLst>
              <a:ext uri="{FF2B5EF4-FFF2-40B4-BE49-F238E27FC236}">
                <a16:creationId xmlns:a16="http://schemas.microsoft.com/office/drawing/2014/main" id="{4F5CAFE5-0972-49AB-B42B-7C613C153AFE}"/>
              </a:ext>
            </a:extLst>
          </p:cNvPr>
          <p:cNvSpPr>
            <a:spLocks noGrp="1"/>
          </p:cNvSpPr>
          <p:nvPr>
            <p:ph type="ftr" sz="quarter" idx="3"/>
          </p:nvPr>
        </p:nvSpPr>
        <p:spPr bwMode="black">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latin typeface="+mn-lt"/>
              </a:defRPr>
            </a:lvl1pPr>
          </a:lstStyle>
          <a:p>
            <a:r>
              <a:rPr lang="en-US"/>
              <a:t>Restricted | © Siemens 2026 | FT RPD SSP | 2026-04</a:t>
            </a:r>
          </a:p>
        </p:txBody>
      </p:sp>
      <p:sp>
        <p:nvSpPr>
          <p:cNvPr id="6" name="Slide Number Placeholder" descr="Page number">
            <a:extLst>
              <a:ext uri="{FF2B5EF4-FFF2-40B4-BE49-F238E27FC236}">
                <a16:creationId xmlns:a16="http://schemas.microsoft.com/office/drawing/2014/main" id="{1C051FD7-F65C-4306-9083-C9770A0AF2DF}"/>
              </a:ext>
            </a:extLst>
          </p:cNvPr>
          <p:cNvSpPr>
            <a:spLocks noGrp="1"/>
          </p:cNvSpPr>
          <p:nvPr>
            <p:ph type="sldNum" sz="quarter" idx="4"/>
          </p:nvPr>
        </p:nvSpPr>
        <p:spPr bwMode="black">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latin typeface="+mn-lt"/>
              </a:defRPr>
            </a:lvl1pPr>
          </a:lstStyle>
          <a:p>
            <a:r>
              <a:rPr lang="en-US"/>
              <a:t>Page </a:t>
            </a:r>
            <a:fld id="{15EBE321-CBB1-4E91-BD14-37C8D44326FB}" type="slidenum">
              <a:rPr lang="en-US" smtClean="0"/>
              <a:pPr/>
              <a:t>‹#›</a:t>
            </a:fld>
            <a:endParaRPr lang="en-US"/>
          </a:p>
        </p:txBody>
      </p:sp>
    </p:spTree>
    <p:extLst>
      <p:ext uri="{BB962C8B-B14F-4D97-AF65-F5344CB8AC3E}">
        <p14:creationId xmlns:p14="http://schemas.microsoft.com/office/powerpoint/2010/main" val="3995818660"/>
      </p:ext>
    </p:extLst>
  </p:cSld>
  <p:clrMap bg1="lt1" tx1="dk1" bg2="lt2" tx2="dk2" accent1="accent1" accent2="accent2" accent3="accent3" accent4="accent4" accent5="accent5" accent6="accent6" hlink="hlink" folHlink="folHlink"/>
  <p:sldLayoutIdLst>
    <p:sldLayoutId id="2147483959" r:id="rId1"/>
    <p:sldLayoutId id="2147483960" r:id="rId2"/>
  </p:sldLayoutIdLst>
  <p:hf sldNum="0"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hyperlink" Target="https://link.springer.com/article/10.1007/s10664-026-10911-6" TargetMode="External"/><Relationship Id="rId2" Type="http://schemas.openxmlformats.org/officeDocument/2006/relationships/slideLayout" Target="../slideLayouts/slideLayout296.xml"/><Relationship Id="rId1" Type="http://schemas.openxmlformats.org/officeDocument/2006/relationships/tags" Target="../tags/tag6.xml"/><Relationship Id="rId6" Type="http://schemas.openxmlformats.org/officeDocument/2006/relationships/hyperlink" Target="https://www.semanticscholar.org/paper/Towards-Formal-Verification-of-LLM-Generated-Code-Councilman-Fu/85e816f8ee6278264e1b9657d7e0bf609b5b8e49" TargetMode="External"/><Relationship Id="rId5" Type="http://schemas.openxmlformats.org/officeDocument/2006/relationships/image" Target="../media/image27.emf"/><Relationship Id="rId4"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hyperlink" Target="https://ieeexplore.ieee.org/document/7782377" TargetMode="External"/><Relationship Id="rId2" Type="http://schemas.openxmlformats.org/officeDocument/2006/relationships/slideLayout" Target="../slideLayouts/slideLayout296.xml"/><Relationship Id="rId1" Type="http://schemas.openxmlformats.org/officeDocument/2006/relationships/tags" Target="../tags/tag7.xml"/><Relationship Id="rId6" Type="http://schemas.openxmlformats.org/officeDocument/2006/relationships/hyperlink" Target="https://www.researchgate.net/publication/397322065_Control_Barrier_Function_for_Aligning_Large_Language_Models" TargetMode="External"/><Relationship Id="rId5" Type="http://schemas.openxmlformats.org/officeDocument/2006/relationships/image" Target="../media/image27.e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hyperlink" Target="https://arxiv.org/pdf/2602.00359" TargetMode="External"/><Relationship Id="rId2" Type="http://schemas.openxmlformats.org/officeDocument/2006/relationships/slideLayout" Target="../slideLayouts/slideLayout296.xml"/><Relationship Id="rId1" Type="http://schemas.openxmlformats.org/officeDocument/2006/relationships/tags" Target="../tags/tag8.xml"/><Relationship Id="rId6" Type="http://schemas.openxmlformats.org/officeDocument/2006/relationships/hyperlink" Target="https://arxiv.org/abs/2505.22954" TargetMode="External"/><Relationship Id="rId5" Type="http://schemas.openxmlformats.org/officeDocument/2006/relationships/image" Target="../media/image27.e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hyperlink" Target="https://link.springer.com/chapter/10.1007/978-981-99-9043-6_25" TargetMode="External"/><Relationship Id="rId2" Type="http://schemas.openxmlformats.org/officeDocument/2006/relationships/slideLayout" Target="../slideLayouts/slideLayout296.xml"/><Relationship Id="rId1" Type="http://schemas.openxmlformats.org/officeDocument/2006/relationships/tags" Target="../tags/tag9.xml"/><Relationship Id="rId6" Type="http://schemas.openxmlformats.org/officeDocument/2006/relationships/hyperlink" Target="https://rdi.berkeley.edu/assets/position-auto-sd.pdf" TargetMode="External"/><Relationship Id="rId5" Type="http://schemas.openxmlformats.org/officeDocument/2006/relationships/image" Target="../media/image27.e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hyperlink" Target="https://dl.acm.org/doi/10.5555/1145675.1145693" TargetMode="External"/><Relationship Id="rId2" Type="http://schemas.openxmlformats.org/officeDocument/2006/relationships/slideLayout" Target="../slideLayouts/slideLayout296.xml"/><Relationship Id="rId1" Type="http://schemas.openxmlformats.org/officeDocument/2006/relationships/tags" Target="../tags/tag10.xml"/><Relationship Id="rId6" Type="http://schemas.openxmlformats.org/officeDocument/2006/relationships/hyperlink" Target="https://ieeexplore.ieee.org/document/1160055" TargetMode="External"/><Relationship Id="rId5" Type="http://schemas.openxmlformats.org/officeDocument/2006/relationships/image" Target="../media/image27.e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hyperlink" Target="https://www.sciencedirect.com/science/article/abs/pii/S0164121217300201" TargetMode="External"/><Relationship Id="rId2" Type="http://schemas.openxmlformats.org/officeDocument/2006/relationships/slideLayout" Target="../slideLayouts/slideLayout296.xml"/><Relationship Id="rId1" Type="http://schemas.openxmlformats.org/officeDocument/2006/relationships/tags" Target="../tags/tag11.xml"/><Relationship Id="rId6" Type="http://schemas.openxmlformats.org/officeDocument/2006/relationships/hyperlink" Target="https://arxiv.org/abs/2503.18666" TargetMode="External"/><Relationship Id="rId5" Type="http://schemas.openxmlformats.org/officeDocument/2006/relationships/image" Target="../media/image27.e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hyperlink" Target="https://link.springer.com/chapter/10.1007/978-3-642-35813-5_5" TargetMode="External"/><Relationship Id="rId2" Type="http://schemas.openxmlformats.org/officeDocument/2006/relationships/slideLayout" Target="../slideLayouts/slideLayout296.xml"/><Relationship Id="rId1" Type="http://schemas.openxmlformats.org/officeDocument/2006/relationships/tags" Target="../tags/tag12.xml"/><Relationship Id="rId6" Type="http://schemas.openxmlformats.org/officeDocument/2006/relationships/hyperlink" Target="https://arxiv.org/abs/2303.16530" TargetMode="External"/><Relationship Id="rId5" Type="http://schemas.openxmlformats.org/officeDocument/2006/relationships/image" Target="../media/image27.e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hyperlink" Target="https://aclanthology.org/2026.findings-acl.2091/" TargetMode="External"/><Relationship Id="rId2" Type="http://schemas.openxmlformats.org/officeDocument/2006/relationships/slideLayout" Target="../slideLayouts/slideLayout296.xml"/><Relationship Id="rId1" Type="http://schemas.openxmlformats.org/officeDocument/2006/relationships/tags" Target="../tags/tag13.xml"/><Relationship Id="rId6" Type="http://schemas.openxmlformats.org/officeDocument/2006/relationships/hyperlink" Target="https://dl.acm.org/doi/10.5555/3504035.3504361" TargetMode="External"/><Relationship Id="rId5" Type="http://schemas.openxmlformats.org/officeDocument/2006/relationships/image" Target="../media/image27.emf"/><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9A236D7-B373-2B6A-D3FE-A67A43692B9E}"/>
              </a:ext>
            </a:extLst>
          </p:cNvPr>
          <p:cNvSpPr>
            <a:spLocks noGrp="1"/>
          </p:cNvSpPr>
          <p:nvPr>
            <p:ph type="title"/>
          </p:nvPr>
        </p:nvSpPr>
        <p:spPr>
          <a:xfrm>
            <a:off x="410400" y="2645571"/>
            <a:ext cx="11376788" cy="1231106"/>
          </a:xfrm>
        </p:spPr>
        <p:txBody>
          <a:bodyPr/>
          <a:lstStyle/>
          <a:p>
            <a:r>
              <a:rPr lang="en-US" noProof="0" dirty="0"/>
              <a:t>Seminar Topics</a:t>
            </a:r>
          </a:p>
        </p:txBody>
      </p:sp>
    </p:spTree>
    <p:extLst>
      <p:ext uri="{BB962C8B-B14F-4D97-AF65-F5344CB8AC3E}">
        <p14:creationId xmlns:p14="http://schemas.microsoft.com/office/powerpoint/2010/main" val="3457834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53B28-3E1B-AF81-E58C-A33399C9425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7BBCA0D-D70F-DAE3-DE96-4CC8C59943B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think-cell data - do not delete" hidden="1">
                        <a:extLst>
                          <a:ext uri="{FF2B5EF4-FFF2-40B4-BE49-F238E27FC236}">
                            <a16:creationId xmlns:a16="http://schemas.microsoft.com/office/drawing/2014/main" id="{77BBCA0D-D70F-DAE3-DE96-4CC8C59943B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458AEA8D-FB47-C7AB-C966-BB59B6933C44}"/>
              </a:ext>
            </a:extLst>
          </p:cNvPr>
          <p:cNvSpPr>
            <a:spLocks noGrp="1"/>
          </p:cNvSpPr>
          <p:nvPr>
            <p:ph type="title"/>
          </p:nvPr>
        </p:nvSpPr>
        <p:spPr/>
        <p:txBody>
          <a:bodyPr vert="horz"/>
          <a:lstStyle/>
          <a:p>
            <a:r>
              <a:rPr lang="en-US" b="0" noProof="0" dirty="0"/>
              <a:t>Topic 1: </a:t>
            </a:r>
            <a:r>
              <a:rPr lang="en-US" noProof="0" dirty="0"/>
              <a:t>Verifying Functional Correctness in LLM-Refactored Code: Techniques, Trade-offs, and Open Problems</a:t>
            </a:r>
            <a:br>
              <a:rPr lang="en-US" b="0" noProof="0" dirty="0"/>
            </a:br>
            <a:endParaRPr lang="en-US" b="0" noProof="0" dirty="0"/>
          </a:p>
        </p:txBody>
      </p:sp>
      <p:sp>
        <p:nvSpPr>
          <p:cNvPr id="3" name="Fußzeilenplatzhalter 2">
            <a:extLst>
              <a:ext uri="{FF2B5EF4-FFF2-40B4-BE49-F238E27FC236}">
                <a16:creationId xmlns:a16="http://schemas.microsoft.com/office/drawing/2014/main" id="{56F47F56-67A9-CA4A-C58F-02F7A088AB2A}"/>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0" i="0" u="none" strike="noStrike" kern="0" cap="none" spc="0" normalizeH="0" baseline="0" noProof="0" dirty="0">
                <a:ln>
                  <a:noFill/>
                </a:ln>
                <a:solidFill>
                  <a:prstClr val="white"/>
                </a:solidFill>
                <a:effectLst/>
                <a:uLnTx/>
                <a:uFillTx/>
                <a:latin typeface="Arial"/>
                <a:ea typeface="+mn-ea"/>
                <a:cs typeface="+mn-cs"/>
              </a:rPr>
              <a:t>Restricted | © Siemens 2026 | FT RPD SSP | 2026-08</a:t>
            </a:r>
          </a:p>
        </p:txBody>
      </p:sp>
      <p:sp>
        <p:nvSpPr>
          <p:cNvPr id="26" name="Slide Number Placeholder">
            <a:extLst>
              <a:ext uri="{FF2B5EF4-FFF2-40B4-BE49-F238E27FC236}">
                <a16:creationId xmlns:a16="http://schemas.microsoft.com/office/drawing/2014/main" id="{EA1922A7-75E9-DCC4-47EB-9F3CEAF4D12E}"/>
              </a:ext>
              <a:ext uri="{C183D7F6-B498-43B3-948B-1728B52AA6E4}">
                <adec:decorative xmlns:adec="http://schemas.microsoft.com/office/drawing/2017/decorative" val="1"/>
              </a:ext>
            </a:extLst>
          </p:cNvPr>
          <p:cNvSpPr>
            <a:spLocks noGrp="1"/>
          </p:cNvSpPr>
          <p:nvPr>
            <p:ph type="sldNum" sz="quarter" idx="11"/>
          </p:nvPr>
        </p:nvSpPr>
        <p:spPr bwMode="black">
          <a:xfrm>
            <a:off x="411162" y="6310800"/>
            <a:ext cx="648000" cy="547200"/>
          </a:xfrm>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1" i="0" u="none" strike="noStrike" kern="0" cap="none" spc="0" normalizeH="0" baseline="0" noProof="0" dirty="0">
                <a:ln>
                  <a:noFill/>
                </a:ln>
                <a:solidFill>
                  <a:prstClr val="white"/>
                </a:solidFill>
                <a:effectLst/>
                <a:uLnTx/>
                <a:uFillTx/>
                <a:latin typeface="Arial"/>
                <a:ea typeface="+mn-ea"/>
                <a:cs typeface="+mn-cs"/>
              </a:rPr>
              <a:t>Page </a:t>
            </a:r>
            <a:fld id="{15EBE321-CBB1-4E91-BD14-37C8D44326FB}" type="slidenum">
              <a:rPr kumimoji="0" lang="en-US" sz="900" b="1" i="0" u="none" strike="noStrike" kern="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
                  <a:srgbClr val="009999"/>
                </a:buClr>
                <a:buSzTx/>
                <a:buFontTx/>
                <a:buNone/>
                <a:tabLst/>
                <a:defRPr/>
              </a:pPr>
              <a:t>2</a:t>
            </a:fld>
            <a:endParaRPr kumimoji="0" lang="en-US" sz="900" b="1" i="0" u="none" strike="noStrike" kern="0" cap="none" spc="0" normalizeH="0" baseline="0" noProof="0" dirty="0">
              <a:ln>
                <a:noFill/>
              </a:ln>
              <a:solidFill>
                <a:prstClr val="white"/>
              </a:solidFill>
              <a:effectLst/>
              <a:uLnTx/>
              <a:uFillTx/>
              <a:latin typeface="Arial"/>
              <a:ea typeface="+mn-ea"/>
              <a:cs typeface="+mn-cs"/>
            </a:endParaRPr>
          </a:p>
        </p:txBody>
      </p:sp>
      <p:sp>
        <p:nvSpPr>
          <p:cNvPr id="4" name="TextBox 3">
            <a:extLst>
              <a:ext uri="{FF2B5EF4-FFF2-40B4-BE49-F238E27FC236}">
                <a16:creationId xmlns:a16="http://schemas.microsoft.com/office/drawing/2014/main" id="{93110394-1024-E8DC-638D-7025F7889DFF}"/>
              </a:ext>
            </a:extLst>
          </p:cNvPr>
          <p:cNvSpPr txBox="1"/>
          <p:nvPr/>
        </p:nvSpPr>
        <p:spPr>
          <a:xfrm>
            <a:off x="482009" y="1240465"/>
            <a:ext cx="11135833" cy="3231654"/>
          </a:xfrm>
          <a:prstGeom prst="rect">
            <a:avLst/>
          </a:prstGeom>
          <a:noFill/>
        </p:spPr>
        <p:txBody>
          <a:bodyPr wrap="square" lIns="0" tIns="0" rIns="0" bIns="0" rtlCol="0">
            <a:spAutoFit/>
          </a:bodyPr>
          <a:lstStyle/>
          <a:p>
            <a:pPr algn="l"/>
            <a:r>
              <a:rPr lang="en-US" sz="1400" b="1" noProof="0" dirty="0">
                <a:solidFill>
                  <a:schemeClr val="tx1"/>
                </a:solidFill>
              </a:rPr>
              <a:t>Reference Paper: </a:t>
            </a:r>
          </a:p>
          <a:p>
            <a:pPr algn="l"/>
            <a:r>
              <a:rPr lang="en-US" sz="1400" noProof="0" dirty="0">
                <a:solidFill>
                  <a:schemeClr val="tx1"/>
                </a:solidFill>
                <a:hlinkClick r:id="rId6"/>
              </a:rPr>
              <a:t>Formal Verification of LLM-Generated Code from Natural Language Prompts</a:t>
            </a:r>
            <a:endParaRPr lang="en-US" sz="1400" noProof="0" dirty="0">
              <a:solidFill>
                <a:schemeClr val="tx1"/>
              </a:solidFill>
            </a:endParaRPr>
          </a:p>
          <a:p>
            <a:pPr algn="l"/>
            <a:r>
              <a:rPr lang="en-US" sz="1400" noProof="0" dirty="0">
                <a:solidFill>
                  <a:schemeClr val="tx1"/>
                </a:solidFill>
                <a:hlinkClick r:id="rId7"/>
              </a:rPr>
              <a:t>An empirical study of LLM-based refactoring consistency</a:t>
            </a:r>
            <a:endParaRPr lang="en-US" sz="1400" noProof="0" dirty="0">
              <a:solidFill>
                <a:schemeClr val="tx1"/>
              </a:solidFill>
            </a:endParaRPr>
          </a:p>
          <a:p>
            <a:pPr algn="l"/>
            <a:endParaRPr lang="en-US" sz="1400" noProof="0" dirty="0">
              <a:solidFill>
                <a:schemeClr val="tx1"/>
              </a:solidFill>
            </a:endParaRPr>
          </a:p>
          <a:p>
            <a:pPr algn="l"/>
            <a:endParaRPr lang="en-US" sz="1400" noProof="0" dirty="0">
              <a:solidFill>
                <a:schemeClr val="tx1"/>
              </a:solidFill>
            </a:endParaRPr>
          </a:p>
          <a:p>
            <a:pPr algn="l"/>
            <a:r>
              <a:rPr lang="en-US" sz="1400" b="1" noProof="0" dirty="0">
                <a:solidFill>
                  <a:schemeClr val="tx1"/>
                </a:solidFill>
              </a:rPr>
              <a:t>What is the topic about?</a:t>
            </a:r>
          </a:p>
          <a:p>
            <a:pPr algn="l"/>
            <a:br>
              <a:rPr lang="en-US" sz="1400" noProof="0" dirty="0">
                <a:solidFill>
                  <a:schemeClr val="tx1"/>
                </a:solidFill>
              </a:rPr>
            </a:br>
            <a:r>
              <a:rPr lang="en-US" sz="1400" noProof="0" dirty="0">
                <a:solidFill>
                  <a:schemeClr val="tx1"/>
                </a:solidFill>
              </a:rPr>
              <a:t>LLMs are increasingly used to refactor code, but they were initially trained to model language patterns, not program semantics, so a refactor can look fluent and coherent while quietly changing what the code actually does. Existing test suites offer weak protection here, since they check only a handful of the infinitely many possible inputs and can pass even on subtly broken code. This seminar surveys the techniques researchers have proposed to close that gap from LLMs judging their own equivalence, to AST and embedding similarity, to metamorphic testing and formal SMT-based verification and asks how well each one actually detects a real behavioral change versus how well it merely looks like it does. </a:t>
            </a:r>
          </a:p>
          <a:p>
            <a:pPr algn="l"/>
            <a:r>
              <a:rPr lang="en-US" sz="1400" noProof="0" dirty="0">
                <a:solidFill>
                  <a:schemeClr val="tx1"/>
                </a:solidFill>
              </a:rPr>
              <a:t>The goal is a critical comparison, not a summary: which techniques are practical today, which are still conceptual ideas, and where the field still has no good answer.</a:t>
            </a:r>
          </a:p>
        </p:txBody>
      </p:sp>
    </p:spTree>
    <p:extLst>
      <p:ext uri="{BB962C8B-B14F-4D97-AF65-F5344CB8AC3E}">
        <p14:creationId xmlns:p14="http://schemas.microsoft.com/office/powerpoint/2010/main" val="59671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07DBE-8ADA-47F4-5DBB-7F495A3B343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C7532DF-EA8A-59AD-0966-16EF74D9B3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think-cell data - do not delete" hidden="1">
                        <a:extLst>
                          <a:ext uri="{FF2B5EF4-FFF2-40B4-BE49-F238E27FC236}">
                            <a16:creationId xmlns:a16="http://schemas.microsoft.com/office/drawing/2014/main" id="{77BBCA0D-D70F-DAE3-DE96-4CC8C59943B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35B02746-FB86-9CED-4172-D61913492BA8}"/>
              </a:ext>
            </a:extLst>
          </p:cNvPr>
          <p:cNvSpPr>
            <a:spLocks noGrp="1"/>
          </p:cNvSpPr>
          <p:nvPr>
            <p:ph type="title"/>
          </p:nvPr>
        </p:nvSpPr>
        <p:spPr>
          <a:xfrm>
            <a:off x="410400" y="478800"/>
            <a:ext cx="10532583" cy="576000"/>
          </a:xfrm>
        </p:spPr>
        <p:txBody>
          <a:bodyPr vert="horz"/>
          <a:lstStyle/>
          <a:p>
            <a:r>
              <a:rPr lang="en-US" b="0" noProof="0" dirty="0"/>
              <a:t>Topic 2: </a:t>
            </a:r>
            <a:r>
              <a:rPr lang="en-US" noProof="0" dirty="0"/>
              <a:t>Control Barrier Functions as Safety Envelopes in Autonomous Systems</a:t>
            </a:r>
            <a:br>
              <a:rPr lang="en-US" b="0" noProof="0" dirty="0"/>
            </a:br>
            <a:endParaRPr lang="en-US" b="0" noProof="0" dirty="0"/>
          </a:p>
        </p:txBody>
      </p:sp>
      <p:sp>
        <p:nvSpPr>
          <p:cNvPr id="3" name="Fußzeilenplatzhalter 2">
            <a:extLst>
              <a:ext uri="{FF2B5EF4-FFF2-40B4-BE49-F238E27FC236}">
                <a16:creationId xmlns:a16="http://schemas.microsoft.com/office/drawing/2014/main" id="{AEBA512D-1FCD-D403-6BC6-0B73EDFE61FE}"/>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0" i="0" u="none" strike="noStrike" kern="0" cap="none" spc="0" normalizeH="0" baseline="0" noProof="0" dirty="0">
                <a:ln>
                  <a:noFill/>
                </a:ln>
                <a:solidFill>
                  <a:prstClr val="white"/>
                </a:solidFill>
                <a:effectLst/>
                <a:uLnTx/>
                <a:uFillTx/>
                <a:latin typeface="Arial"/>
                <a:ea typeface="+mn-ea"/>
                <a:cs typeface="+mn-cs"/>
              </a:rPr>
              <a:t>Restricted | © Siemens 2026 | FT RPD SSP | 2026-08</a:t>
            </a:r>
          </a:p>
        </p:txBody>
      </p:sp>
      <p:sp>
        <p:nvSpPr>
          <p:cNvPr id="26" name="Slide Number Placeholder">
            <a:extLst>
              <a:ext uri="{FF2B5EF4-FFF2-40B4-BE49-F238E27FC236}">
                <a16:creationId xmlns:a16="http://schemas.microsoft.com/office/drawing/2014/main" id="{85062803-F6C2-4C16-AD6B-F0C1DEBCD7DA}"/>
              </a:ext>
              <a:ext uri="{C183D7F6-B498-43B3-948B-1728B52AA6E4}">
                <adec:decorative xmlns:adec="http://schemas.microsoft.com/office/drawing/2017/decorative" val="1"/>
              </a:ext>
            </a:extLst>
          </p:cNvPr>
          <p:cNvSpPr>
            <a:spLocks noGrp="1"/>
          </p:cNvSpPr>
          <p:nvPr>
            <p:ph type="sldNum" sz="quarter" idx="11"/>
          </p:nvPr>
        </p:nvSpPr>
        <p:spPr bwMode="black">
          <a:xfrm>
            <a:off x="411162" y="6310800"/>
            <a:ext cx="648000" cy="547200"/>
          </a:xfrm>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1" i="0" u="none" strike="noStrike" kern="0" cap="none" spc="0" normalizeH="0" baseline="0" noProof="0" dirty="0">
                <a:ln>
                  <a:noFill/>
                </a:ln>
                <a:solidFill>
                  <a:prstClr val="white"/>
                </a:solidFill>
                <a:effectLst/>
                <a:uLnTx/>
                <a:uFillTx/>
                <a:latin typeface="Arial"/>
                <a:ea typeface="+mn-ea"/>
                <a:cs typeface="+mn-cs"/>
              </a:rPr>
              <a:t>Page </a:t>
            </a:r>
            <a:fld id="{15EBE321-CBB1-4E91-BD14-37C8D44326FB}" type="slidenum">
              <a:rPr kumimoji="0" lang="en-US" sz="900" b="1" i="0" u="none" strike="noStrike" kern="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
                  <a:srgbClr val="009999"/>
                </a:buClr>
                <a:buSzTx/>
                <a:buFontTx/>
                <a:buNone/>
                <a:tabLst/>
                <a:defRPr/>
              </a:pPr>
              <a:t>3</a:t>
            </a:fld>
            <a:endParaRPr kumimoji="0" lang="en-US" sz="900" b="1" i="0" u="none" strike="noStrike" kern="0" cap="none" spc="0" normalizeH="0" baseline="0" noProof="0" dirty="0">
              <a:ln>
                <a:noFill/>
              </a:ln>
              <a:solidFill>
                <a:prstClr val="white"/>
              </a:solidFill>
              <a:effectLst/>
              <a:uLnTx/>
              <a:uFillTx/>
              <a:latin typeface="Arial"/>
              <a:ea typeface="+mn-ea"/>
              <a:cs typeface="+mn-cs"/>
            </a:endParaRPr>
          </a:p>
        </p:txBody>
      </p:sp>
      <p:sp>
        <p:nvSpPr>
          <p:cNvPr id="4" name="TextBox 3">
            <a:extLst>
              <a:ext uri="{FF2B5EF4-FFF2-40B4-BE49-F238E27FC236}">
                <a16:creationId xmlns:a16="http://schemas.microsoft.com/office/drawing/2014/main" id="{0FBA9510-842C-3ABE-1200-E17CB6AD2237}"/>
              </a:ext>
            </a:extLst>
          </p:cNvPr>
          <p:cNvSpPr txBox="1"/>
          <p:nvPr/>
        </p:nvSpPr>
        <p:spPr>
          <a:xfrm>
            <a:off x="482009" y="1240465"/>
            <a:ext cx="11135833" cy="2369880"/>
          </a:xfrm>
          <a:prstGeom prst="rect">
            <a:avLst/>
          </a:prstGeom>
          <a:noFill/>
        </p:spPr>
        <p:txBody>
          <a:bodyPr wrap="square" lIns="0" tIns="0" rIns="0" bIns="0" rtlCol="0">
            <a:spAutoFit/>
          </a:bodyPr>
          <a:lstStyle/>
          <a:p>
            <a:pPr algn="l"/>
            <a:r>
              <a:rPr lang="en-US" sz="1400" b="1" noProof="0" dirty="0">
                <a:solidFill>
                  <a:schemeClr val="tx1"/>
                </a:solidFill>
              </a:rPr>
              <a:t>Reference Paper: </a:t>
            </a:r>
          </a:p>
          <a:p>
            <a:pPr algn="l"/>
            <a:r>
              <a:rPr lang="en-US" sz="1400" noProof="0" dirty="0">
                <a:solidFill>
                  <a:schemeClr val="tx1"/>
                </a:solidFill>
                <a:hlinkClick r:id="rId6"/>
              </a:rPr>
              <a:t>Control Barrier Function for Aligning Large Language Models</a:t>
            </a:r>
            <a:endParaRPr lang="en-US" sz="1400" noProof="0" dirty="0">
              <a:solidFill>
                <a:schemeClr val="tx1"/>
              </a:solidFill>
            </a:endParaRPr>
          </a:p>
          <a:p>
            <a:pPr algn="l"/>
            <a:r>
              <a:rPr lang="en-US" sz="1400" noProof="0" dirty="0">
                <a:solidFill>
                  <a:schemeClr val="tx1"/>
                </a:solidFill>
                <a:hlinkClick r:id="rId7"/>
              </a:rPr>
              <a:t>Control Barrier Function Based Quadratic Programs for Safety Critical Systems</a:t>
            </a:r>
            <a:endParaRPr lang="en-US" sz="1400" noProof="0" dirty="0">
              <a:solidFill>
                <a:schemeClr val="tx1"/>
              </a:solidFill>
            </a:endParaRPr>
          </a:p>
          <a:p>
            <a:pPr algn="l"/>
            <a:endParaRPr lang="en-US" sz="1400" noProof="0" dirty="0">
              <a:solidFill>
                <a:schemeClr val="tx1"/>
              </a:solidFill>
            </a:endParaRPr>
          </a:p>
          <a:p>
            <a:pPr algn="l"/>
            <a:r>
              <a:rPr lang="en-US" sz="1400" b="1" noProof="0" dirty="0">
                <a:solidFill>
                  <a:schemeClr val="tx1"/>
                </a:solidFill>
              </a:rPr>
              <a:t>What is the topic about?</a:t>
            </a:r>
          </a:p>
          <a:p>
            <a:pPr algn="l"/>
            <a:br>
              <a:rPr lang="en-US" sz="1400" noProof="0" dirty="0">
                <a:solidFill>
                  <a:schemeClr val="tx1"/>
                </a:solidFill>
              </a:rPr>
            </a:br>
            <a:r>
              <a:rPr lang="en-US" sz="1400" noProof="0" dirty="0">
                <a:solidFill>
                  <a:schemeClr val="tx1"/>
                </a:solidFill>
              </a:rPr>
              <a:t>Control Barrier Functions (CBFs) originated as a way to formally bound the behavior of cyber-physical systems, guaranteeing they stay within a safe operating region despite disturbances. Since then, the same underlying idea has been adapted to constrain autonomy in increasingly software-native settings, first in classical autonomous software, and more recently in AI-driven agents using learned control barrier functions. </a:t>
            </a:r>
          </a:p>
          <a:p>
            <a:pPr algn="l"/>
            <a:r>
              <a:rPr lang="en-US" sz="1400" noProof="0" dirty="0">
                <a:solidFill>
                  <a:schemeClr val="tx1"/>
                </a:solidFill>
              </a:rPr>
              <a:t>The goal is an evolution analysis tracing how CBF-based safety envelopes evolved in autonomous systems before AI and post gen AI based </a:t>
            </a:r>
            <a:r>
              <a:rPr lang="en-US" sz="1400" u="sng" noProof="0" dirty="0">
                <a:solidFill>
                  <a:schemeClr val="tx1"/>
                </a:solidFill>
              </a:rPr>
              <a:t>autonomous systems</a:t>
            </a:r>
            <a:r>
              <a:rPr lang="en-US" sz="1400" noProof="0" dirty="0">
                <a:solidFill>
                  <a:schemeClr val="tx1"/>
                </a:solidFill>
              </a:rPr>
              <a:t>, identifying what changed in </a:t>
            </a:r>
            <a:r>
              <a:rPr lang="en-US" sz="1400" u="sng" noProof="0" dirty="0">
                <a:solidFill>
                  <a:schemeClr val="tx1"/>
                </a:solidFill>
              </a:rPr>
              <a:t>how the "envelope" is defined and enforced.</a:t>
            </a:r>
          </a:p>
        </p:txBody>
      </p:sp>
    </p:spTree>
    <p:extLst>
      <p:ext uri="{BB962C8B-B14F-4D97-AF65-F5344CB8AC3E}">
        <p14:creationId xmlns:p14="http://schemas.microsoft.com/office/powerpoint/2010/main" val="3303178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F2834-4269-A522-D755-FEE4BE5A4BC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0467C73-01D3-E9A3-3857-F339AD3DB33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think-cell data - do not delete" hidden="1">
                        <a:extLst>
                          <a:ext uri="{FF2B5EF4-FFF2-40B4-BE49-F238E27FC236}">
                            <a16:creationId xmlns:a16="http://schemas.microsoft.com/office/drawing/2014/main" id="{2C7532DF-EA8A-59AD-0966-16EF74D9B39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7C18630-7FFE-FE80-5870-76BB8ABA51B6}"/>
              </a:ext>
            </a:extLst>
          </p:cNvPr>
          <p:cNvSpPr>
            <a:spLocks noGrp="1"/>
          </p:cNvSpPr>
          <p:nvPr>
            <p:ph type="title"/>
          </p:nvPr>
        </p:nvSpPr>
        <p:spPr/>
        <p:txBody>
          <a:bodyPr vert="horz"/>
          <a:lstStyle/>
          <a:p>
            <a:r>
              <a:rPr lang="en-US" b="0" noProof="0" dirty="0"/>
              <a:t>Topic 3: </a:t>
            </a:r>
            <a:r>
              <a:rPr lang="en-US" noProof="0" dirty="0"/>
              <a:t>Architectures of Self-Evolving AI Agents</a:t>
            </a:r>
            <a:br>
              <a:rPr lang="en-US" b="0" noProof="0" dirty="0"/>
            </a:br>
            <a:endParaRPr lang="en-US" b="0" noProof="0" dirty="0"/>
          </a:p>
        </p:txBody>
      </p:sp>
      <p:sp>
        <p:nvSpPr>
          <p:cNvPr id="3" name="Fußzeilenplatzhalter 2">
            <a:extLst>
              <a:ext uri="{FF2B5EF4-FFF2-40B4-BE49-F238E27FC236}">
                <a16:creationId xmlns:a16="http://schemas.microsoft.com/office/drawing/2014/main" id="{E10A0912-433F-9596-C33E-EB50E791F632}"/>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0" i="0" u="none" strike="noStrike" kern="0" cap="none" spc="0" normalizeH="0" baseline="0" noProof="0" dirty="0">
                <a:ln>
                  <a:noFill/>
                </a:ln>
                <a:solidFill>
                  <a:prstClr val="white"/>
                </a:solidFill>
                <a:effectLst/>
                <a:uLnTx/>
                <a:uFillTx/>
                <a:latin typeface="Arial"/>
                <a:ea typeface="+mn-ea"/>
                <a:cs typeface="+mn-cs"/>
              </a:rPr>
              <a:t>Restricted | © Siemens 2026 | FT RPD SSP | 2026-08</a:t>
            </a:r>
          </a:p>
        </p:txBody>
      </p:sp>
      <p:sp>
        <p:nvSpPr>
          <p:cNvPr id="26" name="Slide Number Placeholder">
            <a:extLst>
              <a:ext uri="{FF2B5EF4-FFF2-40B4-BE49-F238E27FC236}">
                <a16:creationId xmlns:a16="http://schemas.microsoft.com/office/drawing/2014/main" id="{A80CF6D3-CE7B-2599-14D0-8637B926F804}"/>
              </a:ext>
              <a:ext uri="{C183D7F6-B498-43B3-948B-1728B52AA6E4}">
                <adec:decorative xmlns:adec="http://schemas.microsoft.com/office/drawing/2017/decorative" val="1"/>
              </a:ext>
            </a:extLst>
          </p:cNvPr>
          <p:cNvSpPr>
            <a:spLocks noGrp="1"/>
          </p:cNvSpPr>
          <p:nvPr>
            <p:ph type="sldNum" sz="quarter" idx="11"/>
          </p:nvPr>
        </p:nvSpPr>
        <p:spPr bwMode="black">
          <a:xfrm>
            <a:off x="411162" y="6310800"/>
            <a:ext cx="648000" cy="547200"/>
          </a:xfrm>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1" i="0" u="none" strike="noStrike" kern="0" cap="none" spc="0" normalizeH="0" baseline="0" noProof="0" dirty="0">
                <a:ln>
                  <a:noFill/>
                </a:ln>
                <a:solidFill>
                  <a:prstClr val="white"/>
                </a:solidFill>
                <a:effectLst/>
                <a:uLnTx/>
                <a:uFillTx/>
                <a:latin typeface="Arial"/>
                <a:ea typeface="+mn-ea"/>
                <a:cs typeface="+mn-cs"/>
              </a:rPr>
              <a:t>Page </a:t>
            </a:r>
            <a:fld id="{15EBE321-CBB1-4E91-BD14-37C8D44326FB}" type="slidenum">
              <a:rPr kumimoji="0" lang="en-US" sz="900" b="1" i="0" u="none" strike="noStrike" kern="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
                  <a:srgbClr val="009999"/>
                </a:buClr>
                <a:buSzTx/>
                <a:buFontTx/>
                <a:buNone/>
                <a:tabLst/>
                <a:defRPr/>
              </a:pPr>
              <a:t>4</a:t>
            </a:fld>
            <a:endParaRPr kumimoji="0" lang="en-US" sz="900" b="1" i="0" u="none" strike="noStrike" kern="0" cap="none" spc="0" normalizeH="0" baseline="0" noProof="0" dirty="0">
              <a:ln>
                <a:noFill/>
              </a:ln>
              <a:solidFill>
                <a:prstClr val="white"/>
              </a:solidFill>
              <a:effectLst/>
              <a:uLnTx/>
              <a:uFillTx/>
              <a:latin typeface="Arial"/>
              <a:ea typeface="+mn-ea"/>
              <a:cs typeface="+mn-cs"/>
            </a:endParaRPr>
          </a:p>
        </p:txBody>
      </p:sp>
      <p:sp>
        <p:nvSpPr>
          <p:cNvPr id="4" name="TextBox 3">
            <a:extLst>
              <a:ext uri="{FF2B5EF4-FFF2-40B4-BE49-F238E27FC236}">
                <a16:creationId xmlns:a16="http://schemas.microsoft.com/office/drawing/2014/main" id="{5001213C-1274-391A-86AE-C0F8DF6DB211}"/>
              </a:ext>
            </a:extLst>
          </p:cNvPr>
          <p:cNvSpPr txBox="1"/>
          <p:nvPr/>
        </p:nvSpPr>
        <p:spPr>
          <a:xfrm>
            <a:off x="482009" y="1240465"/>
            <a:ext cx="11135833" cy="2585323"/>
          </a:xfrm>
          <a:prstGeom prst="rect">
            <a:avLst/>
          </a:prstGeom>
          <a:noFill/>
        </p:spPr>
        <p:txBody>
          <a:bodyPr wrap="square" lIns="0" tIns="0" rIns="0" bIns="0" rtlCol="0">
            <a:spAutoFit/>
          </a:bodyPr>
          <a:lstStyle/>
          <a:p>
            <a:pPr algn="l"/>
            <a:r>
              <a:rPr lang="en-US" sz="1400" b="1" noProof="0" dirty="0">
                <a:solidFill>
                  <a:schemeClr val="tx1"/>
                </a:solidFill>
              </a:rPr>
              <a:t>Reference Paper: </a:t>
            </a:r>
          </a:p>
          <a:p>
            <a:pPr algn="l"/>
            <a:r>
              <a:rPr lang="en-US" sz="1400" noProof="0" dirty="0">
                <a:solidFill>
                  <a:schemeClr val="tx1"/>
                </a:solidFill>
                <a:hlinkClick r:id="rId6"/>
              </a:rPr>
              <a:t>Darwin Godel Machine: Open-Ended Evolution of Self-Improving Agents</a:t>
            </a:r>
            <a:endParaRPr lang="en-US" sz="1400" noProof="0" dirty="0">
              <a:solidFill>
                <a:schemeClr val="tx1"/>
              </a:solidFill>
            </a:endParaRPr>
          </a:p>
          <a:p>
            <a:pPr algn="l"/>
            <a:r>
              <a:rPr lang="en-US" sz="1400" noProof="0" dirty="0">
                <a:solidFill>
                  <a:schemeClr val="tx1"/>
                </a:solidFill>
                <a:hlinkClick r:id="rId7"/>
              </a:rPr>
              <a:t>Agentic Evolution is the Path to Evolving LLMs</a:t>
            </a:r>
            <a:endParaRPr lang="en-US" sz="1400" noProof="0" dirty="0">
              <a:solidFill>
                <a:schemeClr val="tx1"/>
              </a:solidFill>
            </a:endParaRPr>
          </a:p>
          <a:p>
            <a:pPr algn="l"/>
            <a:endParaRPr lang="en-US" sz="1400" b="1" noProof="0" dirty="0">
              <a:solidFill>
                <a:schemeClr val="tx1"/>
              </a:solidFill>
            </a:endParaRPr>
          </a:p>
          <a:p>
            <a:pPr algn="l"/>
            <a:r>
              <a:rPr lang="en-US" sz="1400" b="1" noProof="0" dirty="0">
                <a:solidFill>
                  <a:schemeClr val="tx1"/>
                </a:solidFill>
              </a:rPr>
              <a:t>What is the topic about?</a:t>
            </a:r>
          </a:p>
          <a:p>
            <a:pPr algn="l"/>
            <a:br>
              <a:rPr lang="en-US" sz="1400" noProof="0" dirty="0">
                <a:solidFill>
                  <a:schemeClr val="tx1"/>
                </a:solidFill>
              </a:rPr>
            </a:br>
            <a:r>
              <a:rPr lang="en-US" sz="1400" noProof="0" dirty="0">
                <a:solidFill>
                  <a:schemeClr val="tx1"/>
                </a:solidFill>
              </a:rPr>
              <a:t>Various architectures have been proposed for how a self-evolving agent can be built. By self-evolving agent, we mean an agent that can modify its own code, tools, or persistent state, either to satisfy requirements given by a human or based on failures and gaps it identifies on its own during deployment. </a:t>
            </a:r>
          </a:p>
          <a:p>
            <a:pPr algn="l"/>
            <a:r>
              <a:rPr lang="en-US" sz="1400" noProof="0" dirty="0">
                <a:solidFill>
                  <a:schemeClr val="tx1"/>
                </a:solidFill>
              </a:rPr>
              <a:t>The goal is to analyze popular architectures for such agents (e.g., the Darwin Gödel Machine and A-Evolve) and identify the key components that recur across them, what state gets modified (source code vs. persistent artifacts like tools/knowledge/tests), what proposes a change, and what decides whether a proposed change is kept or discarded.</a:t>
            </a:r>
            <a:endParaRPr lang="en-US" sz="1400" u="sng" noProof="0" dirty="0">
              <a:solidFill>
                <a:schemeClr val="tx1"/>
              </a:solidFill>
            </a:endParaRPr>
          </a:p>
        </p:txBody>
      </p:sp>
    </p:spTree>
    <p:extLst>
      <p:ext uri="{BB962C8B-B14F-4D97-AF65-F5344CB8AC3E}">
        <p14:creationId xmlns:p14="http://schemas.microsoft.com/office/powerpoint/2010/main" val="1273766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6EF02-EAB8-286D-5398-8F538D7E616A}"/>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B291E40-C4FF-C589-3811-6C17347C875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think-cell data - do not delete" hidden="1">
                        <a:extLst>
                          <a:ext uri="{FF2B5EF4-FFF2-40B4-BE49-F238E27FC236}">
                            <a16:creationId xmlns:a16="http://schemas.microsoft.com/office/drawing/2014/main" id="{70467C73-01D3-E9A3-3857-F339AD3DB33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6F77C88C-F2D5-F380-D607-2003F2D227DB}"/>
              </a:ext>
            </a:extLst>
          </p:cNvPr>
          <p:cNvSpPr>
            <a:spLocks noGrp="1"/>
          </p:cNvSpPr>
          <p:nvPr>
            <p:ph type="title"/>
          </p:nvPr>
        </p:nvSpPr>
        <p:spPr/>
        <p:txBody>
          <a:bodyPr vert="horz"/>
          <a:lstStyle/>
          <a:p>
            <a:r>
              <a:rPr lang="en-US" b="0" noProof="0" dirty="0"/>
              <a:t>Topic 4: </a:t>
            </a:r>
            <a:r>
              <a:rPr lang="en-US" noProof="0" dirty="0"/>
              <a:t>Taxonomy Levels of AI Based Autonomous Systems</a:t>
            </a:r>
            <a:br>
              <a:rPr lang="en-US" b="0" noProof="0" dirty="0"/>
            </a:br>
            <a:endParaRPr lang="en-US" b="0" noProof="0" dirty="0"/>
          </a:p>
        </p:txBody>
      </p:sp>
      <p:sp>
        <p:nvSpPr>
          <p:cNvPr id="3" name="Fußzeilenplatzhalter 2">
            <a:extLst>
              <a:ext uri="{FF2B5EF4-FFF2-40B4-BE49-F238E27FC236}">
                <a16:creationId xmlns:a16="http://schemas.microsoft.com/office/drawing/2014/main" id="{5243B2D8-369F-90D6-458C-58290C9FF1AA}"/>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0" i="0" u="none" strike="noStrike" kern="0" cap="none" spc="0" normalizeH="0" baseline="0" noProof="0" dirty="0">
                <a:ln>
                  <a:noFill/>
                </a:ln>
                <a:solidFill>
                  <a:prstClr val="white"/>
                </a:solidFill>
                <a:effectLst/>
                <a:uLnTx/>
                <a:uFillTx/>
                <a:latin typeface="Arial"/>
                <a:ea typeface="+mn-ea"/>
                <a:cs typeface="+mn-cs"/>
              </a:rPr>
              <a:t>Restricted | © Siemens 2026 | FT RPD SSP | 2026-08</a:t>
            </a:r>
          </a:p>
        </p:txBody>
      </p:sp>
      <p:sp>
        <p:nvSpPr>
          <p:cNvPr id="26" name="Slide Number Placeholder">
            <a:extLst>
              <a:ext uri="{FF2B5EF4-FFF2-40B4-BE49-F238E27FC236}">
                <a16:creationId xmlns:a16="http://schemas.microsoft.com/office/drawing/2014/main" id="{120C441E-22ED-EE75-9610-4E9CFF753F0A}"/>
              </a:ext>
              <a:ext uri="{C183D7F6-B498-43B3-948B-1728B52AA6E4}">
                <adec:decorative xmlns:adec="http://schemas.microsoft.com/office/drawing/2017/decorative" val="1"/>
              </a:ext>
            </a:extLst>
          </p:cNvPr>
          <p:cNvSpPr>
            <a:spLocks noGrp="1"/>
          </p:cNvSpPr>
          <p:nvPr>
            <p:ph type="sldNum" sz="quarter" idx="11"/>
          </p:nvPr>
        </p:nvSpPr>
        <p:spPr bwMode="black">
          <a:xfrm>
            <a:off x="411162" y="6310800"/>
            <a:ext cx="648000" cy="547200"/>
          </a:xfrm>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1" i="0" u="none" strike="noStrike" kern="0" cap="none" spc="0" normalizeH="0" baseline="0" noProof="0" dirty="0">
                <a:ln>
                  <a:noFill/>
                </a:ln>
                <a:solidFill>
                  <a:prstClr val="white"/>
                </a:solidFill>
                <a:effectLst/>
                <a:uLnTx/>
                <a:uFillTx/>
                <a:latin typeface="Arial"/>
                <a:ea typeface="+mn-ea"/>
                <a:cs typeface="+mn-cs"/>
              </a:rPr>
              <a:t>Page </a:t>
            </a:r>
            <a:fld id="{15EBE321-CBB1-4E91-BD14-37C8D44326FB}" type="slidenum">
              <a:rPr kumimoji="0" lang="en-US" sz="900" b="1" i="0" u="none" strike="noStrike" kern="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
                  <a:srgbClr val="009999"/>
                </a:buClr>
                <a:buSzTx/>
                <a:buFontTx/>
                <a:buNone/>
                <a:tabLst/>
                <a:defRPr/>
              </a:pPr>
              <a:t>5</a:t>
            </a:fld>
            <a:endParaRPr kumimoji="0" lang="en-US" sz="900" b="1" i="0" u="none" strike="noStrike" kern="0" cap="none" spc="0" normalizeH="0" baseline="0" noProof="0" dirty="0">
              <a:ln>
                <a:noFill/>
              </a:ln>
              <a:solidFill>
                <a:prstClr val="white"/>
              </a:solidFill>
              <a:effectLst/>
              <a:uLnTx/>
              <a:uFillTx/>
              <a:latin typeface="Arial"/>
              <a:ea typeface="+mn-ea"/>
              <a:cs typeface="+mn-cs"/>
            </a:endParaRPr>
          </a:p>
        </p:txBody>
      </p:sp>
      <p:sp>
        <p:nvSpPr>
          <p:cNvPr id="4" name="TextBox 3">
            <a:extLst>
              <a:ext uri="{FF2B5EF4-FFF2-40B4-BE49-F238E27FC236}">
                <a16:creationId xmlns:a16="http://schemas.microsoft.com/office/drawing/2014/main" id="{E0E45B03-E4CE-CCB4-4583-D6C671F51C8B}"/>
              </a:ext>
            </a:extLst>
          </p:cNvPr>
          <p:cNvSpPr txBox="1"/>
          <p:nvPr/>
        </p:nvSpPr>
        <p:spPr>
          <a:xfrm>
            <a:off x="482009" y="1240465"/>
            <a:ext cx="11135833" cy="2800767"/>
          </a:xfrm>
          <a:prstGeom prst="rect">
            <a:avLst/>
          </a:prstGeom>
          <a:noFill/>
        </p:spPr>
        <p:txBody>
          <a:bodyPr wrap="square" lIns="0" tIns="0" rIns="0" bIns="0" rtlCol="0">
            <a:spAutoFit/>
          </a:bodyPr>
          <a:lstStyle/>
          <a:p>
            <a:pPr algn="l"/>
            <a:r>
              <a:rPr lang="en-US" sz="1400" b="1" noProof="0" dirty="0">
                <a:solidFill>
                  <a:schemeClr val="tx1"/>
                </a:solidFill>
              </a:rPr>
              <a:t>Reference Paper: </a:t>
            </a:r>
          </a:p>
          <a:p>
            <a:pPr algn="l"/>
            <a:r>
              <a:rPr lang="en-US" sz="1400" b="1" noProof="0" dirty="0">
                <a:solidFill>
                  <a:schemeClr val="tx1"/>
                </a:solidFill>
                <a:hlinkClick r:id="rId6"/>
              </a:rPr>
              <a:t>Towards Autonomous Software Development</a:t>
            </a:r>
            <a:endParaRPr lang="en-US" sz="1400" b="1" noProof="0" dirty="0">
              <a:solidFill>
                <a:schemeClr val="tx1"/>
              </a:solidFill>
            </a:endParaRPr>
          </a:p>
          <a:p>
            <a:pPr algn="l"/>
            <a:r>
              <a:rPr lang="en-US" sz="1400" b="1" noProof="0" dirty="0">
                <a:solidFill>
                  <a:schemeClr val="tx1"/>
                </a:solidFill>
                <a:hlinkClick r:id="rId7"/>
              </a:rPr>
              <a:t>Key Elements for Managing Autonomous Organizational Systems</a:t>
            </a:r>
            <a:endParaRPr lang="en-US" sz="1400" b="1" noProof="0" dirty="0">
              <a:solidFill>
                <a:schemeClr val="tx1"/>
              </a:solidFill>
            </a:endParaRPr>
          </a:p>
          <a:p>
            <a:pPr algn="l"/>
            <a:endParaRPr lang="en-US" sz="1400" b="1" noProof="0" dirty="0">
              <a:solidFill>
                <a:schemeClr val="tx1"/>
              </a:solidFill>
            </a:endParaRPr>
          </a:p>
          <a:p>
            <a:pPr algn="l"/>
            <a:r>
              <a:rPr lang="en-US" sz="1400" b="1" noProof="0" dirty="0">
                <a:solidFill>
                  <a:schemeClr val="tx1"/>
                </a:solidFill>
              </a:rPr>
              <a:t>What is the topic about?</a:t>
            </a:r>
          </a:p>
          <a:p>
            <a:pPr algn="l"/>
            <a:br>
              <a:rPr lang="en-US" sz="1400" noProof="0" dirty="0">
                <a:solidFill>
                  <a:schemeClr val="tx1"/>
                </a:solidFill>
              </a:rPr>
            </a:br>
            <a:r>
              <a:rPr lang="en-US" sz="1400" noProof="0" dirty="0">
                <a:solidFill>
                  <a:schemeClr val="tx1"/>
                </a:solidFill>
              </a:rPr>
              <a:t>Multiple taxonomies have been proposed to describe how much autonomy an AI-based system holds, at different levels of granularity, from lifecycle-stage-based levels (which stages of a process, e.g. design, implementation, testing, deployment, an AI fully owns without human review) to broader element-based frameworks (the technical and organizational/social components needed to manage an autonomous system as a whole). </a:t>
            </a:r>
          </a:p>
          <a:p>
            <a:pPr algn="l"/>
            <a:r>
              <a:rPr lang="en-US" sz="1400" noProof="0" dirty="0">
                <a:solidFill>
                  <a:schemeClr val="tx1"/>
                </a:solidFill>
              </a:rPr>
              <a:t>The goal is to survey how autonomy levels are defined and structured across this literature, identify the dimensions each taxonomy uses to draw its boundaries (task ownership, human oversight, governance elements, etc.), and assess how well these taxonomies generalize to a system that can modify its own scope of autonomy over time rather than operating at a fixed, assigned level.</a:t>
            </a:r>
            <a:endParaRPr lang="en-US" sz="1400" u="sng" noProof="0" dirty="0">
              <a:solidFill>
                <a:schemeClr val="tx1"/>
              </a:solidFill>
            </a:endParaRPr>
          </a:p>
        </p:txBody>
      </p:sp>
    </p:spTree>
    <p:extLst>
      <p:ext uri="{BB962C8B-B14F-4D97-AF65-F5344CB8AC3E}">
        <p14:creationId xmlns:p14="http://schemas.microsoft.com/office/powerpoint/2010/main" val="520318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A2B13-4357-889E-6310-6158AF4E3924}"/>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50CDFC3-F62A-C937-4151-EB9066DAFE1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think-cell data - do not delete" hidden="1">
                        <a:extLst>
                          <a:ext uri="{FF2B5EF4-FFF2-40B4-BE49-F238E27FC236}">
                            <a16:creationId xmlns:a16="http://schemas.microsoft.com/office/drawing/2014/main" id="{0B291E40-C4FF-C589-3811-6C17347C875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FFA96170-77F9-E6D9-A77E-B6C4E11D5C20}"/>
              </a:ext>
            </a:extLst>
          </p:cNvPr>
          <p:cNvSpPr>
            <a:spLocks noGrp="1"/>
          </p:cNvSpPr>
          <p:nvPr>
            <p:ph type="title"/>
          </p:nvPr>
        </p:nvSpPr>
        <p:spPr/>
        <p:txBody>
          <a:bodyPr vert="horz"/>
          <a:lstStyle/>
          <a:p>
            <a:r>
              <a:rPr lang="en-US" b="0" noProof="0" dirty="0"/>
              <a:t>Topic 5: </a:t>
            </a:r>
            <a:r>
              <a:rPr lang="en-US" noProof="0" dirty="0"/>
              <a:t>Feedback Loops of Autonomous Systems</a:t>
            </a:r>
            <a:br>
              <a:rPr lang="en-US" b="0" noProof="0" dirty="0"/>
            </a:br>
            <a:endParaRPr lang="en-US" b="0" noProof="0" dirty="0"/>
          </a:p>
        </p:txBody>
      </p:sp>
      <p:sp>
        <p:nvSpPr>
          <p:cNvPr id="3" name="Fußzeilenplatzhalter 2">
            <a:extLst>
              <a:ext uri="{FF2B5EF4-FFF2-40B4-BE49-F238E27FC236}">
                <a16:creationId xmlns:a16="http://schemas.microsoft.com/office/drawing/2014/main" id="{C114BB86-0489-8499-1FF7-05BEE5C36920}"/>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0" i="0" u="none" strike="noStrike" kern="0" cap="none" spc="0" normalizeH="0" baseline="0" noProof="0" dirty="0">
                <a:ln>
                  <a:noFill/>
                </a:ln>
                <a:solidFill>
                  <a:prstClr val="white"/>
                </a:solidFill>
                <a:effectLst/>
                <a:uLnTx/>
                <a:uFillTx/>
                <a:latin typeface="Arial"/>
                <a:ea typeface="+mn-ea"/>
                <a:cs typeface="+mn-cs"/>
              </a:rPr>
              <a:t>Restricted | © Siemens 2026 | FT RPD SSP | 2026-08</a:t>
            </a:r>
          </a:p>
        </p:txBody>
      </p:sp>
      <p:sp>
        <p:nvSpPr>
          <p:cNvPr id="26" name="Slide Number Placeholder">
            <a:extLst>
              <a:ext uri="{FF2B5EF4-FFF2-40B4-BE49-F238E27FC236}">
                <a16:creationId xmlns:a16="http://schemas.microsoft.com/office/drawing/2014/main" id="{25728918-E0D8-60F1-BA9D-6CB1302C23E7}"/>
              </a:ext>
              <a:ext uri="{C183D7F6-B498-43B3-948B-1728B52AA6E4}">
                <adec:decorative xmlns:adec="http://schemas.microsoft.com/office/drawing/2017/decorative" val="1"/>
              </a:ext>
            </a:extLst>
          </p:cNvPr>
          <p:cNvSpPr>
            <a:spLocks noGrp="1"/>
          </p:cNvSpPr>
          <p:nvPr>
            <p:ph type="sldNum" sz="quarter" idx="11"/>
          </p:nvPr>
        </p:nvSpPr>
        <p:spPr bwMode="black">
          <a:xfrm>
            <a:off x="411162" y="6310800"/>
            <a:ext cx="648000" cy="547200"/>
          </a:xfrm>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1" i="0" u="none" strike="noStrike" kern="0" cap="none" spc="0" normalizeH="0" baseline="0" noProof="0" dirty="0">
                <a:ln>
                  <a:noFill/>
                </a:ln>
                <a:solidFill>
                  <a:prstClr val="white"/>
                </a:solidFill>
                <a:effectLst/>
                <a:uLnTx/>
                <a:uFillTx/>
                <a:latin typeface="Arial"/>
                <a:ea typeface="+mn-ea"/>
                <a:cs typeface="+mn-cs"/>
              </a:rPr>
              <a:t>Page </a:t>
            </a:r>
            <a:fld id="{15EBE321-CBB1-4E91-BD14-37C8D44326FB}" type="slidenum">
              <a:rPr kumimoji="0" lang="en-US" sz="900" b="1" i="0" u="none" strike="noStrike" kern="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
                  <a:srgbClr val="009999"/>
                </a:buClr>
                <a:buSzTx/>
                <a:buFontTx/>
                <a:buNone/>
                <a:tabLst/>
                <a:defRPr/>
              </a:pPr>
              <a:t>6</a:t>
            </a:fld>
            <a:endParaRPr kumimoji="0" lang="en-US" sz="900" b="1" i="0" u="none" strike="noStrike" kern="0" cap="none" spc="0" normalizeH="0" baseline="0" noProof="0" dirty="0">
              <a:ln>
                <a:noFill/>
              </a:ln>
              <a:solidFill>
                <a:prstClr val="white"/>
              </a:solidFill>
              <a:effectLst/>
              <a:uLnTx/>
              <a:uFillTx/>
              <a:latin typeface="Arial"/>
              <a:ea typeface="+mn-ea"/>
              <a:cs typeface="+mn-cs"/>
            </a:endParaRPr>
          </a:p>
        </p:txBody>
      </p:sp>
      <p:sp>
        <p:nvSpPr>
          <p:cNvPr id="4" name="TextBox 3">
            <a:extLst>
              <a:ext uri="{FF2B5EF4-FFF2-40B4-BE49-F238E27FC236}">
                <a16:creationId xmlns:a16="http://schemas.microsoft.com/office/drawing/2014/main" id="{16A77C7A-F111-86B9-EA46-AD41EB54539A}"/>
              </a:ext>
            </a:extLst>
          </p:cNvPr>
          <p:cNvSpPr txBox="1"/>
          <p:nvPr/>
        </p:nvSpPr>
        <p:spPr>
          <a:xfrm>
            <a:off x="482009" y="1240465"/>
            <a:ext cx="11135833" cy="2800767"/>
          </a:xfrm>
          <a:prstGeom prst="rect">
            <a:avLst/>
          </a:prstGeom>
          <a:noFill/>
        </p:spPr>
        <p:txBody>
          <a:bodyPr wrap="square" lIns="0" tIns="0" rIns="0" bIns="0" rtlCol="0">
            <a:spAutoFit/>
          </a:bodyPr>
          <a:lstStyle/>
          <a:p>
            <a:pPr algn="l"/>
            <a:r>
              <a:rPr lang="en-US" sz="1400" b="1" noProof="0" dirty="0">
                <a:solidFill>
                  <a:schemeClr val="tx1"/>
                </a:solidFill>
              </a:rPr>
              <a:t>Reference Paper: </a:t>
            </a:r>
          </a:p>
          <a:p>
            <a:pPr algn="l"/>
            <a:r>
              <a:rPr lang="en-US" sz="1400" b="1" noProof="0" dirty="0">
                <a:solidFill>
                  <a:schemeClr val="tx1"/>
                </a:solidFill>
                <a:hlinkClick r:id="rId6"/>
              </a:rPr>
              <a:t>The vision of autonomic computing</a:t>
            </a:r>
            <a:endParaRPr lang="en-US" sz="1400" b="1" noProof="0" dirty="0">
              <a:solidFill>
                <a:schemeClr val="tx1"/>
              </a:solidFill>
            </a:endParaRPr>
          </a:p>
          <a:p>
            <a:pPr algn="l"/>
            <a:r>
              <a:rPr lang="en-US" sz="1400" b="1" noProof="0" dirty="0">
                <a:solidFill>
                  <a:schemeClr val="tx1"/>
                </a:solidFill>
                <a:hlinkClick r:id="rId7"/>
              </a:rPr>
              <a:t>Unifying planning and control using an OODA-based architecture</a:t>
            </a:r>
            <a:endParaRPr lang="en-US" sz="1400" b="1" noProof="0" dirty="0">
              <a:solidFill>
                <a:schemeClr val="tx1"/>
              </a:solidFill>
            </a:endParaRPr>
          </a:p>
          <a:p>
            <a:pPr algn="l"/>
            <a:endParaRPr lang="en-US" sz="1400" b="1" noProof="0" dirty="0">
              <a:solidFill>
                <a:schemeClr val="tx1"/>
              </a:solidFill>
            </a:endParaRPr>
          </a:p>
          <a:p>
            <a:pPr algn="l"/>
            <a:r>
              <a:rPr lang="en-US" sz="1400" b="1" noProof="0" dirty="0">
                <a:solidFill>
                  <a:schemeClr val="tx1"/>
                </a:solidFill>
              </a:rPr>
              <a:t>What is the topic about?</a:t>
            </a:r>
          </a:p>
          <a:p>
            <a:pPr algn="l"/>
            <a:br>
              <a:rPr lang="en-US" sz="1400" noProof="0" dirty="0">
                <a:solidFill>
                  <a:schemeClr val="tx1"/>
                </a:solidFill>
              </a:rPr>
            </a:br>
            <a:r>
              <a:rPr lang="en-US" sz="1400" noProof="0" dirty="0">
                <a:solidFill>
                  <a:schemeClr val="tx1"/>
                </a:solidFill>
              </a:rPr>
              <a:t>Different communities have converged on different reference control loops for how an autonomous system should sense its environment, decide, and act. For instance, MAPE-K (Monitor-Analyze-Plan-Execute over Knowledge) from autonomic/self-adaptive software, AWARE, OODA (Observe-Orient-Decide-Act) from military decision theory and now widely reused in autonomy-level taxonomies, self-aware computing loops that add an explicit reflection/awareness stage, and various further extensions (e.g., adding a Reflect or Learn stage, or splitting Analyze/Plan into finer sub-stages) proposed for specific domains. </a:t>
            </a:r>
          </a:p>
          <a:p>
            <a:pPr algn="l"/>
            <a:r>
              <a:rPr lang="en-US" sz="1400" noProof="0" dirty="0">
                <a:solidFill>
                  <a:schemeClr val="tx1"/>
                </a:solidFill>
              </a:rPr>
              <a:t>The goal is to survey these feedback loop architectures side by side, map it to the specific type of autonomous system and perform a comparison study of its pros and cons.</a:t>
            </a:r>
            <a:endParaRPr lang="en-US" sz="1400" u="sng" noProof="0" dirty="0">
              <a:solidFill>
                <a:schemeClr val="tx1"/>
              </a:solidFill>
            </a:endParaRPr>
          </a:p>
        </p:txBody>
      </p:sp>
    </p:spTree>
    <p:extLst>
      <p:ext uri="{BB962C8B-B14F-4D97-AF65-F5344CB8AC3E}">
        <p14:creationId xmlns:p14="http://schemas.microsoft.com/office/powerpoint/2010/main" val="1546296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F2685-D62A-C7BC-AB71-7BFEC81A077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D1F8927-726C-9904-553F-9B7CADCEE77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think-cell data - do not delete" hidden="1">
                        <a:extLst>
                          <a:ext uri="{FF2B5EF4-FFF2-40B4-BE49-F238E27FC236}">
                            <a16:creationId xmlns:a16="http://schemas.microsoft.com/office/drawing/2014/main" id="{250CDFC3-F62A-C937-4151-EB9066DAFE1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1FC7E0CC-EDD1-6277-3E7F-529BCAC782AC}"/>
              </a:ext>
            </a:extLst>
          </p:cNvPr>
          <p:cNvSpPr>
            <a:spLocks noGrp="1"/>
          </p:cNvSpPr>
          <p:nvPr>
            <p:ph type="title"/>
          </p:nvPr>
        </p:nvSpPr>
        <p:spPr/>
        <p:txBody>
          <a:bodyPr vert="horz"/>
          <a:lstStyle/>
          <a:p>
            <a:r>
              <a:rPr lang="en-US" b="0" noProof="0" dirty="0"/>
              <a:t>Topic 6: </a:t>
            </a:r>
            <a:r>
              <a:rPr lang="en-US" noProof="0" dirty="0"/>
              <a:t>Domain-Specific Languages for Specifying and Enforcing Safety Constraints in Autonomous and Self-Adaptive Software</a:t>
            </a:r>
            <a:br>
              <a:rPr lang="en-US" b="0" noProof="0" dirty="0"/>
            </a:br>
            <a:endParaRPr lang="en-US" b="0" noProof="0" dirty="0"/>
          </a:p>
        </p:txBody>
      </p:sp>
      <p:sp>
        <p:nvSpPr>
          <p:cNvPr id="3" name="Fußzeilenplatzhalter 2">
            <a:extLst>
              <a:ext uri="{FF2B5EF4-FFF2-40B4-BE49-F238E27FC236}">
                <a16:creationId xmlns:a16="http://schemas.microsoft.com/office/drawing/2014/main" id="{3637B6FF-6C5B-28DC-5460-FD71E6A166B0}"/>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0" i="0" u="none" strike="noStrike" kern="0" cap="none" spc="0" normalizeH="0" baseline="0" noProof="0" dirty="0">
                <a:ln>
                  <a:noFill/>
                </a:ln>
                <a:solidFill>
                  <a:prstClr val="white"/>
                </a:solidFill>
                <a:effectLst/>
                <a:uLnTx/>
                <a:uFillTx/>
                <a:latin typeface="Arial"/>
                <a:ea typeface="+mn-ea"/>
                <a:cs typeface="+mn-cs"/>
              </a:rPr>
              <a:t>Restricted | © Siemens 2026 | FT RPD SSP | 2026-08</a:t>
            </a:r>
          </a:p>
        </p:txBody>
      </p:sp>
      <p:sp>
        <p:nvSpPr>
          <p:cNvPr id="26" name="Slide Number Placeholder">
            <a:extLst>
              <a:ext uri="{FF2B5EF4-FFF2-40B4-BE49-F238E27FC236}">
                <a16:creationId xmlns:a16="http://schemas.microsoft.com/office/drawing/2014/main" id="{8B9AD05F-D89F-B78E-119D-E5DE8DC4EF6F}"/>
              </a:ext>
              <a:ext uri="{C183D7F6-B498-43B3-948B-1728B52AA6E4}">
                <adec:decorative xmlns:adec="http://schemas.microsoft.com/office/drawing/2017/decorative" val="1"/>
              </a:ext>
            </a:extLst>
          </p:cNvPr>
          <p:cNvSpPr>
            <a:spLocks noGrp="1"/>
          </p:cNvSpPr>
          <p:nvPr>
            <p:ph type="sldNum" sz="quarter" idx="11"/>
          </p:nvPr>
        </p:nvSpPr>
        <p:spPr bwMode="black">
          <a:xfrm>
            <a:off x="411162" y="6310800"/>
            <a:ext cx="648000" cy="547200"/>
          </a:xfrm>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1" i="0" u="none" strike="noStrike" kern="0" cap="none" spc="0" normalizeH="0" baseline="0" noProof="0" dirty="0">
                <a:ln>
                  <a:noFill/>
                </a:ln>
                <a:solidFill>
                  <a:prstClr val="white"/>
                </a:solidFill>
                <a:effectLst/>
                <a:uLnTx/>
                <a:uFillTx/>
                <a:latin typeface="Arial"/>
                <a:ea typeface="+mn-ea"/>
                <a:cs typeface="+mn-cs"/>
              </a:rPr>
              <a:t>Page </a:t>
            </a:r>
            <a:fld id="{15EBE321-CBB1-4E91-BD14-37C8D44326FB}" type="slidenum">
              <a:rPr kumimoji="0" lang="en-US" sz="900" b="1" i="0" u="none" strike="noStrike" kern="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
                  <a:srgbClr val="009999"/>
                </a:buClr>
                <a:buSzTx/>
                <a:buFontTx/>
                <a:buNone/>
                <a:tabLst/>
                <a:defRPr/>
              </a:pPr>
              <a:t>7</a:t>
            </a:fld>
            <a:endParaRPr kumimoji="0" lang="en-US" sz="900" b="1" i="0" u="none" strike="noStrike" kern="0" cap="none" spc="0" normalizeH="0" baseline="0" noProof="0" dirty="0">
              <a:ln>
                <a:noFill/>
              </a:ln>
              <a:solidFill>
                <a:prstClr val="white"/>
              </a:solidFill>
              <a:effectLst/>
              <a:uLnTx/>
              <a:uFillTx/>
              <a:latin typeface="Arial"/>
              <a:ea typeface="+mn-ea"/>
              <a:cs typeface="+mn-cs"/>
            </a:endParaRPr>
          </a:p>
        </p:txBody>
      </p:sp>
      <p:sp>
        <p:nvSpPr>
          <p:cNvPr id="4" name="TextBox 3">
            <a:extLst>
              <a:ext uri="{FF2B5EF4-FFF2-40B4-BE49-F238E27FC236}">
                <a16:creationId xmlns:a16="http://schemas.microsoft.com/office/drawing/2014/main" id="{D9085EF0-262A-3EC9-A9D1-81CE64B77370}"/>
              </a:ext>
            </a:extLst>
          </p:cNvPr>
          <p:cNvSpPr txBox="1"/>
          <p:nvPr/>
        </p:nvSpPr>
        <p:spPr>
          <a:xfrm>
            <a:off x="482009" y="1240465"/>
            <a:ext cx="11135833" cy="2800767"/>
          </a:xfrm>
          <a:prstGeom prst="rect">
            <a:avLst/>
          </a:prstGeom>
          <a:noFill/>
        </p:spPr>
        <p:txBody>
          <a:bodyPr wrap="square" lIns="0" tIns="0" rIns="0" bIns="0" rtlCol="0">
            <a:spAutoFit/>
          </a:bodyPr>
          <a:lstStyle/>
          <a:p>
            <a:pPr algn="l"/>
            <a:r>
              <a:rPr lang="en-US" sz="1400" b="1" noProof="0" dirty="0">
                <a:solidFill>
                  <a:schemeClr val="tx1"/>
                </a:solidFill>
              </a:rPr>
              <a:t>Reference Paper: </a:t>
            </a:r>
          </a:p>
          <a:p>
            <a:pPr algn="l"/>
            <a:r>
              <a:rPr lang="en-US" sz="1400" b="1" noProof="0" dirty="0" err="1">
                <a:solidFill>
                  <a:schemeClr val="tx1"/>
                </a:solidFill>
                <a:hlinkClick r:id="rId6"/>
              </a:rPr>
              <a:t>AgentSpec</a:t>
            </a:r>
            <a:r>
              <a:rPr lang="en-US" sz="1400" b="1" noProof="0" dirty="0">
                <a:solidFill>
                  <a:schemeClr val="tx1"/>
                </a:solidFill>
                <a:hlinkClick r:id="rId6"/>
              </a:rPr>
              <a:t>: Customizable Runtime Enforcement for Safe and Reliable LLM Agents</a:t>
            </a:r>
            <a:endParaRPr lang="en-US" sz="1400" b="1" noProof="0" dirty="0">
              <a:solidFill>
                <a:schemeClr val="tx1"/>
              </a:solidFill>
            </a:endParaRPr>
          </a:p>
          <a:p>
            <a:pPr algn="l"/>
            <a:r>
              <a:rPr lang="en-US" sz="1400" b="1" noProof="0" dirty="0">
                <a:solidFill>
                  <a:schemeClr val="tx1"/>
                </a:solidFill>
                <a:hlinkClick r:id="rId7"/>
              </a:rPr>
              <a:t>A domain-specific language for the control of self-adaptive component-based architecture</a:t>
            </a:r>
            <a:endParaRPr lang="en-US" sz="1400" b="1" noProof="0" dirty="0">
              <a:solidFill>
                <a:schemeClr val="tx1"/>
              </a:solidFill>
            </a:endParaRPr>
          </a:p>
          <a:p>
            <a:pPr algn="l"/>
            <a:endParaRPr lang="en-US" sz="1400" b="1" noProof="0" dirty="0">
              <a:solidFill>
                <a:schemeClr val="tx1"/>
              </a:solidFill>
            </a:endParaRPr>
          </a:p>
          <a:p>
            <a:pPr algn="l"/>
            <a:r>
              <a:rPr lang="en-US" sz="1400" b="1" noProof="0" dirty="0">
                <a:solidFill>
                  <a:schemeClr val="tx1"/>
                </a:solidFill>
              </a:rPr>
              <a:t>What is the topic about?</a:t>
            </a:r>
          </a:p>
          <a:p>
            <a:pPr algn="l"/>
            <a:br>
              <a:rPr lang="en-US" sz="1400" noProof="0" dirty="0">
                <a:solidFill>
                  <a:schemeClr val="tx1"/>
                </a:solidFill>
              </a:rPr>
            </a:br>
            <a:r>
              <a:rPr lang="en-US" sz="1400" noProof="0" dirty="0">
                <a:solidFill>
                  <a:schemeClr val="tx1"/>
                </a:solidFill>
              </a:rPr>
              <a:t>As autonomous and self-adaptive software becomes increasingly capable of making decisions and changing its own behavior, domain-specific languages (DSLs) provide a way to explicitly specify safety constraints independently of the system's decision-making mechanisms. Different approaches use rules, policies, temporal properties, contracts, or runtime monitors to express and enforce constraints, including recent approaches such as </a:t>
            </a:r>
            <a:r>
              <a:rPr lang="en-US" sz="1400" noProof="0" dirty="0" err="1">
                <a:solidFill>
                  <a:schemeClr val="tx1"/>
                </a:solidFill>
              </a:rPr>
              <a:t>AgentSpec</a:t>
            </a:r>
            <a:r>
              <a:rPr lang="en-US" sz="1400" noProof="0" dirty="0">
                <a:solidFill>
                  <a:schemeClr val="tx1"/>
                </a:solidFill>
              </a:rPr>
              <a:t> for LLM-based agents. </a:t>
            </a:r>
          </a:p>
          <a:p>
            <a:pPr algn="l"/>
            <a:r>
              <a:rPr lang="en-US" sz="1400" noProof="0" dirty="0">
                <a:solidFill>
                  <a:schemeClr val="tx1"/>
                </a:solidFill>
              </a:rPr>
              <a:t>The goal is to survey these approaches, compare what types of constraints they can express and how they are enforced, and identify their limitations. A particular focus will be placed on whether existing techniques can be extended to self-evolving software, where the system may modify its own code, architecture, or behavior.</a:t>
            </a:r>
          </a:p>
        </p:txBody>
      </p:sp>
    </p:spTree>
    <p:extLst>
      <p:ext uri="{BB962C8B-B14F-4D97-AF65-F5344CB8AC3E}">
        <p14:creationId xmlns:p14="http://schemas.microsoft.com/office/powerpoint/2010/main" val="318860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530FC-AA71-3376-4A78-ECA8797C7B14}"/>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462903A-BD46-04F4-A88D-8D6346D6C7E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think-cell data - do not delete" hidden="1">
                        <a:extLst>
                          <a:ext uri="{FF2B5EF4-FFF2-40B4-BE49-F238E27FC236}">
                            <a16:creationId xmlns:a16="http://schemas.microsoft.com/office/drawing/2014/main" id="{7D1F8927-726C-9904-553F-9B7CADCEE77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16BA12CD-F6BA-F8FD-18F0-5349D59051D4}"/>
              </a:ext>
            </a:extLst>
          </p:cNvPr>
          <p:cNvSpPr>
            <a:spLocks noGrp="1"/>
          </p:cNvSpPr>
          <p:nvPr>
            <p:ph type="title"/>
          </p:nvPr>
        </p:nvSpPr>
        <p:spPr/>
        <p:txBody>
          <a:bodyPr vert="horz"/>
          <a:lstStyle/>
          <a:p>
            <a:r>
              <a:rPr lang="en-US" b="0" noProof="0" dirty="0"/>
              <a:t>Topic 7: </a:t>
            </a:r>
            <a:r>
              <a:rPr lang="en-US" noProof="0" dirty="0"/>
              <a:t>Runtime Verification and Continuous Assurance for Self-Adaptive Systems</a:t>
            </a:r>
            <a:br>
              <a:rPr lang="en-US" b="0" noProof="0" dirty="0"/>
            </a:br>
            <a:endParaRPr lang="en-US" b="0" noProof="0" dirty="0"/>
          </a:p>
        </p:txBody>
      </p:sp>
      <p:sp>
        <p:nvSpPr>
          <p:cNvPr id="3" name="Fußzeilenplatzhalter 2">
            <a:extLst>
              <a:ext uri="{FF2B5EF4-FFF2-40B4-BE49-F238E27FC236}">
                <a16:creationId xmlns:a16="http://schemas.microsoft.com/office/drawing/2014/main" id="{E721C4BC-3567-65FB-F68A-EB353592213D}"/>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0" i="0" u="none" strike="noStrike" kern="0" cap="none" spc="0" normalizeH="0" baseline="0" noProof="0" dirty="0">
                <a:ln>
                  <a:noFill/>
                </a:ln>
                <a:solidFill>
                  <a:prstClr val="white"/>
                </a:solidFill>
                <a:effectLst/>
                <a:uLnTx/>
                <a:uFillTx/>
                <a:latin typeface="Arial"/>
                <a:ea typeface="+mn-ea"/>
                <a:cs typeface="+mn-cs"/>
              </a:rPr>
              <a:t>Restricted | © Siemens 2026 | FT RPD SSP | 2026-08</a:t>
            </a:r>
          </a:p>
        </p:txBody>
      </p:sp>
      <p:sp>
        <p:nvSpPr>
          <p:cNvPr id="26" name="Slide Number Placeholder">
            <a:extLst>
              <a:ext uri="{FF2B5EF4-FFF2-40B4-BE49-F238E27FC236}">
                <a16:creationId xmlns:a16="http://schemas.microsoft.com/office/drawing/2014/main" id="{77C47FD4-E230-0DB4-B057-EF43941C384F}"/>
              </a:ext>
              <a:ext uri="{C183D7F6-B498-43B3-948B-1728B52AA6E4}">
                <adec:decorative xmlns:adec="http://schemas.microsoft.com/office/drawing/2017/decorative" val="1"/>
              </a:ext>
            </a:extLst>
          </p:cNvPr>
          <p:cNvSpPr>
            <a:spLocks noGrp="1"/>
          </p:cNvSpPr>
          <p:nvPr>
            <p:ph type="sldNum" sz="quarter" idx="11"/>
          </p:nvPr>
        </p:nvSpPr>
        <p:spPr bwMode="black">
          <a:xfrm>
            <a:off x="411162" y="6310800"/>
            <a:ext cx="648000" cy="547200"/>
          </a:xfrm>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1" i="0" u="none" strike="noStrike" kern="0" cap="none" spc="0" normalizeH="0" baseline="0" noProof="0" dirty="0">
                <a:ln>
                  <a:noFill/>
                </a:ln>
                <a:solidFill>
                  <a:prstClr val="white"/>
                </a:solidFill>
                <a:effectLst/>
                <a:uLnTx/>
                <a:uFillTx/>
                <a:latin typeface="Arial"/>
                <a:ea typeface="+mn-ea"/>
                <a:cs typeface="+mn-cs"/>
              </a:rPr>
              <a:t>Page </a:t>
            </a:r>
            <a:fld id="{15EBE321-CBB1-4E91-BD14-37C8D44326FB}" type="slidenum">
              <a:rPr kumimoji="0" lang="en-US" sz="900" b="1" i="0" u="none" strike="noStrike" kern="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
                  <a:srgbClr val="009999"/>
                </a:buClr>
                <a:buSzTx/>
                <a:buFontTx/>
                <a:buNone/>
                <a:tabLst/>
                <a:defRPr/>
              </a:pPr>
              <a:t>8</a:t>
            </a:fld>
            <a:endParaRPr kumimoji="0" lang="en-US" sz="900" b="1" i="0" u="none" strike="noStrike" kern="0" cap="none" spc="0" normalizeH="0" baseline="0" noProof="0" dirty="0">
              <a:ln>
                <a:noFill/>
              </a:ln>
              <a:solidFill>
                <a:prstClr val="white"/>
              </a:solidFill>
              <a:effectLst/>
              <a:uLnTx/>
              <a:uFillTx/>
              <a:latin typeface="Arial"/>
              <a:ea typeface="+mn-ea"/>
              <a:cs typeface="+mn-cs"/>
            </a:endParaRPr>
          </a:p>
        </p:txBody>
      </p:sp>
      <p:sp>
        <p:nvSpPr>
          <p:cNvPr id="4" name="TextBox 3">
            <a:extLst>
              <a:ext uri="{FF2B5EF4-FFF2-40B4-BE49-F238E27FC236}">
                <a16:creationId xmlns:a16="http://schemas.microsoft.com/office/drawing/2014/main" id="{327B412A-7A5C-3E01-E059-8102D198DD45}"/>
              </a:ext>
            </a:extLst>
          </p:cNvPr>
          <p:cNvSpPr txBox="1"/>
          <p:nvPr/>
        </p:nvSpPr>
        <p:spPr>
          <a:xfrm>
            <a:off x="482009" y="1240465"/>
            <a:ext cx="11135833" cy="2585323"/>
          </a:xfrm>
          <a:prstGeom prst="rect">
            <a:avLst/>
          </a:prstGeom>
          <a:noFill/>
        </p:spPr>
        <p:txBody>
          <a:bodyPr wrap="square" lIns="0" tIns="0" rIns="0" bIns="0" rtlCol="0">
            <a:spAutoFit/>
          </a:bodyPr>
          <a:lstStyle/>
          <a:p>
            <a:pPr algn="l"/>
            <a:r>
              <a:rPr lang="en-US" sz="1400" b="1" noProof="0" dirty="0">
                <a:solidFill>
                  <a:schemeClr val="tx1"/>
                </a:solidFill>
              </a:rPr>
              <a:t>Reference Paper: </a:t>
            </a:r>
          </a:p>
          <a:p>
            <a:pPr algn="l"/>
            <a:r>
              <a:rPr lang="en-US" sz="1400" b="1" noProof="0" dirty="0">
                <a:solidFill>
                  <a:schemeClr val="tx1"/>
                </a:solidFill>
                <a:hlinkClick r:id="rId6"/>
              </a:rPr>
              <a:t>Runtime Verification of Self-Adaptive Systems with Changing Requirements</a:t>
            </a:r>
            <a:endParaRPr lang="en-US" sz="1400" b="1" noProof="0" dirty="0">
              <a:solidFill>
                <a:schemeClr val="tx1"/>
              </a:solidFill>
            </a:endParaRPr>
          </a:p>
          <a:p>
            <a:pPr algn="l"/>
            <a:r>
              <a:rPr lang="en-US" sz="1400" b="1" dirty="0">
                <a:solidFill>
                  <a:schemeClr val="tx1"/>
                </a:solidFill>
                <a:hlinkClick r:id="rId7"/>
              </a:rPr>
              <a:t>Towards Practical Runtime Verification and Validation of Self-Adaptive Software Systems</a:t>
            </a:r>
            <a:endParaRPr lang="en-US" sz="1400" b="1" dirty="0">
              <a:solidFill>
                <a:schemeClr val="tx1"/>
              </a:solidFill>
            </a:endParaRPr>
          </a:p>
          <a:p>
            <a:pPr algn="l"/>
            <a:endParaRPr lang="en-US" sz="1400" b="1" noProof="0" dirty="0">
              <a:solidFill>
                <a:schemeClr val="tx1"/>
              </a:solidFill>
            </a:endParaRPr>
          </a:p>
          <a:p>
            <a:pPr algn="l"/>
            <a:r>
              <a:rPr lang="en-US" sz="1400" b="1" noProof="0" dirty="0">
                <a:solidFill>
                  <a:schemeClr val="tx1"/>
                </a:solidFill>
              </a:rPr>
              <a:t>What is the topic about?</a:t>
            </a:r>
          </a:p>
          <a:p>
            <a:pPr algn="l"/>
            <a:br>
              <a:rPr lang="en-US" sz="1400" noProof="0" dirty="0">
                <a:solidFill>
                  <a:schemeClr val="tx1"/>
                </a:solidFill>
              </a:rPr>
            </a:br>
            <a:r>
              <a:rPr lang="en-US" sz="1400" noProof="0" dirty="0">
                <a:solidFill>
                  <a:schemeClr val="tx1"/>
                </a:solidFill>
              </a:rPr>
              <a:t>Self-adaptive and autonomous systems can change their </a:t>
            </a:r>
            <a:r>
              <a:rPr lang="en-US" sz="1400" noProof="0" dirty="0" err="1">
                <a:solidFill>
                  <a:schemeClr val="tx1"/>
                </a:solidFill>
              </a:rPr>
              <a:t>behaviour</a:t>
            </a:r>
            <a:r>
              <a:rPr lang="en-US" sz="1400" noProof="0" dirty="0">
                <a:solidFill>
                  <a:schemeClr val="tx1"/>
                </a:solidFill>
              </a:rPr>
              <a:t>, configuration, and environment during execution, making traditional development-time verification insufficient. Runtime verification and continuous assurance address this problem by monitoring system </a:t>
            </a:r>
            <a:r>
              <a:rPr lang="en-US" sz="1400" noProof="0" dirty="0" err="1">
                <a:solidFill>
                  <a:schemeClr val="tx1"/>
                </a:solidFill>
              </a:rPr>
              <a:t>behaviour</a:t>
            </a:r>
            <a:r>
              <a:rPr lang="en-US" sz="1400" noProof="0" dirty="0">
                <a:solidFill>
                  <a:schemeClr val="tx1"/>
                </a:solidFill>
              </a:rPr>
              <a:t> and checking whether requirements, safety properties, and invariants continue to hold during operation. </a:t>
            </a:r>
          </a:p>
          <a:p>
            <a:pPr algn="l"/>
            <a:r>
              <a:rPr lang="en-US" sz="1400" noProof="0" dirty="0">
                <a:solidFill>
                  <a:schemeClr val="tx1"/>
                </a:solidFill>
              </a:rPr>
              <a:t>The goal is to survey techniques for runtime verification, monitoring, models-at-runtime, and continuous assurance, and compare how they deal with changing system </a:t>
            </a:r>
            <a:r>
              <a:rPr lang="en-US" sz="1400" noProof="0" dirty="0" err="1">
                <a:solidFill>
                  <a:schemeClr val="tx1"/>
                </a:solidFill>
              </a:rPr>
              <a:t>behaviour</a:t>
            </a:r>
            <a:r>
              <a:rPr lang="en-US" sz="1400" noProof="0" dirty="0">
                <a:solidFill>
                  <a:schemeClr val="tx1"/>
                </a:solidFill>
              </a:rPr>
              <a:t> and requirements. A particular focus should be placed on the open problem of maintaining assurance when the system itself evolves.</a:t>
            </a:r>
            <a:endParaRPr lang="en-US" sz="1400" u="sng" noProof="0" dirty="0">
              <a:solidFill>
                <a:schemeClr val="tx1"/>
              </a:solidFill>
            </a:endParaRPr>
          </a:p>
        </p:txBody>
      </p:sp>
    </p:spTree>
    <p:extLst>
      <p:ext uri="{BB962C8B-B14F-4D97-AF65-F5344CB8AC3E}">
        <p14:creationId xmlns:p14="http://schemas.microsoft.com/office/powerpoint/2010/main" val="1817011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49741-7125-178F-A384-B46512B9655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68E3699-54E8-94D8-FFE9-28DAF99985F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think-cell data - do not delete" hidden="1">
                        <a:extLst>
                          <a:ext uri="{FF2B5EF4-FFF2-40B4-BE49-F238E27FC236}">
                            <a16:creationId xmlns:a16="http://schemas.microsoft.com/office/drawing/2014/main" id="{7D1F8927-726C-9904-553F-9B7CADCEE77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06FF5262-04BF-23DA-70EB-50AF74EE7D1E}"/>
              </a:ext>
            </a:extLst>
          </p:cNvPr>
          <p:cNvSpPr>
            <a:spLocks noGrp="1"/>
          </p:cNvSpPr>
          <p:nvPr>
            <p:ph type="title"/>
          </p:nvPr>
        </p:nvSpPr>
        <p:spPr/>
        <p:txBody>
          <a:bodyPr vert="horz"/>
          <a:lstStyle/>
          <a:p>
            <a:r>
              <a:rPr lang="en-US" b="0" noProof="0" dirty="0"/>
              <a:t>Topic 8: </a:t>
            </a:r>
            <a:r>
              <a:rPr lang="en-US" dirty="0"/>
              <a:t>Learning and Evolving Safety Constraints for Autonomous Software</a:t>
            </a:r>
            <a:br>
              <a:rPr lang="en-US" b="0" noProof="0" dirty="0"/>
            </a:br>
            <a:endParaRPr lang="en-US" b="0" noProof="0" dirty="0"/>
          </a:p>
        </p:txBody>
      </p:sp>
      <p:sp>
        <p:nvSpPr>
          <p:cNvPr id="3" name="Fußzeilenplatzhalter 2">
            <a:extLst>
              <a:ext uri="{FF2B5EF4-FFF2-40B4-BE49-F238E27FC236}">
                <a16:creationId xmlns:a16="http://schemas.microsoft.com/office/drawing/2014/main" id="{BE14F0E9-5B31-BDC4-7742-9711BDF0C359}"/>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0" i="0" u="none" strike="noStrike" kern="0" cap="none" spc="0" normalizeH="0" baseline="0" noProof="0" dirty="0">
                <a:ln>
                  <a:noFill/>
                </a:ln>
                <a:solidFill>
                  <a:prstClr val="white"/>
                </a:solidFill>
                <a:effectLst/>
                <a:uLnTx/>
                <a:uFillTx/>
                <a:latin typeface="Arial"/>
                <a:ea typeface="+mn-ea"/>
                <a:cs typeface="+mn-cs"/>
              </a:rPr>
              <a:t>Restricted | © Siemens 2026 | FT RPD SSP | 2026-08</a:t>
            </a:r>
          </a:p>
        </p:txBody>
      </p:sp>
      <p:sp>
        <p:nvSpPr>
          <p:cNvPr id="26" name="Slide Number Placeholder">
            <a:extLst>
              <a:ext uri="{FF2B5EF4-FFF2-40B4-BE49-F238E27FC236}">
                <a16:creationId xmlns:a16="http://schemas.microsoft.com/office/drawing/2014/main" id="{B271DF9F-A749-76FA-1C97-92A8103BDD11}"/>
              </a:ext>
              <a:ext uri="{C183D7F6-B498-43B3-948B-1728B52AA6E4}">
                <adec:decorative xmlns:adec="http://schemas.microsoft.com/office/drawing/2017/decorative" val="1"/>
              </a:ext>
            </a:extLst>
          </p:cNvPr>
          <p:cNvSpPr>
            <a:spLocks noGrp="1"/>
          </p:cNvSpPr>
          <p:nvPr>
            <p:ph type="sldNum" sz="quarter" idx="11"/>
          </p:nvPr>
        </p:nvSpPr>
        <p:spPr bwMode="black">
          <a:xfrm>
            <a:off x="411162" y="6310800"/>
            <a:ext cx="648000" cy="547200"/>
          </a:xfrm>
        </p:spPr>
        <p:txBody>
          <a:bodyPr/>
          <a:lstStyle/>
          <a:p>
            <a:pPr marL="0" marR="0" lvl="0" indent="0" algn="l" defTabSz="914400" rtl="0" eaLnBrk="1" fontAlgn="auto" latinLnBrk="0" hangingPunct="1">
              <a:lnSpc>
                <a:spcPct val="100000"/>
              </a:lnSpc>
              <a:spcBef>
                <a:spcPts val="0"/>
              </a:spcBef>
              <a:spcAft>
                <a:spcPts val="0"/>
              </a:spcAft>
              <a:buClr>
                <a:srgbClr val="009999"/>
              </a:buClr>
              <a:buSzTx/>
              <a:buFontTx/>
              <a:buNone/>
              <a:tabLst/>
              <a:defRPr/>
            </a:pPr>
            <a:r>
              <a:rPr kumimoji="0" lang="en-US" sz="900" b="1" i="0" u="none" strike="noStrike" kern="0" cap="none" spc="0" normalizeH="0" baseline="0" noProof="0" dirty="0">
                <a:ln>
                  <a:noFill/>
                </a:ln>
                <a:solidFill>
                  <a:prstClr val="white"/>
                </a:solidFill>
                <a:effectLst/>
                <a:uLnTx/>
                <a:uFillTx/>
                <a:latin typeface="Arial"/>
                <a:ea typeface="+mn-ea"/>
                <a:cs typeface="+mn-cs"/>
              </a:rPr>
              <a:t>Page </a:t>
            </a:r>
            <a:fld id="{15EBE321-CBB1-4E91-BD14-37C8D44326FB}" type="slidenum">
              <a:rPr kumimoji="0" lang="en-US" sz="900" b="1" i="0" u="none" strike="noStrike" kern="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
                  <a:srgbClr val="009999"/>
                </a:buClr>
                <a:buSzTx/>
                <a:buFontTx/>
                <a:buNone/>
                <a:tabLst/>
                <a:defRPr/>
              </a:pPr>
              <a:t>9</a:t>
            </a:fld>
            <a:endParaRPr kumimoji="0" lang="en-US" sz="900" b="1" i="0" u="none" strike="noStrike" kern="0" cap="none" spc="0" normalizeH="0" baseline="0" noProof="0" dirty="0">
              <a:ln>
                <a:noFill/>
              </a:ln>
              <a:solidFill>
                <a:prstClr val="white"/>
              </a:solidFill>
              <a:effectLst/>
              <a:uLnTx/>
              <a:uFillTx/>
              <a:latin typeface="Arial"/>
              <a:ea typeface="+mn-ea"/>
              <a:cs typeface="+mn-cs"/>
            </a:endParaRPr>
          </a:p>
        </p:txBody>
      </p:sp>
      <p:sp>
        <p:nvSpPr>
          <p:cNvPr id="4" name="TextBox 3">
            <a:extLst>
              <a:ext uri="{FF2B5EF4-FFF2-40B4-BE49-F238E27FC236}">
                <a16:creationId xmlns:a16="http://schemas.microsoft.com/office/drawing/2014/main" id="{9A74C027-A9A2-183E-087A-AC8E916BA4A5}"/>
              </a:ext>
            </a:extLst>
          </p:cNvPr>
          <p:cNvSpPr txBox="1"/>
          <p:nvPr/>
        </p:nvSpPr>
        <p:spPr>
          <a:xfrm>
            <a:off x="482009" y="1240465"/>
            <a:ext cx="11135833" cy="2585323"/>
          </a:xfrm>
          <a:prstGeom prst="rect">
            <a:avLst/>
          </a:prstGeom>
          <a:noFill/>
        </p:spPr>
        <p:txBody>
          <a:bodyPr wrap="square" lIns="0" tIns="0" rIns="0" bIns="0" rtlCol="0">
            <a:spAutoFit/>
          </a:bodyPr>
          <a:lstStyle/>
          <a:p>
            <a:pPr algn="l"/>
            <a:r>
              <a:rPr lang="en-US" sz="1400" b="1" noProof="0" dirty="0">
                <a:solidFill>
                  <a:schemeClr val="tx1"/>
                </a:solidFill>
              </a:rPr>
              <a:t>Reference Paper: </a:t>
            </a:r>
          </a:p>
          <a:p>
            <a:pPr algn="l"/>
            <a:r>
              <a:rPr lang="en-US" sz="1400" b="1" noProof="0" dirty="0">
                <a:solidFill>
                  <a:schemeClr val="tx1"/>
                </a:solidFill>
                <a:hlinkClick r:id="rId6"/>
              </a:rPr>
              <a:t>Safe reinforcement learning via shielding</a:t>
            </a:r>
            <a:endParaRPr lang="en-US" sz="1400" b="1" noProof="0" dirty="0">
              <a:solidFill>
                <a:schemeClr val="tx1"/>
              </a:solidFill>
            </a:endParaRPr>
          </a:p>
          <a:p>
            <a:pPr algn="l"/>
            <a:r>
              <a:rPr lang="en-US" sz="1400" b="1" noProof="0" dirty="0">
                <a:solidFill>
                  <a:schemeClr val="tx1"/>
                </a:solidFill>
                <a:hlinkClick r:id="rId7"/>
              </a:rPr>
              <a:t>On Safety Risks in Experience-Driven Self-Evolving Agents</a:t>
            </a:r>
            <a:endParaRPr lang="en-US" sz="1400" b="1" dirty="0">
              <a:solidFill>
                <a:schemeClr val="tx1"/>
              </a:solidFill>
            </a:endParaRPr>
          </a:p>
          <a:p>
            <a:pPr algn="l"/>
            <a:endParaRPr lang="en-US" sz="1400" b="1" noProof="0" dirty="0">
              <a:solidFill>
                <a:schemeClr val="tx1"/>
              </a:solidFill>
            </a:endParaRPr>
          </a:p>
          <a:p>
            <a:pPr algn="l"/>
            <a:r>
              <a:rPr lang="en-US" sz="1400" b="1" noProof="0" dirty="0">
                <a:solidFill>
                  <a:schemeClr val="tx1"/>
                </a:solidFill>
              </a:rPr>
              <a:t>What is the topic about?</a:t>
            </a:r>
          </a:p>
          <a:p>
            <a:pPr algn="l"/>
            <a:br>
              <a:rPr lang="en-US" sz="1400" noProof="0" dirty="0">
                <a:solidFill>
                  <a:schemeClr val="tx1"/>
                </a:solidFill>
              </a:rPr>
            </a:br>
            <a:r>
              <a:rPr lang="en-US" sz="1400" noProof="0" dirty="0">
                <a:solidFill>
                  <a:schemeClr val="tx1"/>
                </a:solidFill>
              </a:rPr>
              <a:t>Autonomous systems increasingly learn from experience, adapt their </a:t>
            </a:r>
            <a:r>
              <a:rPr lang="en-US" sz="1400" noProof="0" dirty="0" err="1">
                <a:solidFill>
                  <a:schemeClr val="tx1"/>
                </a:solidFill>
              </a:rPr>
              <a:t>behaviour</a:t>
            </a:r>
            <a:r>
              <a:rPr lang="en-US" sz="1400" noProof="0" dirty="0">
                <a:solidFill>
                  <a:schemeClr val="tx1"/>
                </a:solidFill>
              </a:rPr>
              <a:t>, and modify their capabilities, while most safety mechanisms remain predefined by developers. The goal is to survey how safety constraints are learned, inferred, adapted, or synthesized from system </a:t>
            </a:r>
            <a:r>
              <a:rPr lang="en-US" sz="1400" noProof="0" dirty="0" err="1">
                <a:solidFill>
                  <a:schemeClr val="tx1"/>
                </a:solidFill>
              </a:rPr>
              <a:t>behaviour</a:t>
            </a:r>
            <a:r>
              <a:rPr lang="en-US" sz="1400" noProof="0" dirty="0">
                <a:solidFill>
                  <a:schemeClr val="tx1"/>
                </a:solidFill>
              </a:rPr>
              <a:t>, specifications, demonstrations, tests, and runtime experience. </a:t>
            </a:r>
          </a:p>
          <a:p>
            <a:pPr algn="l"/>
            <a:r>
              <a:rPr lang="en-US" sz="1400" noProof="0" dirty="0">
                <a:solidFill>
                  <a:schemeClr val="tx1"/>
                </a:solidFill>
              </a:rPr>
              <a:t>The seminar should compare approaches such as invariant learning, specification mining, adaptive safety filters, policy synthesis, and experience-based safety mechanisms. A particular focus should be placed on whether safety constraints can evolve with the system without allowing the system to weaken its own safety boundaries.</a:t>
            </a:r>
            <a:endParaRPr lang="en-US" sz="1400" u="sng" noProof="0" dirty="0">
              <a:solidFill>
                <a:schemeClr val="tx1"/>
              </a:solidFill>
            </a:endParaRPr>
          </a:p>
        </p:txBody>
      </p:sp>
    </p:spTree>
    <p:extLst>
      <p:ext uri="{BB962C8B-B14F-4D97-AF65-F5344CB8AC3E}">
        <p14:creationId xmlns:p14="http://schemas.microsoft.com/office/powerpoint/2010/main" val="572671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2CAF2-A9E5-62CC-9E64-8348039F9763}"/>
              </a:ext>
            </a:extLst>
          </p:cNvPr>
          <p:cNvSpPr>
            <a:spLocks noGrp="1"/>
          </p:cNvSpPr>
          <p:nvPr>
            <p:ph type="title"/>
          </p:nvPr>
        </p:nvSpPr>
        <p:spPr/>
        <p:txBody>
          <a:bodyPr/>
          <a:lstStyle/>
          <a:p>
            <a:r>
              <a:rPr lang="en-US" noProof="0" dirty="0"/>
              <a:t>Thank You</a:t>
            </a:r>
          </a:p>
        </p:txBody>
      </p:sp>
      <p:sp>
        <p:nvSpPr>
          <p:cNvPr id="3" name="Subtitle 2">
            <a:extLst>
              <a:ext uri="{FF2B5EF4-FFF2-40B4-BE49-F238E27FC236}">
                <a16:creationId xmlns:a16="http://schemas.microsoft.com/office/drawing/2014/main" id="{DA0FF072-B834-B37C-6C00-3A83209A9E15}"/>
              </a:ext>
            </a:extLst>
          </p:cNvPr>
          <p:cNvSpPr>
            <a:spLocks noGrp="1"/>
          </p:cNvSpPr>
          <p:nvPr>
            <p:ph type="subTitle" idx="1"/>
          </p:nvPr>
        </p:nvSpPr>
        <p:spPr/>
        <p:txBody>
          <a:bodyPr/>
          <a:lstStyle/>
          <a:p>
            <a:endParaRPr lang="en-US" noProof="0" dirty="0"/>
          </a:p>
          <a:p>
            <a:endParaRPr lang="en-US" dirty="0"/>
          </a:p>
          <a:p>
            <a:endParaRPr lang="en-US" noProof="0" dirty="0"/>
          </a:p>
          <a:p>
            <a:endParaRPr lang="en-US" dirty="0"/>
          </a:p>
          <a:p>
            <a:endParaRPr lang="en-US" noProof="0" dirty="0"/>
          </a:p>
          <a:p>
            <a:endParaRPr lang="en-US" dirty="0"/>
          </a:p>
          <a:p>
            <a:endParaRPr lang="en-US" noProof="0" dirty="0"/>
          </a:p>
          <a:p>
            <a:br>
              <a:rPr lang="en-US" noProof="0" dirty="0"/>
            </a:br>
            <a:r>
              <a:rPr lang="en-US" noProof="0" dirty="0"/>
              <a:t>Please reach out for any questions:</a:t>
            </a:r>
            <a:br>
              <a:rPr lang="en-US" noProof="0" dirty="0"/>
            </a:br>
            <a:br>
              <a:rPr lang="en-US" noProof="0" dirty="0"/>
            </a:br>
            <a:r>
              <a:rPr lang="en-US" noProof="0" dirty="0"/>
              <a:t>Nikhila Joshy</a:t>
            </a:r>
          </a:p>
          <a:p>
            <a:r>
              <a:rPr lang="en-US" dirty="0"/>
              <a:t>n</a:t>
            </a:r>
            <a:r>
              <a:rPr lang="en-US" noProof="0" dirty="0"/>
              <a:t>ikhila.joshy@siemens.com</a:t>
            </a:r>
          </a:p>
        </p:txBody>
      </p:sp>
    </p:spTree>
    <p:extLst>
      <p:ext uri="{BB962C8B-B14F-4D97-AF65-F5344CB8AC3E}">
        <p14:creationId xmlns:p14="http://schemas.microsoft.com/office/powerpoint/2010/main" val="25839373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C1B6"/>
      </a:hlink>
      <a:folHlink>
        <a:srgbClr val="00C1B6"/>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solidFill>
              <a:schemeClr val="tx1"/>
            </a:solidFill>
          </a:defRPr>
        </a:defPPr>
      </a:lstStyle>
    </a:txDef>
  </a:objectDefaults>
  <a:extraClrSchemeLst/>
  <a:custClrLst>
    <a:custClr name="Siemens Petrol | 0 153 153">
      <a:srgbClr val="009999"/>
    </a:custClr>
    <a:custClr name="Light Petrol | 0 193 182">
      <a:srgbClr val="00C1B6"/>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Deep Blue | 0 0 40">
      <a:srgbClr val="000028"/>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Light Sand | 243 243 240">
      <a:srgbClr val="F3F3F0"/>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sie-ppt-O365-16x9-standard-Kurzversion-deu-v3-4-4.potx" id="{89C51C60-D8CE-4591-8735-8EDEC48667FC}" vid="{672DD01E-71F3-4B67-8385-703D85812CDD}"/>
    </a:ext>
  </a:extLst>
</a:theme>
</file>

<file path=ppt/theme/theme2.xml><?xml version="1.0" encoding="utf-8"?>
<a:theme xmlns:a="http://schemas.openxmlformats.org/drawingml/2006/main" name="1_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C1B6"/>
      </a:hlink>
      <a:folHlink>
        <a:srgbClr val="00C1B6"/>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solidFill>
              <a:schemeClr val="tx1"/>
            </a:solidFill>
          </a:defRPr>
        </a:defPPr>
      </a:lstStyle>
    </a:txDef>
  </a:objectDefaults>
  <a:extraClrSchemeLst/>
  <a:custClrLst>
    <a:custClr name="Siemens Petrol | 0 153 153">
      <a:srgbClr val="009999"/>
    </a:custClr>
    <a:custClr name="Light Petrol | 0 193 182">
      <a:srgbClr val="00C1B6"/>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Deep Blue | 0 0 40">
      <a:srgbClr val="000028"/>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Light Sand | 243 243 240">
      <a:srgbClr val="F3F3F0"/>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sie-ppt-O365-16x9-standard-Kurzversion-deu-v3-4-4.potx" id="{89C51C60-D8CE-4591-8735-8EDEC48667FC}" vid="{672DD01E-71F3-4B67-8385-703D85812CDD}"/>
    </a:ext>
  </a:extLst>
</a:theme>
</file>

<file path=ppt/theme/theme3.xml><?xml version="1.0" encoding="utf-8"?>
<a:theme xmlns:a="http://schemas.openxmlformats.org/drawingml/2006/main" name="2_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C1B6"/>
      </a:hlink>
      <a:folHlink>
        <a:srgbClr val="00C1B6"/>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solidFill>
              <a:schemeClr val="tx1"/>
            </a:solidFill>
          </a:defRPr>
        </a:defPPr>
      </a:lstStyle>
    </a:txDef>
  </a:objectDefaults>
  <a:extraClrSchemeLst/>
  <a:custClrLst>
    <a:custClr name="Siemens Petrol | 0 153 153">
      <a:srgbClr val="009999"/>
    </a:custClr>
    <a:custClr name="Light Petrol | 0 193 182">
      <a:srgbClr val="00C1B6"/>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Deep Blue | 0 0 40">
      <a:srgbClr val="000028"/>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Light Sand | 243 243 240">
      <a:srgbClr val="F3F3F0"/>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sie-ppt-O365-16x9-standard-eng-v3-4-5" id="{03242804-85B4-4122-A98B-877206CC5BD0}" vid="{3DB3C0B0-E6E6-4625-9C35-BD3854D9D4A4}"/>
    </a:ext>
  </a:extLst>
</a:theme>
</file>

<file path=ppt/theme/theme4.xml><?xml version="1.0" encoding="utf-8"?>
<a:theme xmlns:a="http://schemas.openxmlformats.org/drawingml/2006/main" name="3_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C1B6"/>
      </a:hlink>
      <a:folHlink>
        <a:srgbClr val="00C1B6"/>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solidFill>
              <a:schemeClr val="tx1"/>
            </a:solidFill>
          </a:defRPr>
        </a:defPPr>
      </a:lstStyle>
    </a:txDef>
  </a:objectDefaults>
  <a:extraClrSchemeLst/>
  <a:custClrLst>
    <a:custClr name="Siemens Petrol | 0 153 153">
      <a:srgbClr val="009999"/>
    </a:custClr>
    <a:custClr name="Light Petrol | 0 193 182">
      <a:srgbClr val="00C1B6"/>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Deep Blue | 0 0 40">
      <a:srgbClr val="000028"/>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Light Sand | 243 243 240">
      <a:srgbClr val="F3F3F0"/>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sie-ppt-O365-16x9-standard-Kurzversion-deu-v3-4-4.potx" id="{89C51C60-D8CE-4591-8735-8EDEC48667FC}" vid="{672DD01E-71F3-4B67-8385-703D85812CDD}"/>
    </a:ext>
  </a:extLst>
</a:theme>
</file>

<file path=ppt/theme/theme5.xml><?xml version="1.0" encoding="utf-8"?>
<a:theme xmlns:a="http://schemas.openxmlformats.org/drawingml/2006/main" name="4_Siemens 2022">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C1B6"/>
      </a:hlink>
      <a:folHlink>
        <a:srgbClr val="00C1B6"/>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solidFill>
              <a:schemeClr val="tx1"/>
            </a:solidFill>
          </a:defRPr>
        </a:defPPr>
      </a:lstStyle>
    </a:txDef>
  </a:objectDefaults>
  <a:extraClrSchemeLst/>
  <a:custClrLst>
    <a:custClr name="Siemens Petrol | 0 153 153">
      <a:srgbClr val="009999"/>
    </a:custClr>
    <a:custClr name="Light Petrol | 0 193 182">
      <a:srgbClr val="00C1B6"/>
    </a:custClr>
    <a:custClr name="Dark Sand | 170 170 150">
      <a:srgbClr val="AAAA96"/>
    </a:custClr>
    <a:custClr name="Dark Yellow | 247 198 0">
      <a:srgbClr val="F7C600"/>
    </a:custClr>
    <a:custClr name="Dark Green | 0 100 110">
      <a:srgbClr val="00646E"/>
    </a:custClr>
    <a:custClr name="Dark Blue | 0 85 124">
      <a:srgbClr val="00557C"/>
    </a:custClr>
    <a:custClr name="Dark Purple | 85 59 163">
      <a:srgbClr val="553BA3"/>
    </a:custClr>
    <a:custClr name="Deep Blue | 0 0 40">
      <a:srgbClr val="000028"/>
    </a:custClr>
    <a:custClr name="Deep Blue 40% (Gray) | 153 153 169">
      <a:srgbClr val="9999A9"/>
    </a:custClr>
    <a:custClr name="Red | 239 1 55">
      <a:srgbClr val="EF0137"/>
    </a:custClr>
    <a:custClr name="Bold Green">
      <a:srgbClr val="00FFB9"/>
    </a:custClr>
    <a:custClr name="Deep Blue | 0 0 40">
      <a:srgbClr val="000028"/>
    </a:custClr>
    <a:custClr name="Soft Sand | 197 197 184">
      <a:srgbClr val="C5C5B8"/>
    </a:custClr>
    <a:custClr name="Yellow | 255 215 50">
      <a:srgbClr val="FFD732"/>
    </a:custClr>
    <a:custClr name="Green | 0 175 142">
      <a:srgbClr val="00AF8E"/>
    </a:custClr>
    <a:custClr name="Blue | 0 135 190">
      <a:srgbClr val="0087BE"/>
    </a:custClr>
    <a:custClr name="Purple | 128 92 255">
      <a:srgbClr val="805CFF"/>
    </a:custClr>
    <a:custClr name="Deep Blue 80% | 51 51 83">
      <a:srgbClr val="333353"/>
    </a:custClr>
    <a:custClr name="Deep Blue 20% (Soft Gray) | 204 204 212">
      <a:srgbClr val="CCCCD4"/>
    </a:custClr>
    <a:custClr name="Dark Orange | 236 102 2">
      <a:srgbClr val="EC6602"/>
    </a:custClr>
    <a:custClr name="Bold Blue">
      <a:srgbClr val="00E6DC"/>
    </a:custClr>
    <a:custClr name="Light Sand | 243 243 240">
      <a:srgbClr val="F3F3F0"/>
    </a:custClr>
    <a:custClr name="Bright Sand | 223 223 217">
      <a:srgbClr val="DFDFD9"/>
    </a:custClr>
    <a:custClr name="Soft Yellow | 255 226 112">
      <a:srgbClr val="FFE270"/>
    </a:custClr>
    <a:custClr name="Soft Green | 0 215 160">
      <a:srgbClr val="00D7A0"/>
    </a:custClr>
    <a:custClr name="Soft Blue | 0 190 220">
      <a:srgbClr val="00BEDC"/>
    </a:custClr>
    <a:custClr name="Soft Purple | 180 168 255">
      <a:srgbClr val="B4A8FF"/>
    </a:custClr>
    <a:custClr name="Deep Blue 60% (Dark Gray) | 102 102 126">
      <a:srgbClr val="66667E"/>
    </a:custClr>
    <a:custClr name="Deep Blue 10% (Light Gray) | 229 229 233">
      <a:srgbClr val="E5E5E9"/>
    </a:custClr>
    <a:custClr name="Orange | 255 144 0">
      <a:srgbClr val="FF9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d258917-277f-42cd-a3cd-14c4e9ee58bc}" enabled="1" method="Standar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emplate>siemens-company-presentation_original</Template>
  <TotalTime>0</TotalTime>
  <Words>1519</Words>
  <Application>Microsoft Office PowerPoint</Application>
  <PresentationFormat>Widescreen</PresentationFormat>
  <Paragraphs>108</Paragraphs>
  <Slides>10</Slides>
  <Notes>8</Notes>
  <HiddenSlides>0</HiddenSlides>
  <MMClips>0</MMClips>
  <ScaleCrop>false</ScaleCrop>
  <HeadingPairs>
    <vt:vector size="8" baseType="variant">
      <vt:variant>
        <vt:lpstr>Fonts Used</vt:lpstr>
      </vt:variant>
      <vt:variant>
        <vt:i4>2</vt:i4>
      </vt:variant>
      <vt:variant>
        <vt:lpstr>Theme</vt:lpstr>
      </vt:variant>
      <vt:variant>
        <vt:i4>5</vt:i4>
      </vt:variant>
      <vt:variant>
        <vt:lpstr>Embedded OLE Servers</vt:lpstr>
      </vt:variant>
      <vt:variant>
        <vt:i4>2</vt:i4>
      </vt:variant>
      <vt:variant>
        <vt:lpstr>Slide Titles</vt:lpstr>
      </vt:variant>
      <vt:variant>
        <vt:i4>10</vt:i4>
      </vt:variant>
    </vt:vector>
  </HeadingPairs>
  <TitlesOfParts>
    <vt:vector size="19" baseType="lpstr">
      <vt:lpstr>Aptos</vt:lpstr>
      <vt:lpstr>Arial</vt:lpstr>
      <vt:lpstr>Siemens 2022</vt:lpstr>
      <vt:lpstr>1_Siemens 2022</vt:lpstr>
      <vt:lpstr>2_Siemens 2022</vt:lpstr>
      <vt:lpstr>3_Siemens 2022</vt:lpstr>
      <vt:lpstr>4_Siemens 2022</vt:lpstr>
      <vt:lpstr>think-cell Slide</vt:lpstr>
      <vt:lpstr>think-cell Folie</vt:lpstr>
      <vt:lpstr>Seminar Topics</vt:lpstr>
      <vt:lpstr>Topic 1: Verifying Functional Correctness in LLM-Refactored Code: Techniques, Trade-offs, and Open Problems </vt:lpstr>
      <vt:lpstr>Topic 2: Control Barrier Functions as Safety Envelopes in Autonomous Systems </vt:lpstr>
      <vt:lpstr>Topic 3: Architectures of Self-Evolving AI Agents </vt:lpstr>
      <vt:lpstr>Topic 4: Taxonomy Levels of AI Based Autonomous Systems </vt:lpstr>
      <vt:lpstr>Topic 5: Feedback Loops of Autonomous Systems </vt:lpstr>
      <vt:lpstr>Topic 6: Domain-Specific Languages for Specifying and Enforcing Safety Constraints in Autonomous and Self-Adaptive Software </vt:lpstr>
      <vt:lpstr>Topic 7: Runtime Verification and Continuous Assurance for Self-Adaptive Systems </vt:lpstr>
      <vt:lpstr>Topic 8: Learning and Evolving Safety Constraints for Autonomous Software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Joshy, Nikhila (FT RPD SSP DAB-DE)</dc:creator>
  <cp:lastModifiedBy>Höfig, Kai</cp:lastModifiedBy>
  <cp:revision>10</cp:revision>
  <cp:lastPrinted>2026-09-14T10:49:35Z</cp:lastPrinted>
  <dcterms:created xsi:type="dcterms:W3CDTF">2026-08-20T07:18:19Z</dcterms:created>
  <dcterms:modified xsi:type="dcterms:W3CDTF">2026-09-14T10:50:15Z</dcterms:modified>
</cp:coreProperties>
</file>