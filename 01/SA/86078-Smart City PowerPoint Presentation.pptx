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568"/>
    <a:srgbClr val="A9D4A9"/>
    <a:srgbClr val="D0F0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80A9-EF50-479C-BA0E-D3FED5773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B5100-090E-4134-83F2-798C18BC8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969ED-8CA7-4FE3-8B6B-C0E6AC2F6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EA818-EC27-48EC-B263-70C6498B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9A233-42F5-4BEA-BA1F-347BF68D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67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0E73-3312-4C55-A1ED-AE4D99ED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24B9-422C-4599-87F4-DED96B173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0420E-4D62-4DCD-80F9-BF57FF66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BDD69-1EF2-4A3C-B650-807967B01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9D3BB-C346-4D45-860F-D3B093EF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66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5DED-9F99-408C-88DB-5BB39CB5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11DCD-BAB6-47F8-8D05-14B4F63E4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8F645-86DB-4164-AB59-F6431CFE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E5169-087D-4B66-A091-20AD3150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7C321-0F08-48E2-A1CE-A0EAA86D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6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379A-0135-4296-A615-0ACB083D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D117A-9703-4BFC-86A2-CBC0E2B8A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AA0F0-4442-4C66-8A92-0D1FD7A8A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A33E5-0308-4A38-9BE9-46B224E8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18AA8-73CD-4DD7-9AEA-88E5B10C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E2C8D-B35F-4B64-9350-1F034BDF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1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C936-9E54-4A1E-893F-55DB5110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D3970-299A-4C73-A776-32BC9922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DACB8-C0A0-49A6-9390-8D2DD6F65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E40E3-692E-41EB-B2D2-AAA238665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EFC62-49B2-4286-9466-0607CDD91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619C2-4AFC-42AF-917C-131366334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C7038-7C6D-414B-9765-D8519CE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D77F6-C5D7-4F9C-82EC-8EE53371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2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5694-003D-42B5-BF12-E1ADD2A5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2DDE5-1434-4F22-A51F-BF8C89396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6299F-1031-49D0-B364-802339A2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8AAE0-F285-49DF-BB15-749AB392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69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67841-A271-4299-85AF-7BDBC72D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87E82-6243-41F7-A8C6-5F5836E6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C306C-CFFB-494F-B8EE-C0B71219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51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6FEE-D21F-40D9-A52D-748F6B112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F3BBB-626E-4745-BB0A-1705DA881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56B88-DA1E-4A9B-BD6D-1C586A99C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A4DC6-213F-4382-A482-7D9FDB023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0A573-6FD7-49C4-BEDD-2AEF6160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199A1-69A6-4E05-B564-9F462D6D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52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F7AA-5659-4FE5-9AB0-BAEAD649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22D0D-BAEA-40E7-971C-3D5E9DE17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626DE-0644-4918-8A84-4F5D7472E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1038-25B3-43F3-827B-B681D919A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FCF2E-D475-45A8-B4A0-23792C14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2D10B-7721-4BBF-805D-526F9370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68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7569-A01A-4137-8447-E8B259B6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F06C4-8DDE-4ECA-B4B9-9C40C2473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8A5A7-1307-4667-9B7E-2A6A8E6E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A045C-6E19-439D-96AB-DEDA1199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DC644-670F-466D-A7A0-F32176E1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03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3B3B3-7CB8-4286-AFB0-3A4FF9C28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03B0C-F9A2-460A-821D-CB3F5AB4D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0C5A2-0B80-4CFE-961E-A63BAD1F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F6A2B-01B1-445F-89FA-25BC22A9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98386-D516-4B6E-9E9F-101C6667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68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15EA2-2F24-4882-8F28-D5F04159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C36EC-C9F8-4772-9EC8-FDB09E2D9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C4F2-959B-4423-BE58-79FBBE463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06808-F335-4B6C-BEE7-87C87DFC00D5}" type="datetimeFigureOut">
              <a:rPr lang="en-IN" smtClean="0"/>
              <a:t>25-10-2021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5F592-3EF4-4B0F-ACA8-8312B0C71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DF70C-6ABD-4134-B9E4-16C5B4BA4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AE3ED-B0E8-4991-92FD-26C577D44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52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8;p28">
            <a:extLst>
              <a:ext uri="{FF2B5EF4-FFF2-40B4-BE49-F238E27FC236}">
                <a16:creationId xmlns:a16="http://schemas.microsoft.com/office/drawing/2014/main" id="{45CBC49F-6B8D-406F-B0DE-7370177CEC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555" y="957125"/>
            <a:ext cx="5992445" cy="568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807569-6D22-4AED-9D23-75BAA7E6F796}"/>
              </a:ext>
            </a:extLst>
          </p:cNvPr>
          <p:cNvCxnSpPr>
            <a:cxnSpLocks/>
          </p:cNvCxnSpPr>
          <p:nvPr/>
        </p:nvCxnSpPr>
        <p:spPr>
          <a:xfrm flipH="1">
            <a:off x="415636" y="6609465"/>
            <a:ext cx="8146473" cy="0"/>
          </a:xfrm>
          <a:prstGeom prst="line">
            <a:avLst/>
          </a:prstGeom>
          <a:ln w="57150">
            <a:solidFill>
              <a:srgbClr val="A9D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C5A431-9517-4A18-A128-C23EAD047A96}"/>
              </a:ext>
            </a:extLst>
          </p:cNvPr>
          <p:cNvGrpSpPr/>
          <p:nvPr/>
        </p:nvGrpSpPr>
        <p:grpSpPr>
          <a:xfrm>
            <a:off x="415636" y="2211285"/>
            <a:ext cx="6400800" cy="2435430"/>
            <a:chOff x="415636" y="1684533"/>
            <a:chExt cx="6400800" cy="243543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DEB69B4-754C-42C3-ACFD-448E6F47BF16}"/>
                </a:ext>
              </a:extLst>
            </p:cNvPr>
            <p:cNvGrpSpPr/>
            <p:nvPr/>
          </p:nvGrpSpPr>
          <p:grpSpPr>
            <a:xfrm>
              <a:off x="415636" y="2738037"/>
              <a:ext cx="6400800" cy="1381926"/>
              <a:chOff x="665018" y="2606879"/>
              <a:chExt cx="6400800" cy="138192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7357BE-8C4A-48E0-90EE-168D35961D2D}"/>
                  </a:ext>
                </a:extLst>
              </p:cNvPr>
              <p:cNvSpPr txBox="1"/>
              <p:nvPr/>
            </p:nvSpPr>
            <p:spPr>
              <a:xfrm>
                <a:off x="665018" y="2606879"/>
                <a:ext cx="61514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" panose="02040502050405020303" pitchFamily="18" charset="0"/>
                    <a:cs typeface="Arial" panose="020B0604020202020204" pitchFamily="34" charset="0"/>
                  </a:rPr>
                  <a:t>Smart City PowerPoint Presentation</a:t>
                </a:r>
                <a:endParaRPr lang="ko-KR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68EE79-B002-4FAA-881B-BF423B1B694E}"/>
                  </a:ext>
                </a:extLst>
              </p:cNvPr>
              <p:cNvSpPr txBox="1"/>
              <p:nvPr/>
            </p:nvSpPr>
            <p:spPr>
              <a:xfrm>
                <a:off x="665018" y="3157808"/>
                <a:ext cx="64008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A smart city is a technologically modern urban area that uses different types of electronic methods, voice activation methods and sensors to collect specific data.</a:t>
                </a:r>
                <a:endParaRPr lang="en-I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D03504-5B5E-4D7C-A3CC-027088B6F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636" y="1684533"/>
              <a:ext cx="877026" cy="87702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5B9C2E-3DF8-4154-A45C-224B6418BD8F}"/>
              </a:ext>
            </a:extLst>
          </p:cNvPr>
          <p:cNvGrpSpPr/>
          <p:nvPr/>
        </p:nvGrpSpPr>
        <p:grpSpPr>
          <a:xfrm>
            <a:off x="0" y="0"/>
            <a:ext cx="12192000" cy="108857"/>
            <a:chOff x="0" y="5253302"/>
            <a:chExt cx="12192000" cy="10885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4A7282-9A37-4F97-87DE-93C6740BB725}"/>
                </a:ext>
              </a:extLst>
            </p:cNvPr>
            <p:cNvSpPr/>
            <p:nvPr/>
          </p:nvSpPr>
          <p:spPr>
            <a:xfrm>
              <a:off x="0" y="5260049"/>
              <a:ext cx="2660073" cy="94207"/>
            </a:xfrm>
            <a:prstGeom prst="rect">
              <a:avLst/>
            </a:prstGeom>
            <a:solidFill>
              <a:srgbClr val="2955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F245A7-457E-41FB-B92F-CC90BF93D862}"/>
                </a:ext>
              </a:extLst>
            </p:cNvPr>
            <p:cNvSpPr/>
            <p:nvPr/>
          </p:nvSpPr>
          <p:spPr>
            <a:xfrm>
              <a:off x="2801948" y="5253302"/>
              <a:ext cx="6588105" cy="108857"/>
            </a:xfrm>
            <a:prstGeom prst="rect">
              <a:avLst/>
            </a:prstGeom>
            <a:solidFill>
              <a:srgbClr val="A9D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868E74-DD8B-4209-80D5-584773D0093C}"/>
                </a:ext>
              </a:extLst>
            </p:cNvPr>
            <p:cNvSpPr/>
            <p:nvPr/>
          </p:nvSpPr>
          <p:spPr>
            <a:xfrm>
              <a:off x="9531927" y="5260049"/>
              <a:ext cx="2660073" cy="94207"/>
            </a:xfrm>
            <a:prstGeom prst="rect">
              <a:avLst/>
            </a:prstGeom>
            <a:solidFill>
              <a:srgbClr val="2955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129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Georgia</vt:lpstr>
      <vt:lpstr>Georgia Pro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sandysanthiya1234@outlook.com</cp:lastModifiedBy>
  <cp:revision>2</cp:revision>
  <dcterms:created xsi:type="dcterms:W3CDTF">2021-10-25T10:33:33Z</dcterms:created>
  <dcterms:modified xsi:type="dcterms:W3CDTF">2021-10-25T10:39:04Z</dcterms:modified>
</cp:coreProperties>
</file>